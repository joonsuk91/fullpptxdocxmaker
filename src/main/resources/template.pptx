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91633" r:id="rId1"/>
    <p:sldMasterId id="2147492641" r:id="rId2"/>
    <p:sldMasterId id="2147493049" r:id="rId3"/>
    <p:sldMasterId id="2147493061" r:id="rId4"/>
  </p:sldMasterIdLst>
  <p:notesMasterIdLst>
    <p:notesMasterId r:id="rId269"/>
  </p:notesMasterIdLst>
  <p:handoutMasterIdLst>
    <p:handoutMasterId r:id="rId270"/>
  </p:handoutMasterIdLst>
  <p:sldIdLst>
    <p:sldId id="47924" r:id="rId5"/>
    <p:sldId id="10851" r:id="rId6"/>
    <p:sldId id="10852" r:id="rId7"/>
    <p:sldId id="28265" r:id="rId8"/>
    <p:sldId id="28266" r:id="rId9"/>
    <p:sldId id="10853" r:id="rId10"/>
    <p:sldId id="28267" r:id="rId11"/>
    <p:sldId id="28268" r:id="rId12"/>
    <p:sldId id="10854" r:id="rId13"/>
    <p:sldId id="28269" r:id="rId14"/>
    <p:sldId id="28270" r:id="rId15"/>
    <p:sldId id="10855" r:id="rId16"/>
    <p:sldId id="62733" r:id="rId17"/>
    <p:sldId id="62734" r:id="rId18"/>
    <p:sldId id="62735" r:id="rId19"/>
    <p:sldId id="50447" r:id="rId20"/>
    <p:sldId id="33177" r:id="rId21"/>
    <p:sldId id="33272" r:id="rId22"/>
    <p:sldId id="33273" r:id="rId23"/>
    <p:sldId id="33274" r:id="rId24"/>
    <p:sldId id="33275" r:id="rId25"/>
    <p:sldId id="10865" r:id="rId26"/>
    <p:sldId id="62736" r:id="rId27"/>
    <p:sldId id="62737" r:id="rId28"/>
    <p:sldId id="62738" r:id="rId29"/>
    <p:sldId id="62739" r:id="rId30"/>
    <p:sldId id="62740" r:id="rId31"/>
    <p:sldId id="62741" r:id="rId32"/>
    <p:sldId id="62742" r:id="rId33"/>
    <p:sldId id="267" r:id="rId34"/>
    <p:sldId id="10866" r:id="rId35"/>
    <p:sldId id="23724" r:id="rId36"/>
    <p:sldId id="62769" r:id="rId37"/>
    <p:sldId id="62770" r:id="rId38"/>
    <p:sldId id="62771" r:id="rId39"/>
    <p:sldId id="62772" r:id="rId40"/>
    <p:sldId id="62773" r:id="rId41"/>
    <p:sldId id="62774" r:id="rId42"/>
    <p:sldId id="62775" r:id="rId43"/>
    <p:sldId id="62776" r:id="rId44"/>
    <p:sldId id="62777" r:id="rId45"/>
    <p:sldId id="62778" r:id="rId46"/>
    <p:sldId id="62779" r:id="rId47"/>
    <p:sldId id="62780" r:id="rId48"/>
    <p:sldId id="62781" r:id="rId49"/>
    <p:sldId id="62782" r:id="rId50"/>
    <p:sldId id="62783" r:id="rId51"/>
    <p:sldId id="271" r:id="rId52"/>
    <p:sldId id="62784" r:id="rId53"/>
    <p:sldId id="62785" r:id="rId54"/>
    <p:sldId id="62786" r:id="rId55"/>
    <p:sldId id="62787" r:id="rId56"/>
    <p:sldId id="10868" r:id="rId57"/>
    <p:sldId id="10874" r:id="rId58"/>
    <p:sldId id="56443" r:id="rId59"/>
    <p:sldId id="256" r:id="rId60"/>
    <p:sldId id="257" r:id="rId61"/>
    <p:sldId id="258" r:id="rId62"/>
    <p:sldId id="259" r:id="rId63"/>
    <p:sldId id="260" r:id="rId64"/>
    <p:sldId id="261" r:id="rId65"/>
    <p:sldId id="57552" r:id="rId66"/>
    <p:sldId id="62596" r:id="rId67"/>
    <p:sldId id="62601" r:id="rId68"/>
    <p:sldId id="62602" r:id="rId69"/>
    <p:sldId id="62603" r:id="rId70"/>
    <p:sldId id="62604" r:id="rId71"/>
    <p:sldId id="62605" r:id="rId72"/>
    <p:sldId id="62606" r:id="rId73"/>
    <p:sldId id="62607" r:id="rId74"/>
    <p:sldId id="62608" r:id="rId75"/>
    <p:sldId id="62609" r:id="rId76"/>
    <p:sldId id="62610" r:id="rId77"/>
    <p:sldId id="62611" r:id="rId78"/>
    <p:sldId id="62595" r:id="rId79"/>
    <p:sldId id="62612" r:id="rId80"/>
    <p:sldId id="62613" r:id="rId81"/>
    <p:sldId id="62614" r:id="rId82"/>
    <p:sldId id="62615" r:id="rId83"/>
    <p:sldId id="62616" r:id="rId84"/>
    <p:sldId id="62617" r:id="rId85"/>
    <p:sldId id="62618" r:id="rId86"/>
    <p:sldId id="62619" r:id="rId87"/>
    <p:sldId id="62620" r:id="rId88"/>
    <p:sldId id="62621" r:id="rId89"/>
    <p:sldId id="62622" r:id="rId90"/>
    <p:sldId id="62623" r:id="rId91"/>
    <p:sldId id="62624" r:id="rId92"/>
    <p:sldId id="62625" r:id="rId93"/>
    <p:sldId id="62626" r:id="rId94"/>
    <p:sldId id="62627" r:id="rId95"/>
    <p:sldId id="62628" r:id="rId96"/>
    <p:sldId id="62629" r:id="rId97"/>
    <p:sldId id="62197" r:id="rId98"/>
    <p:sldId id="62630" r:id="rId99"/>
    <p:sldId id="62631" r:id="rId100"/>
    <p:sldId id="62632" r:id="rId101"/>
    <p:sldId id="62633" r:id="rId102"/>
    <p:sldId id="62634" r:id="rId103"/>
    <p:sldId id="62635" r:id="rId104"/>
    <p:sldId id="62636" r:id="rId105"/>
    <p:sldId id="62637" r:id="rId106"/>
    <p:sldId id="62638" r:id="rId107"/>
    <p:sldId id="62639" r:id="rId108"/>
    <p:sldId id="62640" r:id="rId109"/>
    <p:sldId id="62641" r:id="rId110"/>
    <p:sldId id="62642" r:id="rId111"/>
    <p:sldId id="62042" r:id="rId112"/>
    <p:sldId id="62643" r:id="rId113"/>
    <p:sldId id="62644" r:id="rId114"/>
    <p:sldId id="62645" r:id="rId115"/>
    <p:sldId id="62646" r:id="rId116"/>
    <p:sldId id="62647" r:id="rId117"/>
    <p:sldId id="62036" r:id="rId118"/>
    <p:sldId id="62598" r:id="rId119"/>
    <p:sldId id="62648" r:id="rId120"/>
    <p:sldId id="62653" r:id="rId121"/>
    <p:sldId id="62654" r:id="rId122"/>
    <p:sldId id="62655" r:id="rId123"/>
    <p:sldId id="62656" r:id="rId124"/>
    <p:sldId id="62649" r:id="rId125"/>
    <p:sldId id="62650" r:id="rId126"/>
    <p:sldId id="62651" r:id="rId127"/>
    <p:sldId id="62652" r:id="rId128"/>
    <p:sldId id="62657" r:id="rId129"/>
    <p:sldId id="62658" r:id="rId130"/>
    <p:sldId id="62659" r:id="rId131"/>
    <p:sldId id="62660" r:id="rId132"/>
    <p:sldId id="62661" r:id="rId133"/>
    <p:sldId id="62662" r:id="rId134"/>
    <p:sldId id="62663" r:id="rId135"/>
    <p:sldId id="62597" r:id="rId136"/>
    <p:sldId id="62664" r:id="rId137"/>
    <p:sldId id="62665" r:id="rId138"/>
    <p:sldId id="62666" r:id="rId139"/>
    <p:sldId id="62667" r:id="rId140"/>
    <p:sldId id="62668" r:id="rId141"/>
    <p:sldId id="62669" r:id="rId142"/>
    <p:sldId id="62670" r:id="rId143"/>
    <p:sldId id="62671" r:id="rId144"/>
    <p:sldId id="62672" r:id="rId145"/>
    <p:sldId id="62673" r:id="rId146"/>
    <p:sldId id="62674" r:id="rId147"/>
    <p:sldId id="62675" r:id="rId148"/>
    <p:sldId id="62676" r:id="rId149"/>
    <p:sldId id="62677" r:id="rId150"/>
    <p:sldId id="62387" r:id="rId151"/>
    <p:sldId id="62678" r:id="rId152"/>
    <p:sldId id="62679" r:id="rId153"/>
    <p:sldId id="62680" r:id="rId154"/>
    <p:sldId id="62681" r:id="rId155"/>
    <p:sldId id="62682" r:id="rId156"/>
    <p:sldId id="62683" r:id="rId157"/>
    <p:sldId id="62684" r:id="rId158"/>
    <p:sldId id="62685" r:id="rId159"/>
    <p:sldId id="62686" r:id="rId160"/>
    <p:sldId id="62687" r:id="rId161"/>
    <p:sldId id="62688" r:id="rId162"/>
    <p:sldId id="62689" r:id="rId163"/>
    <p:sldId id="62690" r:id="rId164"/>
    <p:sldId id="62691" r:id="rId165"/>
    <p:sldId id="62692" r:id="rId166"/>
    <p:sldId id="62693" r:id="rId167"/>
    <p:sldId id="62694" r:id="rId168"/>
    <p:sldId id="62695" r:id="rId169"/>
    <p:sldId id="62043" r:id="rId170"/>
    <p:sldId id="62696" r:id="rId171"/>
    <p:sldId id="62697" r:id="rId172"/>
    <p:sldId id="62698" r:id="rId173"/>
    <p:sldId id="62699" r:id="rId174"/>
    <p:sldId id="62700" r:id="rId175"/>
    <p:sldId id="62701" r:id="rId176"/>
    <p:sldId id="262" r:id="rId177"/>
    <p:sldId id="263" r:id="rId178"/>
    <p:sldId id="264" r:id="rId179"/>
    <p:sldId id="265" r:id="rId180"/>
    <p:sldId id="266" r:id="rId181"/>
    <p:sldId id="62038" r:id="rId182"/>
    <p:sldId id="62600" r:id="rId183"/>
    <p:sldId id="62702" r:id="rId184"/>
    <p:sldId id="62703" r:id="rId185"/>
    <p:sldId id="62704" r:id="rId186"/>
    <p:sldId id="62705" r:id="rId187"/>
    <p:sldId id="62706" r:id="rId188"/>
    <p:sldId id="62707" r:id="rId189"/>
    <p:sldId id="62708" r:id="rId190"/>
    <p:sldId id="62709" r:id="rId191"/>
    <p:sldId id="62710" r:id="rId192"/>
    <p:sldId id="62711" r:id="rId193"/>
    <p:sldId id="62599" r:id="rId194"/>
    <p:sldId id="62712" r:id="rId195"/>
    <p:sldId id="62713" r:id="rId196"/>
    <p:sldId id="62714" r:id="rId197"/>
    <p:sldId id="62715" r:id="rId198"/>
    <p:sldId id="62716" r:id="rId199"/>
    <p:sldId id="62717" r:id="rId200"/>
    <p:sldId id="62718" r:id="rId201"/>
    <p:sldId id="62719" r:id="rId202"/>
    <p:sldId id="62720" r:id="rId203"/>
    <p:sldId id="62389" r:id="rId204"/>
    <p:sldId id="62721" r:id="rId205"/>
    <p:sldId id="62722" r:id="rId206"/>
    <p:sldId id="62723" r:id="rId207"/>
    <p:sldId id="62724" r:id="rId208"/>
    <p:sldId id="62725" r:id="rId209"/>
    <p:sldId id="62726" r:id="rId210"/>
    <p:sldId id="62727" r:id="rId211"/>
    <p:sldId id="62728" r:id="rId212"/>
    <p:sldId id="62729" r:id="rId213"/>
    <p:sldId id="62730" r:id="rId214"/>
    <p:sldId id="62731" r:id="rId215"/>
    <p:sldId id="62732" r:id="rId216"/>
    <p:sldId id="62035" r:id="rId217"/>
    <p:sldId id="52602" r:id="rId218"/>
    <p:sldId id="62743" r:id="rId219"/>
    <p:sldId id="62744" r:id="rId220"/>
    <p:sldId id="62745" r:id="rId221"/>
    <p:sldId id="62746" r:id="rId222"/>
    <p:sldId id="62747" r:id="rId223"/>
    <p:sldId id="62748" r:id="rId224"/>
    <p:sldId id="62749" r:id="rId225"/>
    <p:sldId id="62750" r:id="rId226"/>
    <p:sldId id="62751" r:id="rId227"/>
    <p:sldId id="62752" r:id="rId228"/>
    <p:sldId id="62753" r:id="rId229"/>
    <p:sldId id="62754" r:id="rId230"/>
    <p:sldId id="268" r:id="rId231"/>
    <p:sldId id="269" r:id="rId232"/>
    <p:sldId id="270" r:id="rId233"/>
    <p:sldId id="31581" r:id="rId234"/>
    <p:sldId id="12606" r:id="rId235"/>
    <p:sldId id="12607" r:id="rId236"/>
    <p:sldId id="12608" r:id="rId237"/>
    <p:sldId id="12609" r:id="rId238"/>
    <p:sldId id="12610" r:id="rId239"/>
    <p:sldId id="12611" r:id="rId240"/>
    <p:sldId id="28261" r:id="rId241"/>
    <p:sldId id="28262" r:id="rId242"/>
    <p:sldId id="28264" r:id="rId243"/>
    <p:sldId id="12612" r:id="rId244"/>
    <p:sldId id="28263" r:id="rId245"/>
    <p:sldId id="58025" r:id="rId246"/>
    <p:sldId id="62755" r:id="rId247"/>
    <p:sldId id="62756" r:id="rId248"/>
    <p:sldId id="62757" r:id="rId249"/>
    <p:sldId id="62758" r:id="rId250"/>
    <p:sldId id="62759" r:id="rId251"/>
    <p:sldId id="62760" r:id="rId252"/>
    <p:sldId id="62761" r:id="rId253"/>
    <p:sldId id="62762" r:id="rId254"/>
    <p:sldId id="272" r:id="rId255"/>
    <p:sldId id="273" r:id="rId256"/>
    <p:sldId id="62763" r:id="rId257"/>
    <p:sldId id="62764" r:id="rId258"/>
    <p:sldId id="62765" r:id="rId259"/>
    <p:sldId id="274" r:id="rId260"/>
    <p:sldId id="275" r:id="rId261"/>
    <p:sldId id="62766" r:id="rId262"/>
    <p:sldId id="62767" r:id="rId263"/>
    <p:sldId id="62768" r:id="rId264"/>
    <p:sldId id="276" r:id="rId265"/>
    <p:sldId id="277" r:id="rId266"/>
    <p:sldId id="10910" r:id="rId267"/>
    <p:sldId id="50517" r:id="rId268"/>
  </p:sldIdLst>
  <p:sldSz cx="12192000" cy="6858000"/>
  <p:notesSz cx="6858000" cy="9144000"/>
  <p:defaultTextStyle>
    <a:defPPr>
      <a:defRPr lang="ko-KR"/>
    </a:defPPr>
    <a:lvl1pPr algn="l" rtl="0" eaLnBrk="0" fontAlgn="base" hangingPunct="0">
      <a:spcBef>
        <a:spcPct val="0"/>
      </a:spcBef>
      <a:spcAft>
        <a:spcPct val="0"/>
      </a:spcAft>
      <a:defRPr kumimoji="1" sz="6000" kern="1200">
        <a:solidFill>
          <a:schemeClr val="tx1"/>
        </a:solidFill>
        <a:latin typeface="굴림" charset="0"/>
        <a:ea typeface="굴림" charset="0"/>
        <a:cs typeface="+mn-cs"/>
      </a:defRPr>
    </a:lvl1pPr>
    <a:lvl2pPr marL="457200" algn="l" rtl="0" eaLnBrk="0" fontAlgn="base" hangingPunct="0">
      <a:spcBef>
        <a:spcPct val="0"/>
      </a:spcBef>
      <a:spcAft>
        <a:spcPct val="0"/>
      </a:spcAft>
      <a:defRPr kumimoji="1" sz="6000" kern="1200">
        <a:solidFill>
          <a:schemeClr val="tx1"/>
        </a:solidFill>
        <a:latin typeface="굴림" charset="0"/>
        <a:ea typeface="굴림" charset="0"/>
        <a:cs typeface="+mn-cs"/>
      </a:defRPr>
    </a:lvl2pPr>
    <a:lvl3pPr marL="914400" algn="l" rtl="0" eaLnBrk="0" fontAlgn="base" hangingPunct="0">
      <a:spcBef>
        <a:spcPct val="0"/>
      </a:spcBef>
      <a:spcAft>
        <a:spcPct val="0"/>
      </a:spcAft>
      <a:defRPr kumimoji="1" sz="6000" kern="1200">
        <a:solidFill>
          <a:schemeClr val="tx1"/>
        </a:solidFill>
        <a:latin typeface="굴림" charset="0"/>
        <a:ea typeface="굴림" charset="0"/>
        <a:cs typeface="+mn-cs"/>
      </a:defRPr>
    </a:lvl3pPr>
    <a:lvl4pPr marL="1371600" algn="l" rtl="0" eaLnBrk="0" fontAlgn="base" hangingPunct="0">
      <a:spcBef>
        <a:spcPct val="0"/>
      </a:spcBef>
      <a:spcAft>
        <a:spcPct val="0"/>
      </a:spcAft>
      <a:defRPr kumimoji="1" sz="6000" kern="1200">
        <a:solidFill>
          <a:schemeClr val="tx1"/>
        </a:solidFill>
        <a:latin typeface="굴림" charset="0"/>
        <a:ea typeface="굴림" charset="0"/>
        <a:cs typeface="+mn-cs"/>
      </a:defRPr>
    </a:lvl4pPr>
    <a:lvl5pPr marL="1828800" algn="l" rtl="0" eaLnBrk="0" fontAlgn="base" hangingPunct="0">
      <a:spcBef>
        <a:spcPct val="0"/>
      </a:spcBef>
      <a:spcAft>
        <a:spcPct val="0"/>
      </a:spcAft>
      <a:defRPr kumimoji="1" sz="6000" kern="1200">
        <a:solidFill>
          <a:schemeClr val="tx1"/>
        </a:solidFill>
        <a:latin typeface="굴림" charset="0"/>
        <a:ea typeface="굴림" charset="0"/>
        <a:cs typeface="+mn-cs"/>
      </a:defRPr>
    </a:lvl5pPr>
    <a:lvl6pPr marL="2286000" algn="l" defTabSz="914400" rtl="0" eaLnBrk="1" latinLnBrk="0" hangingPunct="1">
      <a:defRPr kumimoji="1" sz="6000" kern="1200">
        <a:solidFill>
          <a:schemeClr val="tx1"/>
        </a:solidFill>
        <a:latin typeface="굴림" charset="0"/>
        <a:ea typeface="굴림" charset="0"/>
        <a:cs typeface="+mn-cs"/>
      </a:defRPr>
    </a:lvl6pPr>
    <a:lvl7pPr marL="2743200" algn="l" defTabSz="914400" rtl="0" eaLnBrk="1" latinLnBrk="0" hangingPunct="1">
      <a:defRPr kumimoji="1" sz="6000" kern="1200">
        <a:solidFill>
          <a:schemeClr val="tx1"/>
        </a:solidFill>
        <a:latin typeface="굴림" charset="0"/>
        <a:ea typeface="굴림" charset="0"/>
        <a:cs typeface="+mn-cs"/>
      </a:defRPr>
    </a:lvl7pPr>
    <a:lvl8pPr marL="3200400" algn="l" defTabSz="914400" rtl="0" eaLnBrk="1" latinLnBrk="0" hangingPunct="1">
      <a:defRPr kumimoji="1" sz="6000" kern="1200">
        <a:solidFill>
          <a:schemeClr val="tx1"/>
        </a:solidFill>
        <a:latin typeface="굴림" charset="0"/>
        <a:ea typeface="굴림" charset="0"/>
        <a:cs typeface="+mn-cs"/>
      </a:defRPr>
    </a:lvl8pPr>
    <a:lvl9pPr marL="3657600" algn="l" defTabSz="914400" rtl="0" eaLnBrk="1" latinLnBrk="0" hangingPunct="1">
      <a:defRPr kumimoji="1" sz="6000" kern="1200">
        <a:solidFill>
          <a:schemeClr val="tx1"/>
        </a:solidFill>
        <a:latin typeface="굴림" charset="0"/>
        <a:ea typeface="굴림" charset="0"/>
        <a:cs typeface="+mn-cs"/>
      </a:defRPr>
    </a:lvl9pPr>
  </p:defaultTextStyle>
  <p:extLst>
    <p:ext uri="{EFAFB233-063F-42B5-8137-9DF3F51BA10A}">
      <p15:sldGuideLst xmlns:p15="http://schemas.microsoft.com/office/powerpoint/2012/main">
        <p15:guide id="1" orient="horz" pos="2160" userDrawn="1">
          <p15:clr>
            <a:srgbClr val="A4A3A4"/>
          </p15:clr>
        </p15:guide>
        <p15:guide id="2" pos="37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0"/>
      </p:ext>
    </p:extLst>
  </p:showPr>
  <p:clrMru>
    <a:srgbClr val="FFCC00"/>
    <a:srgbClr val="663300"/>
    <a:srgbClr val="000000"/>
    <a:srgbClr val="ED8341"/>
    <a:srgbClr val="A3D34D"/>
    <a:srgbClr val="B9B507"/>
    <a:srgbClr val="F4D274"/>
    <a:srgbClr val="FDFEC2"/>
    <a:srgbClr val="83A6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28225" autoAdjust="0"/>
    <p:restoredTop sz="96067" autoAdjust="0"/>
  </p:normalViewPr>
  <p:slideViewPr>
    <p:cSldViewPr>
      <p:cViewPr varScale="1">
        <p:scale>
          <a:sx n="105" d="100"/>
          <a:sy n="105" d="100"/>
        </p:scale>
        <p:origin x="200" y="728"/>
      </p:cViewPr>
      <p:guideLst>
        <p:guide orient="horz" pos="2160"/>
        <p:guide pos="3712"/>
      </p:guideLst>
    </p:cSldViewPr>
  </p:slideViewPr>
  <p:outlineViewPr>
    <p:cViewPr>
      <p:scale>
        <a:sx n="25" d="100"/>
        <a:sy n="25" d="100"/>
      </p:scale>
      <p:origin x="66" y="10122"/>
    </p:cViewPr>
  </p:outlineViewPr>
  <p:notesTextViewPr>
    <p:cViewPr>
      <p:scale>
        <a:sx n="3" d="2"/>
        <a:sy n="3" d="2"/>
      </p:scale>
      <p:origin x="0" y="0"/>
    </p:cViewPr>
  </p:notesTextViewPr>
  <p:sorterViewPr>
    <p:cViewPr>
      <p:scale>
        <a:sx n="91" d="100"/>
        <a:sy n="91" d="100"/>
      </p:scale>
      <p:origin x="0" y="6132"/>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63" Type="http://schemas.openxmlformats.org/officeDocument/2006/relationships/slide" Target="slides/slide59.xml"/><Relationship Id="rId159" Type="http://schemas.openxmlformats.org/officeDocument/2006/relationships/slide" Target="slides/slide155.xml"/><Relationship Id="rId170" Type="http://schemas.openxmlformats.org/officeDocument/2006/relationships/slide" Target="slides/slide166.xml"/><Relationship Id="rId226" Type="http://schemas.openxmlformats.org/officeDocument/2006/relationships/slide" Target="slides/slide222.xml"/><Relationship Id="rId268" Type="http://schemas.openxmlformats.org/officeDocument/2006/relationships/slide" Target="slides/slide264.xml"/><Relationship Id="rId32" Type="http://schemas.openxmlformats.org/officeDocument/2006/relationships/slide" Target="slides/slide28.xml"/><Relationship Id="rId74" Type="http://schemas.openxmlformats.org/officeDocument/2006/relationships/slide" Target="slides/slide70.xml"/><Relationship Id="rId128" Type="http://schemas.openxmlformats.org/officeDocument/2006/relationships/slide" Target="slides/slide124.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181" Type="http://schemas.openxmlformats.org/officeDocument/2006/relationships/slide" Target="slides/slide177.xml"/><Relationship Id="rId216" Type="http://schemas.openxmlformats.org/officeDocument/2006/relationships/slide" Target="slides/slide212.xml"/><Relationship Id="rId237" Type="http://schemas.openxmlformats.org/officeDocument/2006/relationships/slide" Target="slides/slide233.xml"/><Relationship Id="rId258" Type="http://schemas.openxmlformats.org/officeDocument/2006/relationships/slide" Target="slides/slide254.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slide" Target="slides/slide167.xml"/><Relationship Id="rId192" Type="http://schemas.openxmlformats.org/officeDocument/2006/relationships/slide" Target="slides/slide188.xml"/><Relationship Id="rId206" Type="http://schemas.openxmlformats.org/officeDocument/2006/relationships/slide" Target="slides/slide202.xml"/><Relationship Id="rId227" Type="http://schemas.openxmlformats.org/officeDocument/2006/relationships/slide" Target="slides/slide223.xml"/><Relationship Id="rId248" Type="http://schemas.openxmlformats.org/officeDocument/2006/relationships/slide" Target="slides/slide244.xml"/><Relationship Id="rId269" Type="http://schemas.openxmlformats.org/officeDocument/2006/relationships/notesMaster" Target="notesMasters/notesMaster1.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82" Type="http://schemas.openxmlformats.org/officeDocument/2006/relationships/slide" Target="slides/slide178.xml"/><Relationship Id="rId217" Type="http://schemas.openxmlformats.org/officeDocument/2006/relationships/slide" Target="slides/slide213.xml"/><Relationship Id="rId6" Type="http://schemas.openxmlformats.org/officeDocument/2006/relationships/slide" Target="slides/slide2.xml"/><Relationship Id="rId238" Type="http://schemas.openxmlformats.org/officeDocument/2006/relationships/slide" Target="slides/slide234.xml"/><Relationship Id="rId259" Type="http://schemas.openxmlformats.org/officeDocument/2006/relationships/slide" Target="slides/slide255.xml"/><Relationship Id="rId23" Type="http://schemas.openxmlformats.org/officeDocument/2006/relationships/slide" Target="slides/slide19.xml"/><Relationship Id="rId119" Type="http://schemas.openxmlformats.org/officeDocument/2006/relationships/slide" Target="slides/slide115.xml"/><Relationship Id="rId270" Type="http://schemas.openxmlformats.org/officeDocument/2006/relationships/handoutMaster" Target="handoutMasters/handoutMaster1.xml"/><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93" Type="http://schemas.openxmlformats.org/officeDocument/2006/relationships/slide" Target="slides/slide189.xml"/><Relationship Id="rId207" Type="http://schemas.openxmlformats.org/officeDocument/2006/relationships/slide" Target="slides/slide203.xml"/><Relationship Id="rId228" Type="http://schemas.openxmlformats.org/officeDocument/2006/relationships/slide" Target="slides/slide224.xml"/><Relationship Id="rId249" Type="http://schemas.openxmlformats.org/officeDocument/2006/relationships/slide" Target="slides/slide245.xml"/><Relationship Id="rId13" Type="http://schemas.openxmlformats.org/officeDocument/2006/relationships/slide" Target="slides/slide9.xml"/><Relationship Id="rId109" Type="http://schemas.openxmlformats.org/officeDocument/2006/relationships/slide" Target="slides/slide105.xml"/><Relationship Id="rId260" Type="http://schemas.openxmlformats.org/officeDocument/2006/relationships/slide" Target="slides/slide256.xml"/><Relationship Id="rId34" Type="http://schemas.openxmlformats.org/officeDocument/2006/relationships/slide" Target="slides/slide30.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20" Type="http://schemas.openxmlformats.org/officeDocument/2006/relationships/slide" Target="slides/slide116.xml"/><Relationship Id="rId141" Type="http://schemas.openxmlformats.org/officeDocument/2006/relationships/slide" Target="slides/slide137.xml"/><Relationship Id="rId7" Type="http://schemas.openxmlformats.org/officeDocument/2006/relationships/slide" Target="slides/slide3.xml"/><Relationship Id="rId162" Type="http://schemas.openxmlformats.org/officeDocument/2006/relationships/slide" Target="slides/slide158.xml"/><Relationship Id="rId183" Type="http://schemas.openxmlformats.org/officeDocument/2006/relationships/slide" Target="slides/slide179.xml"/><Relationship Id="rId218" Type="http://schemas.openxmlformats.org/officeDocument/2006/relationships/slide" Target="slides/slide214.xml"/><Relationship Id="rId239" Type="http://schemas.openxmlformats.org/officeDocument/2006/relationships/slide" Target="slides/slide235.xml"/><Relationship Id="rId250" Type="http://schemas.openxmlformats.org/officeDocument/2006/relationships/slide" Target="slides/slide246.xml"/><Relationship Id="rId271" Type="http://schemas.openxmlformats.org/officeDocument/2006/relationships/presProps" Target="presProps.xml"/><Relationship Id="rId24" Type="http://schemas.openxmlformats.org/officeDocument/2006/relationships/slide" Target="slides/slide20.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31" Type="http://schemas.openxmlformats.org/officeDocument/2006/relationships/slide" Target="slides/slide127.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slide" Target="slides/slide190.xml"/><Relationship Id="rId208" Type="http://schemas.openxmlformats.org/officeDocument/2006/relationships/slide" Target="slides/slide204.xml"/><Relationship Id="rId229" Type="http://schemas.openxmlformats.org/officeDocument/2006/relationships/slide" Target="slides/slide225.xml"/><Relationship Id="rId240" Type="http://schemas.openxmlformats.org/officeDocument/2006/relationships/slide" Target="slides/slide236.xml"/><Relationship Id="rId261" Type="http://schemas.openxmlformats.org/officeDocument/2006/relationships/slide" Target="slides/slide257.xml"/><Relationship Id="rId14" Type="http://schemas.openxmlformats.org/officeDocument/2006/relationships/slide" Target="slides/slide10.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8" Type="http://schemas.openxmlformats.org/officeDocument/2006/relationships/slide" Target="slides/slide4.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219" Type="http://schemas.openxmlformats.org/officeDocument/2006/relationships/slide" Target="slides/slide215.xml"/><Relationship Id="rId230" Type="http://schemas.openxmlformats.org/officeDocument/2006/relationships/slide" Target="slides/slide226.xml"/><Relationship Id="rId251" Type="http://schemas.openxmlformats.org/officeDocument/2006/relationships/slide" Target="slides/slide247.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72" Type="http://schemas.openxmlformats.org/officeDocument/2006/relationships/viewProps" Target="viewProps.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95" Type="http://schemas.openxmlformats.org/officeDocument/2006/relationships/slide" Target="slides/slide191.xml"/><Relationship Id="rId209" Type="http://schemas.openxmlformats.org/officeDocument/2006/relationships/slide" Target="slides/slide205.xml"/><Relationship Id="rId220" Type="http://schemas.openxmlformats.org/officeDocument/2006/relationships/slide" Target="slides/slide216.xml"/><Relationship Id="rId241" Type="http://schemas.openxmlformats.org/officeDocument/2006/relationships/slide" Target="slides/slide23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262" Type="http://schemas.openxmlformats.org/officeDocument/2006/relationships/slide" Target="slides/slide258.xml"/><Relationship Id="rId78" Type="http://schemas.openxmlformats.org/officeDocument/2006/relationships/slide" Target="slides/slide74.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64" Type="http://schemas.openxmlformats.org/officeDocument/2006/relationships/slide" Target="slides/slide160.xml"/><Relationship Id="rId185" Type="http://schemas.openxmlformats.org/officeDocument/2006/relationships/slide" Target="slides/slide181.xml"/><Relationship Id="rId9" Type="http://schemas.openxmlformats.org/officeDocument/2006/relationships/slide" Target="slides/slide5.xml"/><Relationship Id="rId210" Type="http://schemas.openxmlformats.org/officeDocument/2006/relationships/slide" Target="slides/slide206.xml"/><Relationship Id="rId26" Type="http://schemas.openxmlformats.org/officeDocument/2006/relationships/slide" Target="slides/slide22.xml"/><Relationship Id="rId231" Type="http://schemas.openxmlformats.org/officeDocument/2006/relationships/slide" Target="slides/slide227.xml"/><Relationship Id="rId252" Type="http://schemas.openxmlformats.org/officeDocument/2006/relationships/slide" Target="slides/slide248.xml"/><Relationship Id="rId273" Type="http://schemas.openxmlformats.org/officeDocument/2006/relationships/theme" Target="theme/theme1.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96" Type="http://schemas.openxmlformats.org/officeDocument/2006/relationships/slide" Target="slides/slide192.xml"/><Relationship Id="rId200" Type="http://schemas.openxmlformats.org/officeDocument/2006/relationships/slide" Target="slides/slide196.xml"/><Relationship Id="rId16" Type="http://schemas.openxmlformats.org/officeDocument/2006/relationships/slide" Target="slides/slide12.xml"/><Relationship Id="rId221" Type="http://schemas.openxmlformats.org/officeDocument/2006/relationships/slide" Target="slides/slide217.xml"/><Relationship Id="rId242" Type="http://schemas.openxmlformats.org/officeDocument/2006/relationships/slide" Target="slides/slide238.xml"/><Relationship Id="rId263" Type="http://schemas.openxmlformats.org/officeDocument/2006/relationships/slide" Target="slides/slide259.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211" Type="http://schemas.openxmlformats.org/officeDocument/2006/relationships/slide" Target="slides/slide207.xml"/><Relationship Id="rId232" Type="http://schemas.openxmlformats.org/officeDocument/2006/relationships/slide" Target="slides/slide228.xml"/><Relationship Id="rId253" Type="http://schemas.openxmlformats.org/officeDocument/2006/relationships/slide" Target="slides/slide249.xml"/><Relationship Id="rId274" Type="http://schemas.openxmlformats.org/officeDocument/2006/relationships/tableStyles" Target="tableStyles.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201" Type="http://schemas.openxmlformats.org/officeDocument/2006/relationships/slide" Target="slides/slide197.xml"/><Relationship Id="rId222" Type="http://schemas.openxmlformats.org/officeDocument/2006/relationships/slide" Target="slides/slide218.xml"/><Relationship Id="rId243" Type="http://schemas.openxmlformats.org/officeDocument/2006/relationships/slide" Target="slides/slide239.xml"/><Relationship Id="rId264" Type="http://schemas.openxmlformats.org/officeDocument/2006/relationships/slide" Target="slides/slide260.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1" Type="http://schemas.openxmlformats.org/officeDocument/2006/relationships/slideMaster" Target="slideMasters/slideMaster1.xml"/><Relationship Id="rId212" Type="http://schemas.openxmlformats.org/officeDocument/2006/relationships/slide" Target="slides/slide208.xml"/><Relationship Id="rId233" Type="http://schemas.openxmlformats.org/officeDocument/2006/relationships/slide" Target="slides/slide229.xml"/><Relationship Id="rId254" Type="http://schemas.openxmlformats.org/officeDocument/2006/relationships/slide" Target="slides/slide250.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202" Type="http://schemas.openxmlformats.org/officeDocument/2006/relationships/slide" Target="slides/slide198.xml"/><Relationship Id="rId223" Type="http://schemas.openxmlformats.org/officeDocument/2006/relationships/slide" Target="slides/slide219.xml"/><Relationship Id="rId244" Type="http://schemas.openxmlformats.org/officeDocument/2006/relationships/slide" Target="slides/slide240.xml"/><Relationship Id="rId18" Type="http://schemas.openxmlformats.org/officeDocument/2006/relationships/slide" Target="slides/slide14.xml"/><Relationship Id="rId39" Type="http://schemas.openxmlformats.org/officeDocument/2006/relationships/slide" Target="slides/slide35.xml"/><Relationship Id="rId265" Type="http://schemas.openxmlformats.org/officeDocument/2006/relationships/slide" Target="slides/slide261.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71" Type="http://schemas.openxmlformats.org/officeDocument/2006/relationships/slide" Target="slides/slide67.xml"/><Relationship Id="rId92" Type="http://schemas.openxmlformats.org/officeDocument/2006/relationships/slide" Target="slides/slide88.xml"/><Relationship Id="rId213" Type="http://schemas.openxmlformats.org/officeDocument/2006/relationships/slide" Target="slides/slide209.xml"/><Relationship Id="rId234" Type="http://schemas.openxmlformats.org/officeDocument/2006/relationships/slide" Target="slides/slide230.xml"/><Relationship Id="rId2" Type="http://schemas.openxmlformats.org/officeDocument/2006/relationships/slideMaster" Target="slideMasters/slideMaster2.xml"/><Relationship Id="rId29" Type="http://schemas.openxmlformats.org/officeDocument/2006/relationships/slide" Target="slides/slide25.xml"/><Relationship Id="rId255" Type="http://schemas.openxmlformats.org/officeDocument/2006/relationships/slide" Target="slides/slide251.xml"/><Relationship Id="rId40" Type="http://schemas.openxmlformats.org/officeDocument/2006/relationships/slide" Target="slides/slide36.xml"/><Relationship Id="rId115" Type="http://schemas.openxmlformats.org/officeDocument/2006/relationships/slide" Target="slides/slide111.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61" Type="http://schemas.openxmlformats.org/officeDocument/2006/relationships/slide" Target="slides/slide57.xml"/><Relationship Id="rId82" Type="http://schemas.openxmlformats.org/officeDocument/2006/relationships/slide" Target="slides/slide78.xml"/><Relationship Id="rId199" Type="http://schemas.openxmlformats.org/officeDocument/2006/relationships/slide" Target="slides/slide195.xml"/><Relationship Id="rId203" Type="http://schemas.openxmlformats.org/officeDocument/2006/relationships/slide" Target="slides/slide199.xml"/><Relationship Id="rId19" Type="http://schemas.openxmlformats.org/officeDocument/2006/relationships/slide" Target="slides/slide15.xml"/><Relationship Id="rId224" Type="http://schemas.openxmlformats.org/officeDocument/2006/relationships/slide" Target="slides/slide220.xml"/><Relationship Id="rId245" Type="http://schemas.openxmlformats.org/officeDocument/2006/relationships/slide" Target="slides/slide241.xml"/><Relationship Id="rId266" Type="http://schemas.openxmlformats.org/officeDocument/2006/relationships/slide" Target="slides/slide262.xml"/><Relationship Id="rId30" Type="http://schemas.openxmlformats.org/officeDocument/2006/relationships/slide" Target="slides/slide2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189" Type="http://schemas.openxmlformats.org/officeDocument/2006/relationships/slide" Target="slides/slide185.xml"/><Relationship Id="rId3" Type="http://schemas.openxmlformats.org/officeDocument/2006/relationships/slideMaster" Target="slideMasters/slideMaster3.xml"/><Relationship Id="rId214" Type="http://schemas.openxmlformats.org/officeDocument/2006/relationships/slide" Target="slides/slide210.xml"/><Relationship Id="rId235" Type="http://schemas.openxmlformats.org/officeDocument/2006/relationships/slide" Target="slides/slide231.xml"/><Relationship Id="rId256" Type="http://schemas.openxmlformats.org/officeDocument/2006/relationships/slide" Target="slides/slide252.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179" Type="http://schemas.openxmlformats.org/officeDocument/2006/relationships/slide" Target="slides/slide175.xml"/><Relationship Id="rId190" Type="http://schemas.openxmlformats.org/officeDocument/2006/relationships/slide" Target="slides/slide186.xml"/><Relationship Id="rId204" Type="http://schemas.openxmlformats.org/officeDocument/2006/relationships/slide" Target="slides/slide200.xml"/><Relationship Id="rId225" Type="http://schemas.openxmlformats.org/officeDocument/2006/relationships/slide" Target="slides/slide221.xml"/><Relationship Id="rId246" Type="http://schemas.openxmlformats.org/officeDocument/2006/relationships/slide" Target="slides/slide242.xml"/><Relationship Id="rId267" Type="http://schemas.openxmlformats.org/officeDocument/2006/relationships/slide" Target="slides/slide26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94" Type="http://schemas.openxmlformats.org/officeDocument/2006/relationships/slide" Target="slides/slide90.xml"/><Relationship Id="rId148" Type="http://schemas.openxmlformats.org/officeDocument/2006/relationships/slide" Target="slides/slide144.xml"/><Relationship Id="rId169" Type="http://schemas.openxmlformats.org/officeDocument/2006/relationships/slide" Target="slides/slide165.xml"/><Relationship Id="rId4" Type="http://schemas.openxmlformats.org/officeDocument/2006/relationships/slideMaster" Target="slideMasters/slideMaster4.xml"/><Relationship Id="rId180" Type="http://schemas.openxmlformats.org/officeDocument/2006/relationships/slide" Target="slides/slide176.xml"/><Relationship Id="rId215" Type="http://schemas.openxmlformats.org/officeDocument/2006/relationships/slide" Target="slides/slide211.xml"/><Relationship Id="rId236" Type="http://schemas.openxmlformats.org/officeDocument/2006/relationships/slide" Target="slides/slide232.xml"/><Relationship Id="rId257" Type="http://schemas.openxmlformats.org/officeDocument/2006/relationships/slide" Target="slides/slide253.xml"/><Relationship Id="rId42" Type="http://schemas.openxmlformats.org/officeDocument/2006/relationships/slide" Target="slides/slide38.xml"/><Relationship Id="rId84" Type="http://schemas.openxmlformats.org/officeDocument/2006/relationships/slide" Target="slides/slide80.xml"/><Relationship Id="rId138" Type="http://schemas.openxmlformats.org/officeDocument/2006/relationships/slide" Target="slides/slide134.xml"/><Relationship Id="rId191" Type="http://schemas.openxmlformats.org/officeDocument/2006/relationships/slide" Target="slides/slide187.xml"/><Relationship Id="rId205" Type="http://schemas.openxmlformats.org/officeDocument/2006/relationships/slide" Target="slides/slide201.xml"/><Relationship Id="rId247" Type="http://schemas.openxmlformats.org/officeDocument/2006/relationships/slide" Target="slides/slide243.xml"/><Relationship Id="rId107" Type="http://schemas.openxmlformats.org/officeDocument/2006/relationships/slide" Target="slides/slide103.xml"/><Relationship Id="rId11" Type="http://schemas.openxmlformats.org/officeDocument/2006/relationships/slide" Target="slides/slide7.xml"/><Relationship Id="rId53" Type="http://schemas.openxmlformats.org/officeDocument/2006/relationships/slide" Target="slides/slide49.xml"/><Relationship Id="rId149" Type="http://schemas.openxmlformats.org/officeDocument/2006/relationships/slide" Target="slides/slide14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052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latinLnBrk="1" hangingPunct="1">
              <a:defRPr sz="1200">
                <a:latin typeface="굴림" pitchFamily="50" charset="-127"/>
                <a:ea typeface="굴림" pitchFamily="50" charset="-127"/>
              </a:defRPr>
            </a:lvl1pPr>
          </a:lstStyle>
          <a:p>
            <a:pPr>
              <a:defRPr/>
            </a:pPr>
            <a:endParaRPr lang="en-US" altLang="ko-KR"/>
          </a:p>
        </p:txBody>
      </p:sp>
      <p:sp>
        <p:nvSpPr>
          <p:cNvPr id="1205251"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latinLnBrk="1" hangingPunct="1">
              <a:defRPr sz="1200">
                <a:latin typeface="굴림" pitchFamily="50" charset="-127"/>
                <a:ea typeface="굴림" pitchFamily="50" charset="-127"/>
              </a:defRPr>
            </a:lvl1pPr>
          </a:lstStyle>
          <a:p>
            <a:pPr>
              <a:defRPr/>
            </a:pPr>
            <a:endParaRPr lang="en-US" altLang="ko-KR"/>
          </a:p>
        </p:txBody>
      </p:sp>
      <p:sp>
        <p:nvSpPr>
          <p:cNvPr id="1205252"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latinLnBrk="1" hangingPunct="1">
              <a:defRPr sz="1200">
                <a:latin typeface="굴림" pitchFamily="50" charset="-127"/>
                <a:ea typeface="굴림" pitchFamily="50" charset="-127"/>
              </a:defRPr>
            </a:lvl1pPr>
          </a:lstStyle>
          <a:p>
            <a:pPr>
              <a:defRPr/>
            </a:pPr>
            <a:endParaRPr lang="en-US" altLang="ko-KR"/>
          </a:p>
        </p:txBody>
      </p:sp>
      <p:sp>
        <p:nvSpPr>
          <p:cNvPr id="1205253"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latinLnBrk="1" hangingPunct="1">
              <a:defRPr sz="1200"/>
            </a:lvl1pPr>
          </a:lstStyle>
          <a:p>
            <a:fld id="{42D511AE-8714-7847-9E16-9D6AC8AF5924}" type="slidenum">
              <a:rPr lang="en-US" altLang="ko-KR"/>
              <a:pPr/>
              <a:t>‹#›</a:t>
            </a:fld>
            <a:endParaRPr lang="en-US" altLang="ko-KR"/>
          </a:p>
        </p:txBody>
      </p:sp>
    </p:spTree>
    <p:extLst>
      <p:ext uri="{BB962C8B-B14F-4D97-AF65-F5344CB8AC3E}">
        <p14:creationId xmlns:p14="http://schemas.microsoft.com/office/powerpoint/2010/main" val="18186513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latinLnBrk="1" hangingPunct="1">
              <a:defRPr sz="1200">
                <a:latin typeface="굴림" pitchFamily="50" charset="-127"/>
                <a:ea typeface="굴림" pitchFamily="50" charset="-127"/>
              </a:defRPr>
            </a:lvl1pPr>
          </a:lstStyle>
          <a:p>
            <a:pPr>
              <a:defRPr/>
            </a:pPr>
            <a:endParaRPr lang="en-US" altLang="ko-KR"/>
          </a:p>
        </p:txBody>
      </p:sp>
      <p:sp>
        <p:nvSpPr>
          <p:cNvPr id="3174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latinLnBrk="1" hangingPunct="1">
              <a:defRPr sz="1200">
                <a:latin typeface="굴림" pitchFamily="50" charset="-127"/>
                <a:ea typeface="굴림" pitchFamily="50" charset="-127"/>
              </a:defRPr>
            </a:lvl1pPr>
          </a:lstStyle>
          <a:p>
            <a:pPr>
              <a:defRPr/>
            </a:pPr>
            <a:endParaRPr lang="en-US" altLang="ko-KR"/>
          </a:p>
        </p:txBody>
      </p:sp>
      <p:sp>
        <p:nvSpPr>
          <p:cNvPr id="19866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3175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latinLnBrk="1" hangingPunct="1">
              <a:defRPr sz="1200">
                <a:latin typeface="굴림" pitchFamily="50" charset="-127"/>
                <a:ea typeface="굴림" pitchFamily="50" charset="-127"/>
              </a:defRPr>
            </a:lvl1pPr>
          </a:lstStyle>
          <a:p>
            <a:pPr>
              <a:defRPr/>
            </a:pPr>
            <a:endParaRPr lang="en-US" altLang="ko-KR"/>
          </a:p>
        </p:txBody>
      </p:sp>
      <p:sp>
        <p:nvSpPr>
          <p:cNvPr id="3175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latinLnBrk="1" hangingPunct="1">
              <a:defRPr sz="1200"/>
            </a:lvl1pPr>
          </a:lstStyle>
          <a:p>
            <a:fld id="{21C0C9C1-CAD9-F748-8F65-35A01F8122FA}" type="slidenum">
              <a:rPr lang="en-US" altLang="ko-KR"/>
              <a:pPr/>
              <a:t>‹#›</a:t>
            </a:fld>
            <a:endParaRPr lang="en-US" altLang="ko-KR"/>
          </a:p>
        </p:txBody>
      </p:sp>
    </p:spTree>
    <p:extLst>
      <p:ext uri="{BB962C8B-B14F-4D97-AF65-F5344CB8AC3E}">
        <p14:creationId xmlns:p14="http://schemas.microsoft.com/office/powerpoint/2010/main" val="1060242189"/>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pPr marL="0" marR="0" lvl="0" indent="0" algn="r" defTabSz="914400" rtl="0" eaLnBrk="1" fontAlgn="base" latinLnBrk="1" hangingPunct="1">
              <a:lnSpc>
                <a:spcPct val="100000"/>
              </a:lnSpc>
              <a:spcBef>
                <a:spcPct val="0"/>
              </a:spcBef>
              <a:spcAft>
                <a:spcPct val="0"/>
              </a:spcAft>
              <a:buClrTx/>
              <a:buSzTx/>
              <a:buFontTx/>
              <a:buNone/>
              <a:tabLst/>
              <a:defRPr/>
            </a:pPr>
            <a:fld id="{CE6553A2-1B04-4E85-B4D5-CF9EBB358F7F}" type="slidenum">
              <a:rPr kumimoji="1" lang="en-US" altLang="ko-KR" sz="1200" b="0" i="0" u="none" strike="noStrike" kern="1200" cap="none" spc="0" normalizeH="0" baseline="0" noProof="0">
                <a:ln>
                  <a:noFill/>
                </a:ln>
                <a:solidFill>
                  <a:srgbClr val="000000"/>
                </a:solidFill>
                <a:effectLst/>
                <a:uLnTx/>
                <a:uFillTx/>
                <a:latin typeface="굴림" charset="0"/>
                <a:ea typeface="굴림" charset="0"/>
                <a:cs typeface="+mn-cs"/>
              </a:rPr>
              <a:pPr marL="0" marR="0" lvl="0" indent="0" algn="r" defTabSz="914400" rtl="0" eaLnBrk="1" fontAlgn="base" latinLnBrk="1" hangingPunct="1">
                <a:lnSpc>
                  <a:spcPct val="100000"/>
                </a:lnSpc>
                <a:spcBef>
                  <a:spcPct val="0"/>
                </a:spcBef>
                <a:spcAft>
                  <a:spcPct val="0"/>
                </a:spcAft>
                <a:buClrTx/>
                <a:buSzTx/>
                <a:buFontTx/>
                <a:buNone/>
                <a:tabLst/>
                <a:defRPr/>
              </a:pPr>
              <a:t>1</a:t>
            </a:fld>
            <a:endParaRPr kumimoji="1" lang="en-US" altLang="ko-KR" sz="1200" b="0" i="0" u="none" strike="noStrike" kern="1200" cap="none" spc="0" normalizeH="0" baseline="0" noProof="0">
              <a:ln>
                <a:noFill/>
              </a:ln>
              <a:solidFill>
                <a:srgbClr val="000000"/>
              </a:solidFill>
              <a:effectLst/>
              <a:uLnTx/>
              <a:uFillTx/>
              <a:latin typeface="굴림" charset="0"/>
              <a:ea typeface="굴림" charset="0"/>
              <a:cs typeface="+mn-cs"/>
            </a:endParaRPr>
          </a:p>
        </p:txBody>
      </p:sp>
      <p:sp>
        <p:nvSpPr>
          <p:cNvPr id="81923" name="Rectangle 2"/>
          <p:cNvSpPr>
            <a:spLocks noGrp="1" noRot="1" noChangeAspect="1" noChangeArrowheads="1" noTextEdit="1"/>
          </p:cNvSpPr>
          <p:nvPr>
            <p:ph type="sldImg"/>
          </p:nvPr>
        </p:nvSpPr>
        <p:spPr>
          <a:xfrm>
            <a:off x="381000" y="685800"/>
            <a:ext cx="6096000" cy="3429000"/>
          </a:xfrm>
          <a:ln/>
        </p:spPr>
      </p:sp>
      <p:sp>
        <p:nvSpPr>
          <p:cNvPr id="81924" name="Rectangle 3"/>
          <p:cNvSpPr>
            <a:spLocks noGrp="1" noChangeArrowheads="1"/>
          </p:cNvSpPr>
          <p:nvPr>
            <p:ph type="body" idx="1"/>
          </p:nvPr>
        </p:nvSpPr>
        <p:spPr>
          <a:noFill/>
          <a:ln/>
        </p:spPr>
        <p:txBody>
          <a:bodyPr/>
          <a:lstStyle/>
          <a:p>
            <a:pPr eaLnBrk="1" hangingPunct="1"/>
            <a:endParaRPr lang="ko-KR" altLang="ko-KR" dirty="0"/>
          </a:p>
        </p:txBody>
      </p:sp>
    </p:spTree>
    <p:extLst>
      <p:ext uri="{BB962C8B-B14F-4D97-AF65-F5344CB8AC3E}">
        <p14:creationId xmlns:p14="http://schemas.microsoft.com/office/powerpoint/2010/main" val="10705120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C0C9C1-CAD9-F748-8F65-35A01F8122FA}" type="slidenum">
              <a:rPr lang="en-US" altLang="ko-KR" smtClean="0"/>
              <a:pPr/>
              <a:t>12</a:t>
            </a:fld>
            <a:endParaRPr lang="en-US" altLang="ko-KR"/>
          </a:p>
        </p:txBody>
      </p:sp>
    </p:spTree>
    <p:extLst>
      <p:ext uri="{BB962C8B-B14F-4D97-AF65-F5344CB8AC3E}">
        <p14:creationId xmlns:p14="http://schemas.microsoft.com/office/powerpoint/2010/main" val="703287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1" hangingPunct="1">
              <a:lnSpc>
                <a:spcPct val="100000"/>
              </a:lnSpc>
              <a:spcBef>
                <a:spcPct val="0"/>
              </a:spcBef>
              <a:spcAft>
                <a:spcPct val="0"/>
              </a:spcAft>
              <a:buClrTx/>
              <a:buSzTx/>
              <a:buFontTx/>
              <a:buNone/>
              <a:tabLst/>
              <a:defRPr/>
            </a:pPr>
            <a:fld id="{21C0C9C1-CAD9-F748-8F65-35A01F8122FA}" type="slidenum">
              <a:rPr kumimoji="1" lang="en-US" altLang="ko-KR" sz="1200" b="0" i="0" u="none" strike="noStrike" kern="1200" cap="none" spc="0" normalizeH="0" baseline="0" noProof="0" smtClean="0">
                <a:ln>
                  <a:noFill/>
                </a:ln>
                <a:solidFill>
                  <a:srgbClr val="000000"/>
                </a:solidFill>
                <a:effectLst/>
                <a:uLnTx/>
                <a:uFillTx/>
                <a:latin typeface="굴림" charset="0"/>
                <a:ea typeface="굴림" charset="0"/>
                <a:cs typeface="+mn-cs"/>
              </a:rPr>
              <a:pPr marL="0" marR="0" lvl="0" indent="0" algn="r" defTabSz="914400" rtl="0" eaLnBrk="1" fontAlgn="base" latinLnBrk="1" hangingPunct="1">
                <a:lnSpc>
                  <a:spcPct val="100000"/>
                </a:lnSpc>
                <a:spcBef>
                  <a:spcPct val="0"/>
                </a:spcBef>
                <a:spcAft>
                  <a:spcPct val="0"/>
                </a:spcAft>
                <a:buClrTx/>
                <a:buSzTx/>
                <a:buFontTx/>
                <a:buNone/>
                <a:tabLst/>
                <a:defRPr/>
              </a:pPr>
              <a:t>16</a:t>
            </a:fld>
            <a:endParaRPr kumimoji="1" lang="en-US" altLang="ko-KR" sz="1200" b="0" i="0" u="none" strike="noStrike" kern="1200" cap="none" spc="0" normalizeH="0" baseline="0" noProof="0">
              <a:ln>
                <a:noFill/>
              </a:ln>
              <a:solidFill>
                <a:srgbClr val="000000"/>
              </a:solidFill>
              <a:effectLst/>
              <a:uLnTx/>
              <a:uFillTx/>
              <a:latin typeface="굴림" charset="0"/>
              <a:ea typeface="굴림" charset="0"/>
              <a:cs typeface="+mn-cs"/>
            </a:endParaRPr>
          </a:p>
        </p:txBody>
      </p:sp>
    </p:spTree>
    <p:extLst>
      <p:ext uri="{BB962C8B-B14F-4D97-AF65-F5344CB8AC3E}">
        <p14:creationId xmlns:p14="http://schemas.microsoft.com/office/powerpoint/2010/main" val="41032745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1C0C9C1-CAD9-F748-8F65-35A01F8122FA}" type="slidenum">
              <a:rPr lang="en-US" altLang="ko-KR" smtClean="0"/>
              <a:pPr/>
              <a:t>17</a:t>
            </a:fld>
            <a:endParaRPr lang="en-US" altLang="ko-KR"/>
          </a:p>
        </p:txBody>
      </p:sp>
    </p:spTree>
    <p:extLst>
      <p:ext uri="{BB962C8B-B14F-4D97-AF65-F5344CB8AC3E}">
        <p14:creationId xmlns:p14="http://schemas.microsoft.com/office/powerpoint/2010/main" val="32093695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1C0C9C1-CAD9-F748-8F65-35A01F8122FA}" type="slidenum">
              <a:rPr lang="en-US" altLang="ko-KR" smtClean="0"/>
              <a:pPr/>
              <a:t>18</a:t>
            </a:fld>
            <a:endParaRPr lang="en-US" altLang="ko-KR"/>
          </a:p>
        </p:txBody>
      </p:sp>
    </p:spTree>
    <p:extLst>
      <p:ext uri="{BB962C8B-B14F-4D97-AF65-F5344CB8AC3E}">
        <p14:creationId xmlns:p14="http://schemas.microsoft.com/office/powerpoint/2010/main" val="1222193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1C0C9C1-CAD9-F748-8F65-35A01F8122FA}" type="slidenum">
              <a:rPr lang="en-US" altLang="ko-KR" smtClean="0"/>
              <a:pPr/>
              <a:t>19</a:t>
            </a:fld>
            <a:endParaRPr lang="en-US" altLang="ko-KR"/>
          </a:p>
        </p:txBody>
      </p:sp>
    </p:spTree>
    <p:extLst>
      <p:ext uri="{BB962C8B-B14F-4D97-AF65-F5344CB8AC3E}">
        <p14:creationId xmlns:p14="http://schemas.microsoft.com/office/powerpoint/2010/main" val="33916014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1C0C9C1-CAD9-F748-8F65-35A01F8122FA}" type="slidenum">
              <a:rPr lang="en-US" altLang="ko-KR" smtClean="0"/>
              <a:pPr/>
              <a:t>20</a:t>
            </a:fld>
            <a:endParaRPr lang="en-US" altLang="ko-KR"/>
          </a:p>
        </p:txBody>
      </p:sp>
    </p:spTree>
    <p:extLst>
      <p:ext uri="{BB962C8B-B14F-4D97-AF65-F5344CB8AC3E}">
        <p14:creationId xmlns:p14="http://schemas.microsoft.com/office/powerpoint/2010/main" val="4535906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1C0C9C1-CAD9-F748-8F65-35A01F8122FA}" type="slidenum">
              <a:rPr lang="en-US" altLang="ko-KR" smtClean="0"/>
              <a:pPr/>
              <a:t>21</a:t>
            </a:fld>
            <a:endParaRPr lang="en-US" altLang="ko-KR"/>
          </a:p>
        </p:txBody>
      </p:sp>
    </p:spTree>
    <p:extLst>
      <p:ext uri="{BB962C8B-B14F-4D97-AF65-F5344CB8AC3E}">
        <p14:creationId xmlns:p14="http://schemas.microsoft.com/office/powerpoint/2010/main" val="42570072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C0C9C1-CAD9-F748-8F65-35A01F8122FA}" type="slidenum">
              <a:rPr lang="en-US" altLang="ko-KR" smtClean="0"/>
              <a:pPr/>
              <a:t>22</a:t>
            </a:fld>
            <a:endParaRPr lang="en-US" altLang="ko-KR"/>
          </a:p>
        </p:txBody>
      </p:sp>
    </p:spTree>
    <p:extLst>
      <p:ext uri="{BB962C8B-B14F-4D97-AF65-F5344CB8AC3E}">
        <p14:creationId xmlns:p14="http://schemas.microsoft.com/office/powerpoint/2010/main" val="40591652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C0C9C1-CAD9-F748-8F65-35A01F8122FA}" type="slidenum">
              <a:rPr lang="en-US" altLang="ko-KR" smtClean="0"/>
              <a:pPr/>
              <a:t>31</a:t>
            </a:fld>
            <a:endParaRPr lang="en-US" altLang="ko-KR"/>
          </a:p>
        </p:txBody>
      </p:sp>
    </p:spTree>
    <p:extLst>
      <p:ext uri="{BB962C8B-B14F-4D97-AF65-F5344CB8AC3E}">
        <p14:creationId xmlns:p14="http://schemas.microsoft.com/office/powerpoint/2010/main" val="31826693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C0C9C1-CAD9-F748-8F65-35A01F8122FA}" type="slidenum">
              <a:rPr lang="en-US" altLang="ko-KR" smtClean="0"/>
              <a:pPr/>
              <a:t>32</a:t>
            </a:fld>
            <a:endParaRPr lang="en-US" altLang="ko-KR"/>
          </a:p>
        </p:txBody>
      </p:sp>
    </p:spTree>
    <p:extLst>
      <p:ext uri="{BB962C8B-B14F-4D97-AF65-F5344CB8AC3E}">
        <p14:creationId xmlns:p14="http://schemas.microsoft.com/office/powerpoint/2010/main" val="39256263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normAutofit/>
          </a:bodyPr>
          <a:lstStyle/>
          <a:p>
            <a:endParaRPr lang="ko-KR" altLang="en-US" dirty="0"/>
          </a:p>
        </p:txBody>
      </p:sp>
      <p:sp>
        <p:nvSpPr>
          <p:cNvPr id="4" name="슬라이드 번호 개체 틀 3"/>
          <p:cNvSpPr>
            <a:spLocks noGrp="1"/>
          </p:cNvSpPr>
          <p:nvPr>
            <p:ph type="sldNum" sz="quarter" idx="10"/>
          </p:nvPr>
        </p:nvSpPr>
        <p:spPr/>
        <p:txBody>
          <a:bodyPr/>
          <a:lstStyle/>
          <a:p>
            <a:fld id="{21C0C9C1-CAD9-F748-8F65-35A01F8122FA}" type="slidenum">
              <a:rPr lang="en-US" altLang="ko-KR" smtClean="0">
                <a:solidFill>
                  <a:prstClr val="black"/>
                </a:solidFill>
              </a:rPr>
              <a:pPr/>
              <a:t>53</a:t>
            </a:fld>
            <a:endParaRPr lang="en-US" altLang="ko-KR">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pPr marL="0" marR="0" lvl="0" indent="0" algn="r" defTabSz="914400" rtl="0" eaLnBrk="1" fontAlgn="base" latinLnBrk="1" hangingPunct="1">
              <a:lnSpc>
                <a:spcPct val="100000"/>
              </a:lnSpc>
              <a:spcBef>
                <a:spcPct val="0"/>
              </a:spcBef>
              <a:spcAft>
                <a:spcPct val="0"/>
              </a:spcAft>
              <a:buClrTx/>
              <a:buSzTx/>
              <a:buFontTx/>
              <a:buNone/>
              <a:tabLst/>
              <a:defRPr/>
            </a:pPr>
            <a:fld id="{CE6553A2-1B04-4E85-B4D5-CF9EBB358F7F}" type="slidenum">
              <a:rPr kumimoji="1" lang="en-US" altLang="ko-KR" sz="1200" b="0" i="0" u="none" strike="noStrike" kern="1200" cap="none" spc="0" normalizeH="0" baseline="0" noProof="0">
                <a:ln>
                  <a:noFill/>
                </a:ln>
                <a:solidFill>
                  <a:srgbClr val="000000"/>
                </a:solidFill>
                <a:effectLst/>
                <a:uLnTx/>
                <a:uFillTx/>
                <a:latin typeface="굴림" charset="0"/>
                <a:ea typeface="굴림" charset="0"/>
                <a:cs typeface="+mn-cs"/>
              </a:rPr>
              <a:pPr marL="0" marR="0" lvl="0" indent="0" algn="r" defTabSz="914400" rtl="0" eaLnBrk="1" fontAlgn="base" latinLnBrk="1" hangingPunct="1">
                <a:lnSpc>
                  <a:spcPct val="100000"/>
                </a:lnSpc>
                <a:spcBef>
                  <a:spcPct val="0"/>
                </a:spcBef>
                <a:spcAft>
                  <a:spcPct val="0"/>
                </a:spcAft>
                <a:buClrTx/>
                <a:buSzTx/>
                <a:buFontTx/>
                <a:buNone/>
                <a:tabLst/>
                <a:defRPr/>
              </a:pPr>
              <a:t>55</a:t>
            </a:fld>
            <a:endParaRPr kumimoji="1" lang="en-US" altLang="ko-KR" sz="1200" b="0" i="0" u="none" strike="noStrike" kern="1200" cap="none" spc="0" normalizeH="0" baseline="0" noProof="0">
              <a:ln>
                <a:noFill/>
              </a:ln>
              <a:solidFill>
                <a:srgbClr val="000000"/>
              </a:solidFill>
              <a:effectLst/>
              <a:uLnTx/>
              <a:uFillTx/>
              <a:latin typeface="굴림" charset="0"/>
              <a:ea typeface="굴림" charset="0"/>
              <a:cs typeface="+mn-cs"/>
            </a:endParaRPr>
          </a:p>
        </p:txBody>
      </p:sp>
      <p:sp>
        <p:nvSpPr>
          <p:cNvPr id="81923" name="Rectangle 2"/>
          <p:cNvSpPr>
            <a:spLocks noGrp="1" noRot="1" noChangeAspect="1" noChangeArrowheads="1" noTextEdit="1"/>
          </p:cNvSpPr>
          <p:nvPr>
            <p:ph type="sldImg"/>
          </p:nvPr>
        </p:nvSpPr>
        <p:spPr>
          <a:xfrm>
            <a:off x="381000" y="685800"/>
            <a:ext cx="6096000" cy="3429000"/>
          </a:xfrm>
          <a:ln/>
        </p:spPr>
      </p:sp>
      <p:sp>
        <p:nvSpPr>
          <p:cNvPr id="81924" name="Rectangle 3"/>
          <p:cNvSpPr>
            <a:spLocks noGrp="1" noChangeArrowheads="1"/>
          </p:cNvSpPr>
          <p:nvPr>
            <p:ph type="body" idx="1"/>
          </p:nvPr>
        </p:nvSpPr>
        <p:spPr>
          <a:noFill/>
          <a:ln/>
        </p:spPr>
        <p:txBody>
          <a:bodyPr/>
          <a:lstStyle/>
          <a:p>
            <a:pPr eaLnBrk="1" hangingPunct="1"/>
            <a:endParaRPr lang="ko-KR" altLang="ko-KR" dirty="0"/>
          </a:p>
        </p:txBody>
      </p:sp>
    </p:spTree>
    <p:extLst>
      <p:ext uri="{BB962C8B-B14F-4D97-AF65-F5344CB8AC3E}">
        <p14:creationId xmlns:p14="http://schemas.microsoft.com/office/powerpoint/2010/main" val="24634958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8472ED71-B354-9E4F-B246-D866B340A2C1}" type="slidenum">
              <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rPr>
              <a:pPr marL="0" marR="0" lvl="0" indent="0" algn="r" defTabSz="914400" rtl="0" eaLnBrk="1" fontAlgn="base" latinLnBrk="1" hangingPunct="1">
                <a:lnSpc>
                  <a:spcPct val="100000"/>
                </a:lnSpc>
                <a:spcBef>
                  <a:spcPct val="0"/>
                </a:spcBef>
                <a:spcAft>
                  <a:spcPct val="0"/>
                </a:spcAft>
                <a:buClrTx/>
                <a:buSzTx/>
                <a:buFontTx/>
                <a:buNone/>
                <a:tabLst/>
                <a:defRPr/>
              </a:pPr>
              <a:t>62</a:t>
            </a:fld>
            <a:endPar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endParaRPr>
          </a:p>
        </p:txBody>
      </p:sp>
      <p:sp>
        <p:nvSpPr>
          <p:cNvPr id="209923" name="Rectangle 2"/>
          <p:cNvSpPr>
            <a:spLocks noGrp="1" noRot="1" noChangeAspect="1" noChangeArrowheads="1" noTextEdit="1"/>
          </p:cNvSpPr>
          <p:nvPr>
            <p:ph type="sldImg"/>
          </p:nvPr>
        </p:nvSpPr>
        <p:spPr>
          <a:xfrm>
            <a:off x="381000" y="685800"/>
            <a:ext cx="6096000" cy="3429000"/>
          </a:xfrm>
          <a:ln/>
        </p:spPr>
      </p:sp>
      <p:sp>
        <p:nvSpPr>
          <p:cNvPr id="209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ko-KR" altLang="ko-KR" dirty="0">
              <a:latin typeface="굴림" charset="0"/>
              <a:ea typeface="굴림" charset="0"/>
            </a:endParaRPr>
          </a:p>
        </p:txBody>
      </p:sp>
    </p:spTree>
    <p:extLst>
      <p:ext uri="{BB962C8B-B14F-4D97-AF65-F5344CB8AC3E}">
        <p14:creationId xmlns:p14="http://schemas.microsoft.com/office/powerpoint/2010/main" val="7059017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0806C-F224-9FD7-7119-D022775F377F}"/>
            </a:ext>
          </a:extLst>
        </p:cNvPr>
        <p:cNvGrpSpPr/>
        <p:nvPr/>
      </p:nvGrpSpPr>
      <p:grpSpPr>
        <a:xfrm>
          <a:off x="0" y="0"/>
          <a:ext cx="0" cy="0"/>
          <a:chOff x="0" y="0"/>
          <a:chExt cx="0" cy="0"/>
        </a:xfrm>
      </p:grpSpPr>
      <p:sp>
        <p:nvSpPr>
          <p:cNvPr id="209922" name="Rectangle 7">
            <a:extLst>
              <a:ext uri="{FF2B5EF4-FFF2-40B4-BE49-F238E27FC236}">
                <a16:creationId xmlns:a16="http://schemas.microsoft.com/office/drawing/2014/main" id="{DCFC8D05-0AE3-EA8E-53AE-562A3F623E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8472ED71-B354-9E4F-B246-D866B340A2C1}" type="slidenum">
              <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rPr>
              <a:pPr marL="0" marR="0" lvl="0" indent="0" algn="r" defTabSz="914400" rtl="0" eaLnBrk="1" fontAlgn="base" latinLnBrk="1" hangingPunct="1">
                <a:lnSpc>
                  <a:spcPct val="100000"/>
                </a:lnSpc>
                <a:spcBef>
                  <a:spcPct val="0"/>
                </a:spcBef>
                <a:spcAft>
                  <a:spcPct val="0"/>
                </a:spcAft>
                <a:buClrTx/>
                <a:buSzTx/>
                <a:buFontTx/>
                <a:buNone/>
                <a:tabLst/>
                <a:defRPr/>
              </a:pPr>
              <a:t>63</a:t>
            </a:fld>
            <a:endPar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endParaRPr>
          </a:p>
        </p:txBody>
      </p:sp>
      <p:sp>
        <p:nvSpPr>
          <p:cNvPr id="209923" name="Rectangle 2">
            <a:extLst>
              <a:ext uri="{FF2B5EF4-FFF2-40B4-BE49-F238E27FC236}">
                <a16:creationId xmlns:a16="http://schemas.microsoft.com/office/drawing/2014/main" id="{08EFC086-3E4D-B088-EA6A-6C9B8B6A3825}"/>
              </a:ext>
            </a:extLst>
          </p:cNvPr>
          <p:cNvSpPr>
            <a:spLocks noGrp="1" noRot="1" noChangeAspect="1" noChangeArrowheads="1" noTextEdit="1"/>
          </p:cNvSpPr>
          <p:nvPr>
            <p:ph type="sldImg"/>
          </p:nvPr>
        </p:nvSpPr>
        <p:spPr>
          <a:xfrm>
            <a:off x="381000" y="685800"/>
            <a:ext cx="6096000" cy="3429000"/>
          </a:xfrm>
          <a:ln/>
        </p:spPr>
      </p:sp>
      <p:sp>
        <p:nvSpPr>
          <p:cNvPr id="209924" name="Rectangle 3">
            <a:extLst>
              <a:ext uri="{FF2B5EF4-FFF2-40B4-BE49-F238E27FC236}">
                <a16:creationId xmlns:a16="http://schemas.microsoft.com/office/drawing/2014/main" id="{A83E6CC2-03E5-5CB7-7F88-36A2B35625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ko-KR" altLang="ko-KR" dirty="0">
              <a:latin typeface="굴림" charset="0"/>
              <a:ea typeface="굴림" charset="0"/>
            </a:endParaRPr>
          </a:p>
        </p:txBody>
      </p:sp>
    </p:spTree>
    <p:extLst>
      <p:ext uri="{BB962C8B-B14F-4D97-AF65-F5344CB8AC3E}">
        <p14:creationId xmlns:p14="http://schemas.microsoft.com/office/powerpoint/2010/main" val="27614400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D79FF-ED75-45F7-D0F3-6704E692573A}"/>
            </a:ext>
          </a:extLst>
        </p:cNvPr>
        <p:cNvGrpSpPr/>
        <p:nvPr/>
      </p:nvGrpSpPr>
      <p:grpSpPr>
        <a:xfrm>
          <a:off x="0" y="0"/>
          <a:ext cx="0" cy="0"/>
          <a:chOff x="0" y="0"/>
          <a:chExt cx="0" cy="0"/>
        </a:xfrm>
      </p:grpSpPr>
      <p:sp>
        <p:nvSpPr>
          <p:cNvPr id="209922" name="Rectangle 7">
            <a:extLst>
              <a:ext uri="{FF2B5EF4-FFF2-40B4-BE49-F238E27FC236}">
                <a16:creationId xmlns:a16="http://schemas.microsoft.com/office/drawing/2014/main" id="{CE0E3672-E685-07E8-62BD-FFF3DFCEF88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8472ED71-B354-9E4F-B246-D866B340A2C1}" type="slidenum">
              <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rPr>
              <a:pPr marL="0" marR="0" lvl="0" indent="0" algn="r" defTabSz="914400" rtl="0" eaLnBrk="1" fontAlgn="base" latinLnBrk="1" hangingPunct="1">
                <a:lnSpc>
                  <a:spcPct val="100000"/>
                </a:lnSpc>
                <a:spcBef>
                  <a:spcPct val="0"/>
                </a:spcBef>
                <a:spcAft>
                  <a:spcPct val="0"/>
                </a:spcAft>
                <a:buClrTx/>
                <a:buSzTx/>
                <a:buFontTx/>
                <a:buNone/>
                <a:tabLst/>
                <a:defRPr/>
              </a:pPr>
              <a:t>75</a:t>
            </a:fld>
            <a:endPar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endParaRPr>
          </a:p>
        </p:txBody>
      </p:sp>
      <p:sp>
        <p:nvSpPr>
          <p:cNvPr id="209923" name="Rectangle 2">
            <a:extLst>
              <a:ext uri="{FF2B5EF4-FFF2-40B4-BE49-F238E27FC236}">
                <a16:creationId xmlns:a16="http://schemas.microsoft.com/office/drawing/2014/main" id="{D64DE892-8E72-25F3-79D4-CA7475F93973}"/>
              </a:ext>
            </a:extLst>
          </p:cNvPr>
          <p:cNvSpPr>
            <a:spLocks noGrp="1" noRot="1" noChangeAspect="1" noChangeArrowheads="1" noTextEdit="1"/>
          </p:cNvSpPr>
          <p:nvPr>
            <p:ph type="sldImg"/>
          </p:nvPr>
        </p:nvSpPr>
        <p:spPr>
          <a:xfrm>
            <a:off x="381000" y="685800"/>
            <a:ext cx="6096000" cy="3429000"/>
          </a:xfrm>
          <a:ln/>
        </p:spPr>
      </p:sp>
      <p:sp>
        <p:nvSpPr>
          <p:cNvPr id="209924" name="Rectangle 3">
            <a:extLst>
              <a:ext uri="{FF2B5EF4-FFF2-40B4-BE49-F238E27FC236}">
                <a16:creationId xmlns:a16="http://schemas.microsoft.com/office/drawing/2014/main" id="{2E8BBE6C-180A-2840-73F4-659E758CA6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ko-KR" altLang="ko-KR" dirty="0">
              <a:latin typeface="굴림" charset="0"/>
              <a:ea typeface="굴림" charset="0"/>
            </a:endParaRPr>
          </a:p>
        </p:txBody>
      </p:sp>
    </p:spTree>
    <p:extLst>
      <p:ext uri="{BB962C8B-B14F-4D97-AF65-F5344CB8AC3E}">
        <p14:creationId xmlns:p14="http://schemas.microsoft.com/office/powerpoint/2010/main" val="4445922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D040E-493A-F855-8CDC-70547C09F9DC}"/>
            </a:ext>
          </a:extLst>
        </p:cNvPr>
        <p:cNvGrpSpPr/>
        <p:nvPr/>
      </p:nvGrpSpPr>
      <p:grpSpPr>
        <a:xfrm>
          <a:off x="0" y="0"/>
          <a:ext cx="0" cy="0"/>
          <a:chOff x="0" y="0"/>
          <a:chExt cx="0" cy="0"/>
        </a:xfrm>
      </p:grpSpPr>
      <p:sp>
        <p:nvSpPr>
          <p:cNvPr id="209922" name="Rectangle 7">
            <a:extLst>
              <a:ext uri="{FF2B5EF4-FFF2-40B4-BE49-F238E27FC236}">
                <a16:creationId xmlns:a16="http://schemas.microsoft.com/office/drawing/2014/main" id="{EEFAC3A0-F291-B081-3B06-4C49FE1BA3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8472ED71-B354-9E4F-B246-D866B340A2C1}" type="slidenum">
              <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rPr>
              <a:pPr marL="0" marR="0" lvl="0" indent="0" algn="r" defTabSz="914400" rtl="0" eaLnBrk="1" fontAlgn="base" latinLnBrk="1" hangingPunct="1">
                <a:lnSpc>
                  <a:spcPct val="100000"/>
                </a:lnSpc>
                <a:spcBef>
                  <a:spcPct val="0"/>
                </a:spcBef>
                <a:spcAft>
                  <a:spcPct val="0"/>
                </a:spcAft>
                <a:buClrTx/>
                <a:buSzTx/>
                <a:buFontTx/>
                <a:buNone/>
                <a:tabLst/>
                <a:defRPr/>
              </a:pPr>
              <a:t>94</a:t>
            </a:fld>
            <a:endPar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endParaRPr>
          </a:p>
        </p:txBody>
      </p:sp>
      <p:sp>
        <p:nvSpPr>
          <p:cNvPr id="209923" name="Rectangle 2">
            <a:extLst>
              <a:ext uri="{FF2B5EF4-FFF2-40B4-BE49-F238E27FC236}">
                <a16:creationId xmlns:a16="http://schemas.microsoft.com/office/drawing/2014/main" id="{231DB467-0630-7BE6-F50C-66D78DB80701}"/>
              </a:ext>
            </a:extLst>
          </p:cNvPr>
          <p:cNvSpPr>
            <a:spLocks noGrp="1" noRot="1" noChangeAspect="1" noChangeArrowheads="1" noTextEdit="1"/>
          </p:cNvSpPr>
          <p:nvPr>
            <p:ph type="sldImg"/>
          </p:nvPr>
        </p:nvSpPr>
        <p:spPr>
          <a:xfrm>
            <a:off x="381000" y="685800"/>
            <a:ext cx="6096000" cy="3429000"/>
          </a:xfrm>
          <a:ln/>
        </p:spPr>
      </p:sp>
      <p:sp>
        <p:nvSpPr>
          <p:cNvPr id="209924" name="Rectangle 3">
            <a:extLst>
              <a:ext uri="{FF2B5EF4-FFF2-40B4-BE49-F238E27FC236}">
                <a16:creationId xmlns:a16="http://schemas.microsoft.com/office/drawing/2014/main" id="{B351FAEE-ADD5-998A-69DC-EEF359B491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ko-KR" altLang="ko-KR" dirty="0">
              <a:latin typeface="굴림" charset="0"/>
              <a:ea typeface="굴림" charset="0"/>
            </a:endParaRPr>
          </a:p>
        </p:txBody>
      </p:sp>
    </p:spTree>
    <p:extLst>
      <p:ext uri="{BB962C8B-B14F-4D97-AF65-F5344CB8AC3E}">
        <p14:creationId xmlns:p14="http://schemas.microsoft.com/office/powerpoint/2010/main" val="16087637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C338D-B79B-2008-F49C-71DA909C9F41}"/>
            </a:ext>
          </a:extLst>
        </p:cNvPr>
        <p:cNvGrpSpPr/>
        <p:nvPr/>
      </p:nvGrpSpPr>
      <p:grpSpPr>
        <a:xfrm>
          <a:off x="0" y="0"/>
          <a:ext cx="0" cy="0"/>
          <a:chOff x="0" y="0"/>
          <a:chExt cx="0" cy="0"/>
        </a:xfrm>
      </p:grpSpPr>
      <p:sp>
        <p:nvSpPr>
          <p:cNvPr id="81922" name="Rectangle 7">
            <a:extLst>
              <a:ext uri="{FF2B5EF4-FFF2-40B4-BE49-F238E27FC236}">
                <a16:creationId xmlns:a16="http://schemas.microsoft.com/office/drawing/2014/main" id="{22DCF97B-60D3-2031-69C5-B5AC22646289}"/>
              </a:ext>
            </a:extLst>
          </p:cNvPr>
          <p:cNvSpPr>
            <a:spLocks noGrp="1" noChangeArrowheads="1"/>
          </p:cNvSpPr>
          <p:nvPr>
            <p:ph type="sldNum" sz="quarter" idx="5"/>
          </p:nvPr>
        </p:nvSpPr>
        <p:spPr>
          <a:noFill/>
        </p:spPr>
        <p:txBody>
          <a:bodyPr/>
          <a:lstStyle/>
          <a:p>
            <a:pPr marL="0" marR="0" lvl="0" indent="0" algn="r" defTabSz="914400" rtl="0" eaLnBrk="1" fontAlgn="base" latinLnBrk="1" hangingPunct="1">
              <a:lnSpc>
                <a:spcPct val="100000"/>
              </a:lnSpc>
              <a:spcBef>
                <a:spcPct val="0"/>
              </a:spcBef>
              <a:spcAft>
                <a:spcPct val="0"/>
              </a:spcAft>
              <a:buClrTx/>
              <a:buSzTx/>
              <a:buFontTx/>
              <a:buNone/>
              <a:tabLst/>
              <a:defRPr/>
            </a:pPr>
            <a:fld id="{CE6553A2-1B04-4E85-B4D5-CF9EBB358F7F}" type="slidenum">
              <a:rPr kumimoji="1" lang="en-US" altLang="ko-KR" sz="1200" b="0" i="0" u="none" strike="noStrike" kern="1200" cap="none" spc="0" normalizeH="0" baseline="0" noProof="0">
                <a:ln>
                  <a:noFill/>
                </a:ln>
                <a:solidFill>
                  <a:srgbClr val="000000"/>
                </a:solidFill>
                <a:effectLst/>
                <a:uLnTx/>
                <a:uFillTx/>
                <a:latin typeface="굴림" charset="0"/>
                <a:ea typeface="굴림" charset="0"/>
                <a:cs typeface="+mn-cs"/>
              </a:rPr>
              <a:pPr marL="0" marR="0" lvl="0" indent="0" algn="r" defTabSz="914400" rtl="0" eaLnBrk="1" fontAlgn="base" latinLnBrk="1" hangingPunct="1">
                <a:lnSpc>
                  <a:spcPct val="100000"/>
                </a:lnSpc>
                <a:spcBef>
                  <a:spcPct val="0"/>
                </a:spcBef>
                <a:spcAft>
                  <a:spcPct val="0"/>
                </a:spcAft>
                <a:buClrTx/>
                <a:buSzTx/>
                <a:buFontTx/>
                <a:buNone/>
                <a:tabLst/>
                <a:defRPr/>
              </a:pPr>
              <a:t>108</a:t>
            </a:fld>
            <a:endParaRPr kumimoji="1" lang="en-US" altLang="ko-KR" sz="1200" b="0" i="0" u="none" strike="noStrike" kern="1200" cap="none" spc="0" normalizeH="0" baseline="0" noProof="0">
              <a:ln>
                <a:noFill/>
              </a:ln>
              <a:solidFill>
                <a:srgbClr val="000000"/>
              </a:solidFill>
              <a:effectLst/>
              <a:uLnTx/>
              <a:uFillTx/>
              <a:latin typeface="굴림" charset="0"/>
              <a:ea typeface="굴림" charset="0"/>
              <a:cs typeface="+mn-cs"/>
            </a:endParaRPr>
          </a:p>
        </p:txBody>
      </p:sp>
      <p:sp>
        <p:nvSpPr>
          <p:cNvPr id="81923" name="Rectangle 2">
            <a:extLst>
              <a:ext uri="{FF2B5EF4-FFF2-40B4-BE49-F238E27FC236}">
                <a16:creationId xmlns:a16="http://schemas.microsoft.com/office/drawing/2014/main" id="{D82C7E55-D533-14DD-3BC0-9B5D1C238104}"/>
              </a:ext>
            </a:extLst>
          </p:cNvPr>
          <p:cNvSpPr>
            <a:spLocks noGrp="1" noRot="1" noChangeAspect="1" noChangeArrowheads="1" noTextEdit="1"/>
          </p:cNvSpPr>
          <p:nvPr>
            <p:ph type="sldImg"/>
          </p:nvPr>
        </p:nvSpPr>
        <p:spPr>
          <a:xfrm>
            <a:off x="381000" y="685800"/>
            <a:ext cx="6096000" cy="3429000"/>
          </a:xfrm>
          <a:ln/>
        </p:spPr>
      </p:sp>
      <p:sp>
        <p:nvSpPr>
          <p:cNvPr id="81924" name="Rectangle 3">
            <a:extLst>
              <a:ext uri="{FF2B5EF4-FFF2-40B4-BE49-F238E27FC236}">
                <a16:creationId xmlns:a16="http://schemas.microsoft.com/office/drawing/2014/main" id="{CAA80BCA-169A-07D4-6B0F-A2B66B1ECC6D}"/>
              </a:ext>
            </a:extLst>
          </p:cNvPr>
          <p:cNvSpPr>
            <a:spLocks noGrp="1" noChangeArrowheads="1"/>
          </p:cNvSpPr>
          <p:nvPr>
            <p:ph type="body" idx="1"/>
          </p:nvPr>
        </p:nvSpPr>
        <p:spPr>
          <a:noFill/>
          <a:ln/>
        </p:spPr>
        <p:txBody>
          <a:bodyPr/>
          <a:lstStyle/>
          <a:p>
            <a:pPr eaLnBrk="1" hangingPunct="1"/>
            <a:endParaRPr lang="ko-KR" altLang="ko-KR" dirty="0"/>
          </a:p>
        </p:txBody>
      </p:sp>
    </p:spTree>
    <p:extLst>
      <p:ext uri="{BB962C8B-B14F-4D97-AF65-F5344CB8AC3E}">
        <p14:creationId xmlns:p14="http://schemas.microsoft.com/office/powerpoint/2010/main" val="17344478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4409B-6DF3-A58F-5081-276BE00F3E2A}"/>
            </a:ext>
          </a:extLst>
        </p:cNvPr>
        <p:cNvGrpSpPr/>
        <p:nvPr/>
      </p:nvGrpSpPr>
      <p:grpSpPr>
        <a:xfrm>
          <a:off x="0" y="0"/>
          <a:ext cx="0" cy="0"/>
          <a:chOff x="0" y="0"/>
          <a:chExt cx="0" cy="0"/>
        </a:xfrm>
      </p:grpSpPr>
      <p:sp>
        <p:nvSpPr>
          <p:cNvPr id="209922" name="Rectangle 7">
            <a:extLst>
              <a:ext uri="{FF2B5EF4-FFF2-40B4-BE49-F238E27FC236}">
                <a16:creationId xmlns:a16="http://schemas.microsoft.com/office/drawing/2014/main" id="{606E5F9A-2C30-3C04-E10D-75BEC29D5D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8472ED71-B354-9E4F-B246-D866B340A2C1}" type="slidenum">
              <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rPr>
              <a:pPr marL="0" marR="0" lvl="0" indent="0" algn="r" defTabSz="914400" rtl="0" eaLnBrk="1" fontAlgn="base" latinLnBrk="1" hangingPunct="1">
                <a:lnSpc>
                  <a:spcPct val="100000"/>
                </a:lnSpc>
                <a:spcBef>
                  <a:spcPct val="0"/>
                </a:spcBef>
                <a:spcAft>
                  <a:spcPct val="0"/>
                </a:spcAft>
                <a:buClrTx/>
                <a:buSzTx/>
                <a:buFontTx/>
                <a:buNone/>
                <a:tabLst/>
                <a:defRPr/>
              </a:pPr>
              <a:t>114</a:t>
            </a:fld>
            <a:endPar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endParaRPr>
          </a:p>
        </p:txBody>
      </p:sp>
      <p:sp>
        <p:nvSpPr>
          <p:cNvPr id="209923" name="Rectangle 2">
            <a:extLst>
              <a:ext uri="{FF2B5EF4-FFF2-40B4-BE49-F238E27FC236}">
                <a16:creationId xmlns:a16="http://schemas.microsoft.com/office/drawing/2014/main" id="{9FC38510-A298-B59E-9CFE-3C3D875CC6CC}"/>
              </a:ext>
            </a:extLst>
          </p:cNvPr>
          <p:cNvSpPr>
            <a:spLocks noGrp="1" noRot="1" noChangeAspect="1" noChangeArrowheads="1" noTextEdit="1"/>
          </p:cNvSpPr>
          <p:nvPr>
            <p:ph type="sldImg"/>
          </p:nvPr>
        </p:nvSpPr>
        <p:spPr>
          <a:xfrm>
            <a:off x="381000" y="685800"/>
            <a:ext cx="6096000" cy="3429000"/>
          </a:xfrm>
          <a:ln/>
        </p:spPr>
      </p:sp>
      <p:sp>
        <p:nvSpPr>
          <p:cNvPr id="209924" name="Rectangle 3">
            <a:extLst>
              <a:ext uri="{FF2B5EF4-FFF2-40B4-BE49-F238E27FC236}">
                <a16:creationId xmlns:a16="http://schemas.microsoft.com/office/drawing/2014/main" id="{F509D7EA-9EB7-BA70-C5EB-2A80B4A9E5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ko-KR" altLang="ko-KR" dirty="0">
              <a:latin typeface="굴림" charset="0"/>
              <a:ea typeface="굴림" charset="0"/>
            </a:endParaRPr>
          </a:p>
        </p:txBody>
      </p:sp>
    </p:spTree>
    <p:extLst>
      <p:ext uri="{BB962C8B-B14F-4D97-AF65-F5344CB8AC3E}">
        <p14:creationId xmlns:p14="http://schemas.microsoft.com/office/powerpoint/2010/main" val="32828525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E0F42-28DE-FA09-68B0-AE0D87D24153}"/>
            </a:ext>
          </a:extLst>
        </p:cNvPr>
        <p:cNvGrpSpPr/>
        <p:nvPr/>
      </p:nvGrpSpPr>
      <p:grpSpPr>
        <a:xfrm>
          <a:off x="0" y="0"/>
          <a:ext cx="0" cy="0"/>
          <a:chOff x="0" y="0"/>
          <a:chExt cx="0" cy="0"/>
        </a:xfrm>
      </p:grpSpPr>
      <p:sp>
        <p:nvSpPr>
          <p:cNvPr id="209922" name="Rectangle 7">
            <a:extLst>
              <a:ext uri="{FF2B5EF4-FFF2-40B4-BE49-F238E27FC236}">
                <a16:creationId xmlns:a16="http://schemas.microsoft.com/office/drawing/2014/main" id="{4242E66B-A266-B219-993D-801F6A7733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8472ED71-B354-9E4F-B246-D866B340A2C1}" type="slidenum">
              <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rPr>
              <a:pPr marL="0" marR="0" lvl="0" indent="0" algn="r" defTabSz="914400" rtl="0" eaLnBrk="1" fontAlgn="base" latinLnBrk="1" hangingPunct="1">
                <a:lnSpc>
                  <a:spcPct val="100000"/>
                </a:lnSpc>
                <a:spcBef>
                  <a:spcPct val="0"/>
                </a:spcBef>
                <a:spcAft>
                  <a:spcPct val="0"/>
                </a:spcAft>
                <a:buClrTx/>
                <a:buSzTx/>
                <a:buFontTx/>
                <a:buNone/>
                <a:tabLst/>
                <a:defRPr/>
              </a:pPr>
              <a:t>115</a:t>
            </a:fld>
            <a:endPar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endParaRPr>
          </a:p>
        </p:txBody>
      </p:sp>
      <p:sp>
        <p:nvSpPr>
          <p:cNvPr id="209923" name="Rectangle 2">
            <a:extLst>
              <a:ext uri="{FF2B5EF4-FFF2-40B4-BE49-F238E27FC236}">
                <a16:creationId xmlns:a16="http://schemas.microsoft.com/office/drawing/2014/main" id="{34769392-A466-3DB0-65AF-3A4A51D06B89}"/>
              </a:ext>
            </a:extLst>
          </p:cNvPr>
          <p:cNvSpPr>
            <a:spLocks noGrp="1" noRot="1" noChangeAspect="1" noChangeArrowheads="1" noTextEdit="1"/>
          </p:cNvSpPr>
          <p:nvPr>
            <p:ph type="sldImg"/>
          </p:nvPr>
        </p:nvSpPr>
        <p:spPr>
          <a:xfrm>
            <a:off x="381000" y="685800"/>
            <a:ext cx="6096000" cy="3429000"/>
          </a:xfrm>
          <a:ln/>
        </p:spPr>
      </p:sp>
      <p:sp>
        <p:nvSpPr>
          <p:cNvPr id="209924" name="Rectangle 3">
            <a:extLst>
              <a:ext uri="{FF2B5EF4-FFF2-40B4-BE49-F238E27FC236}">
                <a16:creationId xmlns:a16="http://schemas.microsoft.com/office/drawing/2014/main" id="{FE160762-61B5-1464-E41E-08C4339800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ko-KR" altLang="ko-KR" dirty="0">
              <a:latin typeface="굴림" charset="0"/>
              <a:ea typeface="굴림" charset="0"/>
            </a:endParaRPr>
          </a:p>
        </p:txBody>
      </p:sp>
    </p:spTree>
    <p:extLst>
      <p:ext uri="{BB962C8B-B14F-4D97-AF65-F5344CB8AC3E}">
        <p14:creationId xmlns:p14="http://schemas.microsoft.com/office/powerpoint/2010/main" val="17403090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0CFB1-114C-F3A6-6F8A-B0F45B29636E}"/>
            </a:ext>
          </a:extLst>
        </p:cNvPr>
        <p:cNvGrpSpPr/>
        <p:nvPr/>
      </p:nvGrpSpPr>
      <p:grpSpPr>
        <a:xfrm>
          <a:off x="0" y="0"/>
          <a:ext cx="0" cy="0"/>
          <a:chOff x="0" y="0"/>
          <a:chExt cx="0" cy="0"/>
        </a:xfrm>
      </p:grpSpPr>
      <p:sp>
        <p:nvSpPr>
          <p:cNvPr id="209922" name="Rectangle 7">
            <a:extLst>
              <a:ext uri="{FF2B5EF4-FFF2-40B4-BE49-F238E27FC236}">
                <a16:creationId xmlns:a16="http://schemas.microsoft.com/office/drawing/2014/main" id="{B9FA69AC-7501-5196-BA70-65AB73D363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8472ED71-B354-9E4F-B246-D866B340A2C1}" type="slidenum">
              <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rPr>
              <a:pPr marL="0" marR="0" lvl="0" indent="0" algn="r" defTabSz="914400" rtl="0" eaLnBrk="1" fontAlgn="base" latinLnBrk="1" hangingPunct="1">
                <a:lnSpc>
                  <a:spcPct val="100000"/>
                </a:lnSpc>
                <a:spcBef>
                  <a:spcPct val="0"/>
                </a:spcBef>
                <a:spcAft>
                  <a:spcPct val="0"/>
                </a:spcAft>
                <a:buClrTx/>
                <a:buSzTx/>
                <a:buFontTx/>
                <a:buNone/>
                <a:tabLst/>
                <a:defRPr/>
              </a:pPr>
              <a:t>132</a:t>
            </a:fld>
            <a:endPar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endParaRPr>
          </a:p>
        </p:txBody>
      </p:sp>
      <p:sp>
        <p:nvSpPr>
          <p:cNvPr id="209923" name="Rectangle 2">
            <a:extLst>
              <a:ext uri="{FF2B5EF4-FFF2-40B4-BE49-F238E27FC236}">
                <a16:creationId xmlns:a16="http://schemas.microsoft.com/office/drawing/2014/main" id="{806B38BD-A399-F420-D399-D5F676D58F64}"/>
              </a:ext>
            </a:extLst>
          </p:cNvPr>
          <p:cNvSpPr>
            <a:spLocks noGrp="1" noRot="1" noChangeAspect="1" noChangeArrowheads="1" noTextEdit="1"/>
          </p:cNvSpPr>
          <p:nvPr>
            <p:ph type="sldImg"/>
          </p:nvPr>
        </p:nvSpPr>
        <p:spPr>
          <a:xfrm>
            <a:off x="381000" y="685800"/>
            <a:ext cx="6096000" cy="3429000"/>
          </a:xfrm>
          <a:ln/>
        </p:spPr>
      </p:sp>
      <p:sp>
        <p:nvSpPr>
          <p:cNvPr id="209924" name="Rectangle 3">
            <a:extLst>
              <a:ext uri="{FF2B5EF4-FFF2-40B4-BE49-F238E27FC236}">
                <a16:creationId xmlns:a16="http://schemas.microsoft.com/office/drawing/2014/main" id="{B61B3178-648B-4B07-214A-B36F6676B7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ko-KR" altLang="ko-KR" dirty="0">
              <a:latin typeface="굴림" charset="0"/>
              <a:ea typeface="굴림" charset="0"/>
            </a:endParaRPr>
          </a:p>
        </p:txBody>
      </p:sp>
    </p:spTree>
    <p:extLst>
      <p:ext uri="{BB962C8B-B14F-4D97-AF65-F5344CB8AC3E}">
        <p14:creationId xmlns:p14="http://schemas.microsoft.com/office/powerpoint/2010/main" val="38101030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14B74-0D67-8503-9339-030E0C939B43}"/>
            </a:ext>
          </a:extLst>
        </p:cNvPr>
        <p:cNvGrpSpPr/>
        <p:nvPr/>
      </p:nvGrpSpPr>
      <p:grpSpPr>
        <a:xfrm>
          <a:off x="0" y="0"/>
          <a:ext cx="0" cy="0"/>
          <a:chOff x="0" y="0"/>
          <a:chExt cx="0" cy="0"/>
        </a:xfrm>
      </p:grpSpPr>
      <p:sp>
        <p:nvSpPr>
          <p:cNvPr id="209922" name="Rectangle 7">
            <a:extLst>
              <a:ext uri="{FF2B5EF4-FFF2-40B4-BE49-F238E27FC236}">
                <a16:creationId xmlns:a16="http://schemas.microsoft.com/office/drawing/2014/main" id="{60C6D02F-C082-21B9-47CC-28061DF3F1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8472ED71-B354-9E4F-B246-D866B340A2C1}" type="slidenum">
              <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rPr>
              <a:pPr marL="0" marR="0" lvl="0" indent="0" algn="r" defTabSz="914400" rtl="0" eaLnBrk="1" fontAlgn="base" latinLnBrk="1" hangingPunct="1">
                <a:lnSpc>
                  <a:spcPct val="100000"/>
                </a:lnSpc>
                <a:spcBef>
                  <a:spcPct val="0"/>
                </a:spcBef>
                <a:spcAft>
                  <a:spcPct val="0"/>
                </a:spcAft>
                <a:buClrTx/>
                <a:buSzTx/>
                <a:buFontTx/>
                <a:buNone/>
                <a:tabLst/>
                <a:defRPr/>
              </a:pPr>
              <a:t>147</a:t>
            </a:fld>
            <a:endPar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endParaRPr>
          </a:p>
        </p:txBody>
      </p:sp>
      <p:sp>
        <p:nvSpPr>
          <p:cNvPr id="209923" name="Rectangle 2">
            <a:extLst>
              <a:ext uri="{FF2B5EF4-FFF2-40B4-BE49-F238E27FC236}">
                <a16:creationId xmlns:a16="http://schemas.microsoft.com/office/drawing/2014/main" id="{A480DF64-A835-B51B-7523-122524F9D899}"/>
              </a:ext>
            </a:extLst>
          </p:cNvPr>
          <p:cNvSpPr>
            <a:spLocks noGrp="1" noRot="1" noChangeAspect="1" noChangeArrowheads="1" noTextEdit="1"/>
          </p:cNvSpPr>
          <p:nvPr>
            <p:ph type="sldImg"/>
          </p:nvPr>
        </p:nvSpPr>
        <p:spPr>
          <a:xfrm>
            <a:off x="381000" y="685800"/>
            <a:ext cx="6096000" cy="3429000"/>
          </a:xfrm>
          <a:ln/>
        </p:spPr>
      </p:sp>
      <p:sp>
        <p:nvSpPr>
          <p:cNvPr id="209924" name="Rectangle 3">
            <a:extLst>
              <a:ext uri="{FF2B5EF4-FFF2-40B4-BE49-F238E27FC236}">
                <a16:creationId xmlns:a16="http://schemas.microsoft.com/office/drawing/2014/main" id="{8BD93595-4CDB-D382-4CDC-07F0D4D1F7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ko-KR" altLang="ko-KR" dirty="0">
              <a:latin typeface="굴림" charset="0"/>
              <a:ea typeface="굴림" charset="0"/>
            </a:endParaRPr>
          </a:p>
        </p:txBody>
      </p:sp>
    </p:spTree>
    <p:extLst>
      <p:ext uri="{BB962C8B-B14F-4D97-AF65-F5344CB8AC3E}">
        <p14:creationId xmlns:p14="http://schemas.microsoft.com/office/powerpoint/2010/main" val="41509987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5F58E-6D7B-75A1-AE17-4F675691733D}"/>
            </a:ext>
          </a:extLst>
        </p:cNvPr>
        <p:cNvGrpSpPr/>
        <p:nvPr/>
      </p:nvGrpSpPr>
      <p:grpSpPr>
        <a:xfrm>
          <a:off x="0" y="0"/>
          <a:ext cx="0" cy="0"/>
          <a:chOff x="0" y="0"/>
          <a:chExt cx="0" cy="0"/>
        </a:xfrm>
      </p:grpSpPr>
      <p:sp>
        <p:nvSpPr>
          <p:cNvPr id="81922" name="Rectangle 7">
            <a:extLst>
              <a:ext uri="{FF2B5EF4-FFF2-40B4-BE49-F238E27FC236}">
                <a16:creationId xmlns:a16="http://schemas.microsoft.com/office/drawing/2014/main" id="{8FF53857-F980-DB3D-B83C-ACC7562A8B4B}"/>
              </a:ext>
            </a:extLst>
          </p:cNvPr>
          <p:cNvSpPr>
            <a:spLocks noGrp="1" noChangeArrowheads="1"/>
          </p:cNvSpPr>
          <p:nvPr>
            <p:ph type="sldNum" sz="quarter" idx="5"/>
          </p:nvPr>
        </p:nvSpPr>
        <p:spPr>
          <a:noFill/>
        </p:spPr>
        <p:txBody>
          <a:bodyPr/>
          <a:lstStyle/>
          <a:p>
            <a:pPr marL="0" marR="0" lvl="0" indent="0" algn="r" defTabSz="914400" rtl="0" eaLnBrk="1" fontAlgn="base" latinLnBrk="1" hangingPunct="1">
              <a:lnSpc>
                <a:spcPct val="100000"/>
              </a:lnSpc>
              <a:spcBef>
                <a:spcPct val="0"/>
              </a:spcBef>
              <a:spcAft>
                <a:spcPct val="0"/>
              </a:spcAft>
              <a:buClrTx/>
              <a:buSzTx/>
              <a:buFontTx/>
              <a:buNone/>
              <a:tabLst/>
              <a:defRPr/>
            </a:pPr>
            <a:fld id="{CE6553A2-1B04-4E85-B4D5-CF9EBB358F7F}" type="slidenum">
              <a:rPr kumimoji="1" lang="en-US" altLang="ko-KR" sz="1200" b="0" i="0" u="none" strike="noStrike" kern="1200" cap="none" spc="0" normalizeH="0" baseline="0" noProof="0">
                <a:ln>
                  <a:noFill/>
                </a:ln>
                <a:solidFill>
                  <a:srgbClr val="000000"/>
                </a:solidFill>
                <a:effectLst/>
                <a:uLnTx/>
                <a:uFillTx/>
                <a:latin typeface="굴림" charset="0"/>
                <a:ea typeface="굴림" charset="0"/>
                <a:cs typeface="+mn-cs"/>
              </a:rPr>
              <a:pPr marL="0" marR="0" lvl="0" indent="0" algn="r" defTabSz="914400" rtl="0" eaLnBrk="1" fontAlgn="base" latinLnBrk="1" hangingPunct="1">
                <a:lnSpc>
                  <a:spcPct val="100000"/>
                </a:lnSpc>
                <a:spcBef>
                  <a:spcPct val="0"/>
                </a:spcBef>
                <a:spcAft>
                  <a:spcPct val="0"/>
                </a:spcAft>
                <a:buClrTx/>
                <a:buSzTx/>
                <a:buFontTx/>
                <a:buNone/>
                <a:tabLst/>
                <a:defRPr/>
              </a:pPr>
              <a:t>166</a:t>
            </a:fld>
            <a:endParaRPr kumimoji="1" lang="en-US" altLang="ko-KR" sz="1200" b="0" i="0" u="none" strike="noStrike" kern="1200" cap="none" spc="0" normalizeH="0" baseline="0" noProof="0">
              <a:ln>
                <a:noFill/>
              </a:ln>
              <a:solidFill>
                <a:srgbClr val="000000"/>
              </a:solidFill>
              <a:effectLst/>
              <a:uLnTx/>
              <a:uFillTx/>
              <a:latin typeface="굴림" charset="0"/>
              <a:ea typeface="굴림" charset="0"/>
              <a:cs typeface="+mn-cs"/>
            </a:endParaRPr>
          </a:p>
        </p:txBody>
      </p:sp>
      <p:sp>
        <p:nvSpPr>
          <p:cNvPr id="81923" name="Rectangle 2">
            <a:extLst>
              <a:ext uri="{FF2B5EF4-FFF2-40B4-BE49-F238E27FC236}">
                <a16:creationId xmlns:a16="http://schemas.microsoft.com/office/drawing/2014/main" id="{49EA7798-09AC-15B0-E185-AD56C2E701AA}"/>
              </a:ext>
            </a:extLst>
          </p:cNvPr>
          <p:cNvSpPr>
            <a:spLocks noGrp="1" noRot="1" noChangeAspect="1" noChangeArrowheads="1" noTextEdit="1"/>
          </p:cNvSpPr>
          <p:nvPr>
            <p:ph type="sldImg"/>
          </p:nvPr>
        </p:nvSpPr>
        <p:spPr>
          <a:xfrm>
            <a:off x="381000" y="685800"/>
            <a:ext cx="6096000" cy="3429000"/>
          </a:xfrm>
          <a:ln/>
        </p:spPr>
      </p:sp>
      <p:sp>
        <p:nvSpPr>
          <p:cNvPr id="81924" name="Rectangle 3">
            <a:extLst>
              <a:ext uri="{FF2B5EF4-FFF2-40B4-BE49-F238E27FC236}">
                <a16:creationId xmlns:a16="http://schemas.microsoft.com/office/drawing/2014/main" id="{C77A2CA1-A868-F5FA-BCBC-DC4D95227F8C}"/>
              </a:ext>
            </a:extLst>
          </p:cNvPr>
          <p:cNvSpPr>
            <a:spLocks noGrp="1" noChangeArrowheads="1"/>
          </p:cNvSpPr>
          <p:nvPr>
            <p:ph type="body" idx="1"/>
          </p:nvPr>
        </p:nvSpPr>
        <p:spPr>
          <a:noFill/>
          <a:ln/>
        </p:spPr>
        <p:txBody>
          <a:bodyPr/>
          <a:lstStyle/>
          <a:p>
            <a:pPr eaLnBrk="1" hangingPunct="1"/>
            <a:endParaRPr lang="ko-KR" altLang="ko-KR" dirty="0"/>
          </a:p>
        </p:txBody>
      </p:sp>
    </p:spTree>
    <p:extLst>
      <p:ext uri="{BB962C8B-B14F-4D97-AF65-F5344CB8AC3E}">
        <p14:creationId xmlns:p14="http://schemas.microsoft.com/office/powerpoint/2010/main" val="26901240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8B00B-0A9B-C598-AE1D-0205B5D0D6B5}"/>
            </a:ext>
          </a:extLst>
        </p:cNvPr>
        <p:cNvGrpSpPr/>
        <p:nvPr/>
      </p:nvGrpSpPr>
      <p:grpSpPr>
        <a:xfrm>
          <a:off x="0" y="0"/>
          <a:ext cx="0" cy="0"/>
          <a:chOff x="0" y="0"/>
          <a:chExt cx="0" cy="0"/>
        </a:xfrm>
      </p:grpSpPr>
      <p:sp>
        <p:nvSpPr>
          <p:cNvPr id="209922" name="Rectangle 7">
            <a:extLst>
              <a:ext uri="{FF2B5EF4-FFF2-40B4-BE49-F238E27FC236}">
                <a16:creationId xmlns:a16="http://schemas.microsoft.com/office/drawing/2014/main" id="{1EA3228D-BDE7-CEC2-CAB2-F8D66235B2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8472ED71-B354-9E4F-B246-D866B340A2C1}" type="slidenum">
              <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rPr>
              <a:pPr marL="0" marR="0" lvl="0" indent="0" algn="r" defTabSz="914400" rtl="0" eaLnBrk="1" fontAlgn="base" latinLnBrk="1" hangingPunct="1">
                <a:lnSpc>
                  <a:spcPct val="100000"/>
                </a:lnSpc>
                <a:spcBef>
                  <a:spcPct val="0"/>
                </a:spcBef>
                <a:spcAft>
                  <a:spcPct val="0"/>
                </a:spcAft>
                <a:buClrTx/>
                <a:buSzTx/>
                <a:buFontTx/>
                <a:buNone/>
                <a:tabLst/>
                <a:defRPr/>
              </a:pPr>
              <a:t>178</a:t>
            </a:fld>
            <a:endPar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endParaRPr>
          </a:p>
        </p:txBody>
      </p:sp>
      <p:sp>
        <p:nvSpPr>
          <p:cNvPr id="209923" name="Rectangle 2">
            <a:extLst>
              <a:ext uri="{FF2B5EF4-FFF2-40B4-BE49-F238E27FC236}">
                <a16:creationId xmlns:a16="http://schemas.microsoft.com/office/drawing/2014/main" id="{FC958FC8-8FB2-8130-D84E-E0A4E3247AE1}"/>
              </a:ext>
            </a:extLst>
          </p:cNvPr>
          <p:cNvSpPr>
            <a:spLocks noGrp="1" noRot="1" noChangeAspect="1" noChangeArrowheads="1" noTextEdit="1"/>
          </p:cNvSpPr>
          <p:nvPr>
            <p:ph type="sldImg"/>
          </p:nvPr>
        </p:nvSpPr>
        <p:spPr>
          <a:xfrm>
            <a:off x="381000" y="685800"/>
            <a:ext cx="6096000" cy="3429000"/>
          </a:xfrm>
          <a:ln/>
        </p:spPr>
      </p:sp>
      <p:sp>
        <p:nvSpPr>
          <p:cNvPr id="209924" name="Rectangle 3">
            <a:extLst>
              <a:ext uri="{FF2B5EF4-FFF2-40B4-BE49-F238E27FC236}">
                <a16:creationId xmlns:a16="http://schemas.microsoft.com/office/drawing/2014/main" id="{9E00CA28-C791-8282-86ED-8B8A900D9C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ko-KR" altLang="ko-KR" dirty="0">
              <a:latin typeface="굴림" charset="0"/>
              <a:ea typeface="굴림" charset="0"/>
            </a:endParaRPr>
          </a:p>
        </p:txBody>
      </p:sp>
    </p:spTree>
    <p:extLst>
      <p:ext uri="{BB962C8B-B14F-4D97-AF65-F5344CB8AC3E}">
        <p14:creationId xmlns:p14="http://schemas.microsoft.com/office/powerpoint/2010/main" val="39628073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D91CD-F82C-227B-8A4F-B5D491632AF3}"/>
            </a:ext>
          </a:extLst>
        </p:cNvPr>
        <p:cNvGrpSpPr/>
        <p:nvPr/>
      </p:nvGrpSpPr>
      <p:grpSpPr>
        <a:xfrm>
          <a:off x="0" y="0"/>
          <a:ext cx="0" cy="0"/>
          <a:chOff x="0" y="0"/>
          <a:chExt cx="0" cy="0"/>
        </a:xfrm>
      </p:grpSpPr>
      <p:sp>
        <p:nvSpPr>
          <p:cNvPr id="209922" name="Rectangle 7">
            <a:extLst>
              <a:ext uri="{FF2B5EF4-FFF2-40B4-BE49-F238E27FC236}">
                <a16:creationId xmlns:a16="http://schemas.microsoft.com/office/drawing/2014/main" id="{0B83B562-0D63-230F-ED42-50969DAF34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8472ED71-B354-9E4F-B246-D866B340A2C1}" type="slidenum">
              <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rPr>
              <a:pPr marL="0" marR="0" lvl="0" indent="0" algn="r" defTabSz="914400" rtl="0" eaLnBrk="1" fontAlgn="base" latinLnBrk="1" hangingPunct="1">
                <a:lnSpc>
                  <a:spcPct val="100000"/>
                </a:lnSpc>
                <a:spcBef>
                  <a:spcPct val="0"/>
                </a:spcBef>
                <a:spcAft>
                  <a:spcPct val="0"/>
                </a:spcAft>
                <a:buClrTx/>
                <a:buSzTx/>
                <a:buFontTx/>
                <a:buNone/>
                <a:tabLst/>
                <a:defRPr/>
              </a:pPr>
              <a:t>179</a:t>
            </a:fld>
            <a:endPar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endParaRPr>
          </a:p>
        </p:txBody>
      </p:sp>
      <p:sp>
        <p:nvSpPr>
          <p:cNvPr id="209923" name="Rectangle 2">
            <a:extLst>
              <a:ext uri="{FF2B5EF4-FFF2-40B4-BE49-F238E27FC236}">
                <a16:creationId xmlns:a16="http://schemas.microsoft.com/office/drawing/2014/main" id="{71252152-634B-3696-719D-6D790F7F4398}"/>
              </a:ext>
            </a:extLst>
          </p:cNvPr>
          <p:cNvSpPr>
            <a:spLocks noGrp="1" noRot="1" noChangeAspect="1" noChangeArrowheads="1" noTextEdit="1"/>
          </p:cNvSpPr>
          <p:nvPr>
            <p:ph type="sldImg"/>
          </p:nvPr>
        </p:nvSpPr>
        <p:spPr>
          <a:xfrm>
            <a:off x="381000" y="685800"/>
            <a:ext cx="6096000" cy="3429000"/>
          </a:xfrm>
          <a:ln/>
        </p:spPr>
      </p:sp>
      <p:sp>
        <p:nvSpPr>
          <p:cNvPr id="209924" name="Rectangle 3">
            <a:extLst>
              <a:ext uri="{FF2B5EF4-FFF2-40B4-BE49-F238E27FC236}">
                <a16:creationId xmlns:a16="http://schemas.microsoft.com/office/drawing/2014/main" id="{9EB9D076-6475-9237-4457-F929CE35A1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ko-KR" altLang="ko-KR" dirty="0">
              <a:latin typeface="굴림" charset="0"/>
              <a:ea typeface="굴림" charset="0"/>
            </a:endParaRPr>
          </a:p>
        </p:txBody>
      </p:sp>
    </p:spTree>
    <p:extLst>
      <p:ext uri="{BB962C8B-B14F-4D97-AF65-F5344CB8AC3E}">
        <p14:creationId xmlns:p14="http://schemas.microsoft.com/office/powerpoint/2010/main" val="4951101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C1708-B294-78EA-1883-7F67841AC65C}"/>
            </a:ext>
          </a:extLst>
        </p:cNvPr>
        <p:cNvGrpSpPr/>
        <p:nvPr/>
      </p:nvGrpSpPr>
      <p:grpSpPr>
        <a:xfrm>
          <a:off x="0" y="0"/>
          <a:ext cx="0" cy="0"/>
          <a:chOff x="0" y="0"/>
          <a:chExt cx="0" cy="0"/>
        </a:xfrm>
      </p:grpSpPr>
      <p:sp>
        <p:nvSpPr>
          <p:cNvPr id="209922" name="Rectangle 7">
            <a:extLst>
              <a:ext uri="{FF2B5EF4-FFF2-40B4-BE49-F238E27FC236}">
                <a16:creationId xmlns:a16="http://schemas.microsoft.com/office/drawing/2014/main" id="{EC0CBC29-B4CD-CE13-55B0-44351A9917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8472ED71-B354-9E4F-B246-D866B340A2C1}" type="slidenum">
              <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rPr>
              <a:pPr marL="0" marR="0" lvl="0" indent="0" algn="r" defTabSz="914400" rtl="0" eaLnBrk="1" fontAlgn="base" latinLnBrk="1" hangingPunct="1">
                <a:lnSpc>
                  <a:spcPct val="100000"/>
                </a:lnSpc>
                <a:spcBef>
                  <a:spcPct val="0"/>
                </a:spcBef>
                <a:spcAft>
                  <a:spcPct val="0"/>
                </a:spcAft>
                <a:buClrTx/>
                <a:buSzTx/>
                <a:buFontTx/>
                <a:buNone/>
                <a:tabLst/>
                <a:defRPr/>
              </a:pPr>
              <a:t>190</a:t>
            </a:fld>
            <a:endPar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endParaRPr>
          </a:p>
        </p:txBody>
      </p:sp>
      <p:sp>
        <p:nvSpPr>
          <p:cNvPr id="209923" name="Rectangle 2">
            <a:extLst>
              <a:ext uri="{FF2B5EF4-FFF2-40B4-BE49-F238E27FC236}">
                <a16:creationId xmlns:a16="http://schemas.microsoft.com/office/drawing/2014/main" id="{2DF391CD-112F-B68A-65DD-F7F4B5446ED9}"/>
              </a:ext>
            </a:extLst>
          </p:cNvPr>
          <p:cNvSpPr>
            <a:spLocks noGrp="1" noRot="1" noChangeAspect="1" noChangeArrowheads="1" noTextEdit="1"/>
          </p:cNvSpPr>
          <p:nvPr>
            <p:ph type="sldImg"/>
          </p:nvPr>
        </p:nvSpPr>
        <p:spPr>
          <a:xfrm>
            <a:off x="381000" y="685800"/>
            <a:ext cx="6096000" cy="3429000"/>
          </a:xfrm>
          <a:ln/>
        </p:spPr>
      </p:sp>
      <p:sp>
        <p:nvSpPr>
          <p:cNvPr id="209924" name="Rectangle 3">
            <a:extLst>
              <a:ext uri="{FF2B5EF4-FFF2-40B4-BE49-F238E27FC236}">
                <a16:creationId xmlns:a16="http://schemas.microsoft.com/office/drawing/2014/main" id="{6D362563-86BB-7EA8-69BF-D3E7996C07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ko-KR" altLang="ko-KR" dirty="0">
              <a:latin typeface="굴림" charset="0"/>
              <a:ea typeface="굴림" charset="0"/>
            </a:endParaRPr>
          </a:p>
        </p:txBody>
      </p:sp>
    </p:spTree>
    <p:extLst>
      <p:ext uri="{BB962C8B-B14F-4D97-AF65-F5344CB8AC3E}">
        <p14:creationId xmlns:p14="http://schemas.microsoft.com/office/powerpoint/2010/main" val="4668394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DAF53-FD4E-C82D-C7BC-595372EB09FD}"/>
            </a:ext>
          </a:extLst>
        </p:cNvPr>
        <p:cNvGrpSpPr/>
        <p:nvPr/>
      </p:nvGrpSpPr>
      <p:grpSpPr>
        <a:xfrm>
          <a:off x="0" y="0"/>
          <a:ext cx="0" cy="0"/>
          <a:chOff x="0" y="0"/>
          <a:chExt cx="0" cy="0"/>
        </a:xfrm>
      </p:grpSpPr>
      <p:sp>
        <p:nvSpPr>
          <p:cNvPr id="209922" name="Rectangle 7">
            <a:extLst>
              <a:ext uri="{FF2B5EF4-FFF2-40B4-BE49-F238E27FC236}">
                <a16:creationId xmlns:a16="http://schemas.microsoft.com/office/drawing/2014/main" id="{60BCD3E6-BE1C-8A0B-8F06-8C07F123A8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8472ED71-B354-9E4F-B246-D866B340A2C1}" type="slidenum">
              <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rPr>
              <a:pPr marL="0" marR="0" lvl="0" indent="0" algn="r" defTabSz="914400" rtl="0" eaLnBrk="1" fontAlgn="base" latinLnBrk="1" hangingPunct="1">
                <a:lnSpc>
                  <a:spcPct val="100000"/>
                </a:lnSpc>
                <a:spcBef>
                  <a:spcPct val="0"/>
                </a:spcBef>
                <a:spcAft>
                  <a:spcPct val="0"/>
                </a:spcAft>
                <a:buClrTx/>
                <a:buSzTx/>
                <a:buFontTx/>
                <a:buNone/>
                <a:tabLst/>
                <a:defRPr/>
              </a:pPr>
              <a:t>200</a:t>
            </a:fld>
            <a:endPar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endParaRPr>
          </a:p>
        </p:txBody>
      </p:sp>
      <p:sp>
        <p:nvSpPr>
          <p:cNvPr id="209923" name="Rectangle 2">
            <a:extLst>
              <a:ext uri="{FF2B5EF4-FFF2-40B4-BE49-F238E27FC236}">
                <a16:creationId xmlns:a16="http://schemas.microsoft.com/office/drawing/2014/main" id="{17E457CD-F0E5-5342-AB10-D692D334C4C9}"/>
              </a:ext>
            </a:extLst>
          </p:cNvPr>
          <p:cNvSpPr>
            <a:spLocks noGrp="1" noRot="1" noChangeAspect="1" noChangeArrowheads="1" noTextEdit="1"/>
          </p:cNvSpPr>
          <p:nvPr>
            <p:ph type="sldImg"/>
          </p:nvPr>
        </p:nvSpPr>
        <p:spPr>
          <a:xfrm>
            <a:off x="381000" y="685800"/>
            <a:ext cx="6096000" cy="3429000"/>
          </a:xfrm>
          <a:ln/>
        </p:spPr>
      </p:sp>
      <p:sp>
        <p:nvSpPr>
          <p:cNvPr id="209924" name="Rectangle 3">
            <a:extLst>
              <a:ext uri="{FF2B5EF4-FFF2-40B4-BE49-F238E27FC236}">
                <a16:creationId xmlns:a16="http://schemas.microsoft.com/office/drawing/2014/main" id="{C71629C1-8B5D-3658-931D-1E5DF09080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ko-KR" altLang="ko-KR" dirty="0">
              <a:latin typeface="굴림" charset="0"/>
              <a:ea typeface="굴림" charset="0"/>
            </a:endParaRPr>
          </a:p>
        </p:txBody>
      </p:sp>
    </p:spTree>
    <p:extLst>
      <p:ext uri="{BB962C8B-B14F-4D97-AF65-F5344CB8AC3E}">
        <p14:creationId xmlns:p14="http://schemas.microsoft.com/office/powerpoint/2010/main" val="25590975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7BF5A-1888-DFC7-8796-1492DE9191E8}"/>
            </a:ext>
          </a:extLst>
        </p:cNvPr>
        <p:cNvGrpSpPr/>
        <p:nvPr/>
      </p:nvGrpSpPr>
      <p:grpSpPr>
        <a:xfrm>
          <a:off x="0" y="0"/>
          <a:ext cx="0" cy="0"/>
          <a:chOff x="0" y="0"/>
          <a:chExt cx="0" cy="0"/>
        </a:xfrm>
      </p:grpSpPr>
      <p:sp>
        <p:nvSpPr>
          <p:cNvPr id="81922" name="Rectangle 7">
            <a:extLst>
              <a:ext uri="{FF2B5EF4-FFF2-40B4-BE49-F238E27FC236}">
                <a16:creationId xmlns:a16="http://schemas.microsoft.com/office/drawing/2014/main" id="{7CC092FD-893A-0AA3-5CB0-DC25672456BC}"/>
              </a:ext>
            </a:extLst>
          </p:cNvPr>
          <p:cNvSpPr>
            <a:spLocks noGrp="1" noChangeArrowheads="1"/>
          </p:cNvSpPr>
          <p:nvPr>
            <p:ph type="sldNum" sz="quarter" idx="5"/>
          </p:nvPr>
        </p:nvSpPr>
        <p:spPr>
          <a:noFill/>
        </p:spPr>
        <p:txBody>
          <a:bodyPr/>
          <a:lstStyle/>
          <a:p>
            <a:pPr marL="0" marR="0" lvl="0" indent="0" algn="r" defTabSz="914400" rtl="0" eaLnBrk="1" fontAlgn="base" latinLnBrk="1" hangingPunct="1">
              <a:lnSpc>
                <a:spcPct val="100000"/>
              </a:lnSpc>
              <a:spcBef>
                <a:spcPct val="0"/>
              </a:spcBef>
              <a:spcAft>
                <a:spcPct val="0"/>
              </a:spcAft>
              <a:buClrTx/>
              <a:buSzTx/>
              <a:buFontTx/>
              <a:buNone/>
              <a:tabLst/>
              <a:defRPr/>
            </a:pPr>
            <a:fld id="{CE6553A2-1B04-4E85-B4D5-CF9EBB358F7F}" type="slidenum">
              <a:rPr kumimoji="1" lang="en-US" altLang="ko-KR" sz="1200" b="0" i="0" u="none" strike="noStrike" kern="1200" cap="none" spc="0" normalizeH="0" baseline="0" noProof="0">
                <a:ln>
                  <a:noFill/>
                </a:ln>
                <a:solidFill>
                  <a:srgbClr val="000000"/>
                </a:solidFill>
                <a:effectLst/>
                <a:uLnTx/>
                <a:uFillTx/>
                <a:latin typeface="굴림" charset="0"/>
                <a:ea typeface="굴림" charset="0"/>
                <a:cs typeface="+mn-cs"/>
              </a:rPr>
              <a:pPr marL="0" marR="0" lvl="0" indent="0" algn="r" defTabSz="914400" rtl="0" eaLnBrk="1" fontAlgn="base" latinLnBrk="1" hangingPunct="1">
                <a:lnSpc>
                  <a:spcPct val="100000"/>
                </a:lnSpc>
                <a:spcBef>
                  <a:spcPct val="0"/>
                </a:spcBef>
                <a:spcAft>
                  <a:spcPct val="0"/>
                </a:spcAft>
                <a:buClrTx/>
                <a:buSzTx/>
                <a:buFontTx/>
                <a:buNone/>
                <a:tabLst/>
                <a:defRPr/>
              </a:pPr>
              <a:t>213</a:t>
            </a:fld>
            <a:endParaRPr kumimoji="1" lang="en-US" altLang="ko-KR" sz="1200" b="0" i="0" u="none" strike="noStrike" kern="1200" cap="none" spc="0" normalizeH="0" baseline="0" noProof="0">
              <a:ln>
                <a:noFill/>
              </a:ln>
              <a:solidFill>
                <a:srgbClr val="000000"/>
              </a:solidFill>
              <a:effectLst/>
              <a:uLnTx/>
              <a:uFillTx/>
              <a:latin typeface="굴림" charset="0"/>
              <a:ea typeface="굴림" charset="0"/>
              <a:cs typeface="+mn-cs"/>
            </a:endParaRPr>
          </a:p>
        </p:txBody>
      </p:sp>
      <p:sp>
        <p:nvSpPr>
          <p:cNvPr id="81923" name="Rectangle 2">
            <a:extLst>
              <a:ext uri="{FF2B5EF4-FFF2-40B4-BE49-F238E27FC236}">
                <a16:creationId xmlns:a16="http://schemas.microsoft.com/office/drawing/2014/main" id="{72DDD4C6-025C-8482-22D1-5FC8922BC22B}"/>
              </a:ext>
            </a:extLst>
          </p:cNvPr>
          <p:cNvSpPr>
            <a:spLocks noGrp="1" noRot="1" noChangeAspect="1" noChangeArrowheads="1" noTextEdit="1"/>
          </p:cNvSpPr>
          <p:nvPr>
            <p:ph type="sldImg"/>
          </p:nvPr>
        </p:nvSpPr>
        <p:spPr>
          <a:xfrm>
            <a:off x="381000" y="685800"/>
            <a:ext cx="6096000" cy="3429000"/>
          </a:xfrm>
          <a:ln/>
        </p:spPr>
      </p:sp>
      <p:sp>
        <p:nvSpPr>
          <p:cNvPr id="81924" name="Rectangle 3">
            <a:extLst>
              <a:ext uri="{FF2B5EF4-FFF2-40B4-BE49-F238E27FC236}">
                <a16:creationId xmlns:a16="http://schemas.microsoft.com/office/drawing/2014/main" id="{B4BE8DC4-81CE-C249-E61E-320F23961185}"/>
              </a:ext>
            </a:extLst>
          </p:cNvPr>
          <p:cNvSpPr>
            <a:spLocks noGrp="1" noChangeArrowheads="1"/>
          </p:cNvSpPr>
          <p:nvPr>
            <p:ph type="body" idx="1"/>
          </p:nvPr>
        </p:nvSpPr>
        <p:spPr>
          <a:noFill/>
          <a:ln/>
        </p:spPr>
        <p:txBody>
          <a:bodyPr/>
          <a:lstStyle/>
          <a:p>
            <a:pPr eaLnBrk="1" hangingPunct="1"/>
            <a:endParaRPr lang="ko-KR" altLang="ko-KR" dirty="0"/>
          </a:p>
        </p:txBody>
      </p:sp>
    </p:spTree>
    <p:extLst>
      <p:ext uri="{BB962C8B-B14F-4D97-AF65-F5344CB8AC3E}">
        <p14:creationId xmlns:p14="http://schemas.microsoft.com/office/powerpoint/2010/main" val="21568399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C0C9C1-CAD9-F748-8F65-35A01F8122FA}" type="slidenum">
              <a:rPr lang="en-US" altLang="ko-KR" smtClean="0"/>
              <a:pPr/>
              <a:t>214</a:t>
            </a:fld>
            <a:endParaRPr lang="en-US" altLang="ko-KR"/>
          </a:p>
        </p:txBody>
      </p:sp>
    </p:spTree>
    <p:extLst>
      <p:ext uri="{BB962C8B-B14F-4D97-AF65-F5344CB8AC3E}">
        <p14:creationId xmlns:p14="http://schemas.microsoft.com/office/powerpoint/2010/main" val="11773504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0A660F72-C90A-B141-9385-C986D9BBF95B}" type="slidenum">
              <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rPr>
              <a:pPr marL="0" marR="0" lvl="0" indent="0" algn="r" defTabSz="914400" rtl="0" eaLnBrk="1" fontAlgn="base" latinLnBrk="1" hangingPunct="1">
                <a:lnSpc>
                  <a:spcPct val="100000"/>
                </a:lnSpc>
                <a:spcBef>
                  <a:spcPct val="0"/>
                </a:spcBef>
                <a:spcAft>
                  <a:spcPct val="0"/>
                </a:spcAft>
                <a:buClrTx/>
                <a:buSzTx/>
                <a:buFontTx/>
                <a:buNone/>
                <a:tabLst/>
                <a:defRPr/>
              </a:pPr>
              <a:t>233</a:t>
            </a:fld>
            <a:endPar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endParaRPr>
          </a:p>
        </p:txBody>
      </p:sp>
      <p:sp>
        <p:nvSpPr>
          <p:cNvPr id="232451" name="Rectangle 2"/>
          <p:cNvSpPr>
            <a:spLocks noGrp="1" noRot="1" noChangeAspect="1" noChangeArrowheads="1" noTextEdit="1"/>
          </p:cNvSpPr>
          <p:nvPr>
            <p:ph type="sldImg"/>
          </p:nvPr>
        </p:nvSpPr>
        <p:spPr>
          <a:xfrm>
            <a:off x="381000" y="685800"/>
            <a:ext cx="6096000" cy="3429000"/>
          </a:xfrm>
          <a:solidFill>
            <a:srgbClr val="FFFFFF"/>
          </a:solidFill>
          <a:ln/>
        </p:spPr>
      </p:sp>
      <p:sp>
        <p:nvSpPr>
          <p:cNvPr id="23245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ko-KR" altLang="ko-KR">
              <a:latin typeface="굴림" charset="0"/>
              <a:ea typeface="굴림" charset="0"/>
            </a:endParaRPr>
          </a:p>
        </p:txBody>
      </p:sp>
    </p:spTree>
    <p:extLst>
      <p:ext uri="{BB962C8B-B14F-4D97-AF65-F5344CB8AC3E}">
        <p14:creationId xmlns:p14="http://schemas.microsoft.com/office/powerpoint/2010/main" val="34008036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E1E29BB9-8B24-E44E-84FF-29BC26246072}" type="slidenum">
              <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rPr>
              <a:pPr marL="0" marR="0" lvl="0" indent="0" algn="r" defTabSz="914400" rtl="0" eaLnBrk="1" fontAlgn="base" latinLnBrk="1" hangingPunct="1">
                <a:lnSpc>
                  <a:spcPct val="100000"/>
                </a:lnSpc>
                <a:spcBef>
                  <a:spcPct val="0"/>
                </a:spcBef>
                <a:spcAft>
                  <a:spcPct val="0"/>
                </a:spcAft>
                <a:buClrTx/>
                <a:buSzTx/>
                <a:buFontTx/>
                <a:buNone/>
                <a:tabLst/>
                <a:defRPr/>
              </a:pPr>
              <a:t>234</a:t>
            </a:fld>
            <a:endPar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endParaRPr>
          </a:p>
        </p:txBody>
      </p:sp>
      <p:sp>
        <p:nvSpPr>
          <p:cNvPr id="233475" name="Rectangle 2"/>
          <p:cNvSpPr>
            <a:spLocks noGrp="1" noRot="1" noChangeAspect="1" noChangeArrowheads="1" noTextEdit="1"/>
          </p:cNvSpPr>
          <p:nvPr>
            <p:ph type="sldImg"/>
          </p:nvPr>
        </p:nvSpPr>
        <p:spPr>
          <a:xfrm>
            <a:off x="381000" y="685800"/>
            <a:ext cx="6096000" cy="3429000"/>
          </a:xfrm>
          <a:solidFill>
            <a:srgbClr val="FFFFFF"/>
          </a:solidFill>
          <a:ln/>
        </p:spPr>
      </p:sp>
      <p:sp>
        <p:nvSpPr>
          <p:cNvPr id="23347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ko-KR" altLang="ko-KR">
              <a:latin typeface="굴림" charset="0"/>
              <a:ea typeface="굴림" charset="0"/>
            </a:endParaRPr>
          </a:p>
        </p:txBody>
      </p:sp>
    </p:spTree>
    <p:extLst>
      <p:ext uri="{BB962C8B-B14F-4D97-AF65-F5344CB8AC3E}">
        <p14:creationId xmlns:p14="http://schemas.microsoft.com/office/powerpoint/2010/main" val="34892922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D09197C2-2E63-754C-A61B-2D9003DFE279}" type="slidenum">
              <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rPr>
              <a:pPr marL="0" marR="0" lvl="0" indent="0" algn="r" defTabSz="914400" rtl="0" eaLnBrk="1" fontAlgn="base" latinLnBrk="1" hangingPunct="1">
                <a:lnSpc>
                  <a:spcPct val="100000"/>
                </a:lnSpc>
                <a:spcBef>
                  <a:spcPct val="0"/>
                </a:spcBef>
                <a:spcAft>
                  <a:spcPct val="0"/>
                </a:spcAft>
                <a:buClrTx/>
                <a:buSzTx/>
                <a:buFontTx/>
                <a:buNone/>
                <a:tabLst/>
                <a:defRPr/>
              </a:pPr>
              <a:t>235</a:t>
            </a:fld>
            <a:endParaRPr kumimoji="1" lang="en-US" altLang="ko-KR" sz="1200" b="0" i="0" u="none" strike="noStrike" kern="1200" cap="none" spc="0" normalizeH="0" baseline="0" noProof="0">
              <a:ln>
                <a:noFill/>
              </a:ln>
              <a:solidFill>
                <a:prstClr val="black"/>
              </a:solidFill>
              <a:effectLst/>
              <a:uLnTx/>
              <a:uFillTx/>
              <a:latin typeface="굴림" charset="0"/>
              <a:ea typeface="굴림" charset="0"/>
              <a:cs typeface="+mn-cs"/>
            </a:endParaRPr>
          </a:p>
        </p:txBody>
      </p:sp>
      <p:sp>
        <p:nvSpPr>
          <p:cNvPr id="234499" name="Rectangle 2"/>
          <p:cNvSpPr>
            <a:spLocks noGrp="1" noRot="1" noChangeAspect="1" noChangeArrowheads="1" noTextEdit="1"/>
          </p:cNvSpPr>
          <p:nvPr>
            <p:ph type="sldImg"/>
          </p:nvPr>
        </p:nvSpPr>
        <p:spPr>
          <a:xfrm>
            <a:off x="381000" y="685800"/>
            <a:ext cx="6096000" cy="3429000"/>
          </a:xfrm>
          <a:solidFill>
            <a:srgbClr val="FFFFFF"/>
          </a:solidFill>
          <a:ln/>
        </p:spPr>
      </p:sp>
      <p:sp>
        <p:nvSpPr>
          <p:cNvPr id="234500"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ko-KR" altLang="ko-KR">
              <a:latin typeface="굴림" charset="0"/>
              <a:ea typeface="굴림" charset="0"/>
            </a:endParaRPr>
          </a:p>
        </p:txBody>
      </p:sp>
    </p:spTree>
    <p:extLst>
      <p:ext uri="{BB962C8B-B14F-4D97-AF65-F5344CB8AC3E}">
        <p14:creationId xmlns:p14="http://schemas.microsoft.com/office/powerpoint/2010/main" val="19105234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C0C9C1-CAD9-F748-8F65-35A01F8122FA}" type="slidenum">
              <a:rPr lang="en-US" altLang="ko-KR" smtClean="0"/>
              <a:pPr/>
              <a:t>242</a:t>
            </a:fld>
            <a:endParaRPr lang="en-US" altLang="ko-KR"/>
          </a:p>
        </p:txBody>
      </p:sp>
    </p:spTree>
    <p:extLst>
      <p:ext uri="{BB962C8B-B14F-4D97-AF65-F5344CB8AC3E}">
        <p14:creationId xmlns:p14="http://schemas.microsoft.com/office/powerpoint/2010/main" val="9204474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C0C9C1-CAD9-F748-8F65-35A01F8122FA}" type="slidenum">
              <a:rPr lang="en-US" altLang="ko-KR" smtClean="0"/>
              <a:pPr/>
              <a:t>263</a:t>
            </a:fld>
            <a:endParaRPr lang="en-US" altLang="ko-KR"/>
          </a:p>
        </p:txBody>
      </p:sp>
    </p:spTree>
    <p:extLst>
      <p:ext uri="{BB962C8B-B14F-4D97-AF65-F5344CB8AC3E}">
        <p14:creationId xmlns:p14="http://schemas.microsoft.com/office/powerpoint/2010/main" val="29237804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pPr marL="0" marR="0" lvl="0" indent="0" algn="r" defTabSz="914400" rtl="0" eaLnBrk="1" fontAlgn="base" latinLnBrk="1" hangingPunct="1">
              <a:lnSpc>
                <a:spcPct val="100000"/>
              </a:lnSpc>
              <a:spcBef>
                <a:spcPct val="0"/>
              </a:spcBef>
              <a:spcAft>
                <a:spcPct val="0"/>
              </a:spcAft>
              <a:buClrTx/>
              <a:buSzTx/>
              <a:buFontTx/>
              <a:buNone/>
              <a:tabLst/>
              <a:defRPr/>
            </a:pPr>
            <a:fld id="{CE6553A2-1B04-4E85-B4D5-CF9EBB358F7F}" type="slidenum">
              <a:rPr kumimoji="1" lang="en-US" altLang="ko-KR" sz="1200" b="0" i="0" u="none" strike="noStrike" kern="1200" cap="none" spc="0" normalizeH="0" baseline="0" noProof="0">
                <a:ln>
                  <a:noFill/>
                </a:ln>
                <a:solidFill>
                  <a:srgbClr val="000000"/>
                </a:solidFill>
                <a:effectLst/>
                <a:uLnTx/>
                <a:uFillTx/>
                <a:latin typeface="굴림" charset="0"/>
                <a:ea typeface="굴림" charset="0"/>
                <a:cs typeface="+mn-cs"/>
              </a:rPr>
              <a:pPr marL="0" marR="0" lvl="0" indent="0" algn="r" defTabSz="914400" rtl="0" eaLnBrk="1" fontAlgn="base" latinLnBrk="1" hangingPunct="1">
                <a:lnSpc>
                  <a:spcPct val="100000"/>
                </a:lnSpc>
                <a:spcBef>
                  <a:spcPct val="0"/>
                </a:spcBef>
                <a:spcAft>
                  <a:spcPct val="0"/>
                </a:spcAft>
                <a:buClrTx/>
                <a:buSzTx/>
                <a:buFontTx/>
                <a:buNone/>
                <a:tabLst/>
                <a:defRPr/>
              </a:pPr>
              <a:t>264</a:t>
            </a:fld>
            <a:endParaRPr kumimoji="1" lang="en-US" altLang="ko-KR" sz="1200" b="0" i="0" u="none" strike="noStrike" kern="1200" cap="none" spc="0" normalizeH="0" baseline="0" noProof="0">
              <a:ln>
                <a:noFill/>
              </a:ln>
              <a:solidFill>
                <a:srgbClr val="000000"/>
              </a:solidFill>
              <a:effectLst/>
              <a:uLnTx/>
              <a:uFillTx/>
              <a:latin typeface="굴림" charset="0"/>
              <a:ea typeface="굴림" charset="0"/>
              <a:cs typeface="+mn-cs"/>
            </a:endParaRPr>
          </a:p>
        </p:txBody>
      </p:sp>
      <p:sp>
        <p:nvSpPr>
          <p:cNvPr id="81923" name="Rectangle 2"/>
          <p:cNvSpPr>
            <a:spLocks noGrp="1" noRot="1" noChangeAspect="1" noChangeArrowheads="1" noTextEdit="1"/>
          </p:cNvSpPr>
          <p:nvPr>
            <p:ph type="sldImg"/>
          </p:nvPr>
        </p:nvSpPr>
        <p:spPr>
          <a:xfrm>
            <a:off x="381000" y="685800"/>
            <a:ext cx="6096000" cy="3429000"/>
          </a:xfrm>
          <a:ln/>
        </p:spPr>
      </p:sp>
      <p:sp>
        <p:nvSpPr>
          <p:cNvPr id="81924" name="Rectangle 3"/>
          <p:cNvSpPr>
            <a:spLocks noGrp="1" noChangeArrowheads="1"/>
          </p:cNvSpPr>
          <p:nvPr>
            <p:ph type="body" idx="1"/>
          </p:nvPr>
        </p:nvSpPr>
        <p:spPr>
          <a:noFill/>
          <a:ln/>
        </p:spPr>
        <p:txBody>
          <a:bodyPr/>
          <a:lstStyle/>
          <a:p>
            <a:pPr eaLnBrk="1" hangingPunct="1"/>
            <a:endParaRPr lang="ko-KR" altLang="ko-KR" dirty="0"/>
          </a:p>
        </p:txBody>
      </p:sp>
    </p:spTree>
    <p:extLst>
      <p:ext uri="{BB962C8B-B14F-4D97-AF65-F5344CB8AC3E}">
        <p14:creationId xmlns:p14="http://schemas.microsoft.com/office/powerpoint/2010/main" val="22449416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제목 슬라이드">
    <p:spTree>
      <p:nvGrpSpPr>
        <p:cNvPr id="1" name=""/>
        <p:cNvGrpSpPr/>
        <p:nvPr/>
      </p:nvGrpSpPr>
      <p:grpSpPr>
        <a:xfrm>
          <a:off x="0" y="0"/>
          <a:ext cx="0" cy="0"/>
          <a:chOff x="0" y="0"/>
          <a:chExt cx="0" cy="0"/>
        </a:xfrm>
      </p:grpSpPr>
      <p:sp>
        <p:nvSpPr>
          <p:cNvPr id="10" name="직각 삼각형 9"/>
          <p:cNvSpPr/>
          <p:nvPr/>
        </p:nvSpPr>
        <p:spPr>
          <a:xfrm>
            <a:off x="-2" y="4664147"/>
            <a:ext cx="12201452"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6000"/>
          </a:p>
        </p:txBody>
      </p:sp>
      <p:sp>
        <p:nvSpPr>
          <p:cNvPr id="9" name="제목 8"/>
          <p:cNvSpPr>
            <a:spLocks noGrp="1"/>
          </p:cNvSpPr>
          <p:nvPr>
            <p:ph type="ctrTitle"/>
          </p:nvPr>
        </p:nvSpPr>
        <p:spPr>
          <a:xfrm>
            <a:off x="914400" y="1752602"/>
            <a:ext cx="103632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ko-KR" altLang="en-US"/>
              <a:t>마스터 제목 스타일 편집</a:t>
            </a:r>
            <a:endParaRPr kumimoji="0" lang="en-US"/>
          </a:p>
        </p:txBody>
      </p:sp>
      <p:sp>
        <p:nvSpPr>
          <p:cNvPr id="17" name="부제목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ko-KR" altLang="en-US"/>
              <a:t>마스터 부제목 스타일 편집</a:t>
            </a:r>
            <a:endParaRPr kumimoji="0" lang="en-US"/>
          </a:p>
        </p:txBody>
      </p:sp>
      <p:grpSp>
        <p:nvGrpSpPr>
          <p:cNvPr id="2" name="그룹 1"/>
          <p:cNvGrpSpPr/>
          <p:nvPr/>
        </p:nvGrpSpPr>
        <p:grpSpPr>
          <a:xfrm>
            <a:off x="-5019" y="4953000"/>
            <a:ext cx="12197020" cy="1912088"/>
            <a:chOff x="-3765" y="4832896"/>
            <a:chExt cx="9147765" cy="2032192"/>
          </a:xfrm>
        </p:grpSpPr>
        <p:sp>
          <p:nvSpPr>
            <p:cNvPr id="7" name="자유형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6000"/>
            </a:p>
          </p:txBody>
        </p:sp>
        <p:sp>
          <p:nvSpPr>
            <p:cNvPr id="8" name="자유형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6000"/>
            </a:p>
          </p:txBody>
        </p:sp>
        <p:sp>
          <p:nvSpPr>
            <p:cNvPr id="11" name="자유형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sz="6000"/>
            </a:p>
          </p:txBody>
        </p:sp>
        <p:cxnSp>
          <p:nvCxnSpPr>
            <p:cNvPr id="12" name="직선 연결선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날짜 개체 틀 29"/>
          <p:cNvSpPr>
            <a:spLocks noGrp="1"/>
          </p:cNvSpPr>
          <p:nvPr>
            <p:ph type="dt" sz="half" idx="10"/>
          </p:nvPr>
        </p:nvSpPr>
        <p:spPr/>
        <p:txBody>
          <a:bodyPr/>
          <a:lstStyle>
            <a:lvl1pPr>
              <a:defRPr>
                <a:solidFill>
                  <a:srgbClr val="FFFFFF"/>
                </a:solidFill>
              </a:defRPr>
            </a:lvl1pPr>
            <a:extLst/>
          </a:lstStyle>
          <a:p>
            <a:pPr>
              <a:defRPr/>
            </a:pPr>
            <a:fld id="{5F754127-D09A-435F-BA50-6328D629018F}" type="datetimeFigureOut">
              <a:rPr lang="en-US" smtClean="0"/>
              <a:pPr>
                <a:defRPr/>
              </a:pPr>
              <a:t>5/30/26</a:t>
            </a:fld>
            <a:endParaRPr lang="en-US"/>
          </a:p>
        </p:txBody>
      </p:sp>
      <p:sp>
        <p:nvSpPr>
          <p:cNvPr id="19" name="바닥글 개체 틀 18"/>
          <p:cNvSpPr>
            <a:spLocks noGrp="1"/>
          </p:cNvSpPr>
          <p:nvPr>
            <p:ph type="ftr" sz="quarter" idx="11"/>
          </p:nvPr>
        </p:nvSpPr>
        <p:spPr/>
        <p:txBody>
          <a:bodyPr/>
          <a:lstStyle>
            <a:lvl1pPr>
              <a:defRPr>
                <a:solidFill>
                  <a:schemeClr val="accent1">
                    <a:tint val="20000"/>
                  </a:schemeClr>
                </a:solidFill>
              </a:defRPr>
            </a:lvl1pPr>
            <a:extLst/>
          </a:lstStyle>
          <a:p>
            <a:pPr>
              <a:defRPr/>
            </a:pPr>
            <a:endParaRPr lang="ko-KR" altLang="en-US"/>
          </a:p>
        </p:txBody>
      </p:sp>
      <p:sp>
        <p:nvSpPr>
          <p:cNvPr id="27" name="슬라이드 번호 개체 틀 26"/>
          <p:cNvSpPr>
            <a:spLocks noGrp="1"/>
          </p:cNvSpPr>
          <p:nvPr>
            <p:ph type="sldNum" sz="quarter" idx="12"/>
          </p:nvPr>
        </p:nvSpPr>
        <p:spPr/>
        <p:txBody>
          <a:bodyPr/>
          <a:lstStyle>
            <a:lvl1pPr>
              <a:defRPr>
                <a:solidFill>
                  <a:srgbClr val="FFFFFF"/>
                </a:solidFill>
              </a:defRPr>
            </a:lvl1pPr>
            <a:extLst/>
          </a:lstStyle>
          <a:p>
            <a:pPr>
              <a:defRPr/>
            </a:pPr>
            <a:fld id="{A901F14B-66B7-4F4E-8589-B442B1E26BFD}" type="slidenum">
              <a:rPr lang="ko-KR" altLang="en-US" smtClean="0"/>
              <a:pPr>
                <a:defRPr/>
              </a:pPr>
              <a:t>‹#›</a:t>
            </a:fld>
            <a:endParaRPr lang="ko-KR"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3" name="내용 개체 틀 2"/>
          <p:cNvSpPr>
            <a:spLocks noGrp="1"/>
          </p:cNvSpPr>
          <p:nvPr>
            <p:ph idx="1"/>
          </p:nvPr>
        </p:nvSpPr>
        <p:spPr/>
        <p:txBody>
          <a:bodyPr/>
          <a:lstStyle/>
          <a:p>
            <a:pPr lvl="0" eaLnBrk="1" latinLnBrk="0" hangingPunct="1"/>
            <a:r>
              <a:rPr lang="ko-KR" altLang="en-US"/>
              <a:t>마스터 텍스트 스타일을 편집합니다</a:t>
            </a:r>
          </a:p>
          <a:p>
            <a:pPr lvl="1" eaLnBrk="1" latinLnBrk="0" hangingPunct="1"/>
            <a:r>
              <a:rPr lang="ko-KR" altLang="en-US"/>
              <a:t>둘째 수준</a:t>
            </a:r>
          </a:p>
          <a:p>
            <a:pPr lvl="2" eaLnBrk="1" latinLnBrk="0" hangingPunct="1"/>
            <a:r>
              <a:rPr lang="ko-KR" altLang="en-US"/>
              <a:t>셋째 수준</a:t>
            </a:r>
          </a:p>
          <a:p>
            <a:pPr lvl="3" eaLnBrk="1" latinLnBrk="0" hangingPunct="1"/>
            <a:r>
              <a:rPr lang="ko-KR" altLang="en-US"/>
              <a:t>넷째 수준</a:t>
            </a:r>
          </a:p>
          <a:p>
            <a:pPr lvl="4" eaLnBrk="1" latinLnBrk="0" hangingPunct="1"/>
            <a:r>
              <a:rPr lang="ko-KR" altLang="en-US"/>
              <a:t>다섯째 수준</a:t>
            </a:r>
            <a:endParaRPr kumimoji="0" lang="en-US"/>
          </a:p>
        </p:txBody>
      </p:sp>
      <p:sp>
        <p:nvSpPr>
          <p:cNvPr id="4" name="날짜 개체 틀 3"/>
          <p:cNvSpPr>
            <a:spLocks noGrp="1"/>
          </p:cNvSpPr>
          <p:nvPr>
            <p:ph type="dt" sz="half" idx="10"/>
          </p:nvPr>
        </p:nvSpPr>
        <p:spPr/>
        <p:txBody>
          <a:bodyPr/>
          <a:lstStyle/>
          <a:p>
            <a:pPr>
              <a:defRPr/>
            </a:pPr>
            <a:fld id="{25B56357-2615-4036-8D8B-1AE1FC584545}" type="datetimeFigureOut">
              <a:rPr lang="en-US" smtClean="0"/>
              <a:pPr>
                <a:defRPr/>
              </a:pPr>
              <a:t>5/30/26</a:t>
            </a:fld>
            <a:endParaRPr lang="en-US"/>
          </a:p>
        </p:txBody>
      </p:sp>
      <p:sp>
        <p:nvSpPr>
          <p:cNvPr id="5" name="바닥글 개체 틀 4"/>
          <p:cNvSpPr>
            <a:spLocks noGrp="1"/>
          </p:cNvSpPr>
          <p:nvPr>
            <p:ph type="ftr" sz="quarter" idx="11"/>
          </p:nvPr>
        </p:nvSpPr>
        <p:spPr/>
        <p:txBody>
          <a:bodyPr/>
          <a:lstStyle/>
          <a:p>
            <a:pPr>
              <a:defRPr/>
            </a:pPr>
            <a:endParaRPr lang="ko-KR" altLang="en-US"/>
          </a:p>
        </p:txBody>
      </p:sp>
      <p:sp>
        <p:nvSpPr>
          <p:cNvPr id="6" name="슬라이드 번호 개체 틀 5"/>
          <p:cNvSpPr>
            <a:spLocks noGrp="1"/>
          </p:cNvSpPr>
          <p:nvPr>
            <p:ph type="sldNum" sz="quarter" idx="12"/>
          </p:nvPr>
        </p:nvSpPr>
        <p:spPr/>
        <p:txBody>
          <a:bodyPr/>
          <a:lstStyle/>
          <a:p>
            <a:pPr>
              <a:defRPr/>
            </a:pPr>
            <a:fld id="{41CFA493-D446-4C60-BCEB-01D994F5F544}" type="slidenum">
              <a:rPr lang="ko-KR" altLang="en-US" smtClean="0"/>
              <a:pPr>
                <a:defRPr/>
              </a:pPr>
              <a:t>‹#›</a:t>
            </a:fld>
            <a:endParaRPr lang="ko-KR" altLang="en-US"/>
          </a:p>
        </p:txBody>
      </p:sp>
      <p:sp>
        <p:nvSpPr>
          <p:cNvPr id="7" name="제목 6"/>
          <p:cNvSpPr>
            <a:spLocks noGrp="1"/>
          </p:cNvSpPr>
          <p:nvPr>
            <p:ph type="title"/>
          </p:nvPr>
        </p:nvSpPr>
        <p:spPr/>
        <p:txBody>
          <a:bodyPr rtlCol="0"/>
          <a:lstStyle/>
          <a:p>
            <a:r>
              <a:rPr kumimoji="0" lang="ko-KR" altLang="en-US"/>
              <a:t>마스터 제목 스타일 편집</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963168" y="1059712"/>
            <a:ext cx="103632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ko-KR" altLang="en-US"/>
              <a:t>마스터 제목 스타일 편집</a:t>
            </a:r>
            <a:endParaRPr kumimoji="0" lang="en-US"/>
          </a:p>
        </p:txBody>
      </p:sp>
      <p:sp>
        <p:nvSpPr>
          <p:cNvPr id="3" name="텍스트 개체 틀 2"/>
          <p:cNvSpPr>
            <a:spLocks noGrp="1"/>
          </p:cNvSpPr>
          <p:nvPr>
            <p:ph type="body" idx="1"/>
          </p:nvPr>
        </p:nvSpPr>
        <p:spPr>
          <a:xfrm>
            <a:off x="5230284" y="2931712"/>
            <a:ext cx="6096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ko-KR" altLang="en-US"/>
              <a:t>마스터 텍스트 스타일을 편집합니다</a:t>
            </a:r>
          </a:p>
        </p:txBody>
      </p:sp>
      <p:sp>
        <p:nvSpPr>
          <p:cNvPr id="4" name="날짜 개체 틀 3"/>
          <p:cNvSpPr>
            <a:spLocks noGrp="1"/>
          </p:cNvSpPr>
          <p:nvPr>
            <p:ph type="dt" sz="half" idx="10"/>
          </p:nvPr>
        </p:nvSpPr>
        <p:spPr/>
        <p:txBody>
          <a:bodyPr/>
          <a:lstStyle/>
          <a:p>
            <a:pPr>
              <a:defRPr/>
            </a:pPr>
            <a:fld id="{B681BBB9-6466-416A-B3CF-A0CADB0E4E4C}" type="datetimeFigureOut">
              <a:rPr lang="en-US" smtClean="0"/>
              <a:pPr>
                <a:defRPr/>
              </a:pPr>
              <a:t>5/30/26</a:t>
            </a:fld>
            <a:endParaRPr lang="en-US"/>
          </a:p>
        </p:txBody>
      </p:sp>
      <p:sp>
        <p:nvSpPr>
          <p:cNvPr id="5" name="바닥글 개체 틀 4"/>
          <p:cNvSpPr>
            <a:spLocks noGrp="1"/>
          </p:cNvSpPr>
          <p:nvPr>
            <p:ph type="ftr" sz="quarter" idx="11"/>
          </p:nvPr>
        </p:nvSpPr>
        <p:spPr/>
        <p:txBody>
          <a:bodyPr/>
          <a:lstStyle/>
          <a:p>
            <a:pPr>
              <a:defRPr/>
            </a:pPr>
            <a:endParaRPr lang="ko-KR" altLang="en-US"/>
          </a:p>
        </p:txBody>
      </p:sp>
      <p:sp>
        <p:nvSpPr>
          <p:cNvPr id="6" name="슬라이드 번호 개체 틀 5"/>
          <p:cNvSpPr>
            <a:spLocks noGrp="1"/>
          </p:cNvSpPr>
          <p:nvPr>
            <p:ph type="sldNum" sz="quarter" idx="12"/>
          </p:nvPr>
        </p:nvSpPr>
        <p:spPr/>
        <p:txBody>
          <a:bodyPr/>
          <a:lstStyle/>
          <a:p>
            <a:pPr>
              <a:defRPr/>
            </a:pPr>
            <a:fld id="{9E6BDC3F-6AEC-4CA1-B5F0-0B077E78B44A}" type="slidenum">
              <a:rPr lang="ko-KR" altLang="en-US" smtClean="0"/>
              <a:pPr>
                <a:defRPr/>
              </a:pPr>
              <a:t>‹#›</a:t>
            </a:fld>
            <a:endParaRPr lang="ko-KR" altLang="en-US"/>
          </a:p>
        </p:txBody>
      </p:sp>
      <p:sp>
        <p:nvSpPr>
          <p:cNvPr id="7" name="갈매기형 수장 6"/>
          <p:cNvSpPr/>
          <p:nvPr/>
        </p:nvSpPr>
        <p:spPr>
          <a:xfrm>
            <a:off x="4848907"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6000"/>
          </a:p>
        </p:txBody>
      </p:sp>
      <p:sp>
        <p:nvSpPr>
          <p:cNvPr id="8" name="갈매기형 수장 7"/>
          <p:cNvSpPr/>
          <p:nvPr/>
        </p:nvSpPr>
        <p:spPr>
          <a:xfrm>
            <a:off x="4600352"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60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3" name="내용 개체 틀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ko-KR" altLang="en-US"/>
              <a:t>마스터 텍스트 스타일을 편집합니다</a:t>
            </a:r>
          </a:p>
          <a:p>
            <a:pPr lvl="1" eaLnBrk="1" latinLnBrk="0" hangingPunct="1"/>
            <a:r>
              <a:rPr lang="ko-KR" altLang="en-US"/>
              <a:t>둘째 수준</a:t>
            </a:r>
          </a:p>
          <a:p>
            <a:pPr lvl="2" eaLnBrk="1" latinLnBrk="0" hangingPunct="1"/>
            <a:r>
              <a:rPr lang="ko-KR" altLang="en-US"/>
              <a:t>셋째 수준</a:t>
            </a:r>
          </a:p>
          <a:p>
            <a:pPr lvl="3" eaLnBrk="1" latinLnBrk="0" hangingPunct="1"/>
            <a:r>
              <a:rPr lang="ko-KR" altLang="en-US"/>
              <a:t>넷째 수준</a:t>
            </a:r>
          </a:p>
          <a:p>
            <a:pPr lvl="4" eaLnBrk="1" latinLnBrk="0" hangingPunct="1"/>
            <a:r>
              <a:rPr lang="ko-KR" altLang="en-US"/>
              <a:t>다섯째 수준</a:t>
            </a:r>
            <a:endParaRPr kumimoji="0" lang="en-US"/>
          </a:p>
        </p:txBody>
      </p:sp>
      <p:sp>
        <p:nvSpPr>
          <p:cNvPr id="4" name="내용 개체 틀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ko-KR" altLang="en-US"/>
              <a:t>마스터 텍스트 스타일을 편집합니다</a:t>
            </a:r>
          </a:p>
          <a:p>
            <a:pPr lvl="1" eaLnBrk="1" latinLnBrk="0" hangingPunct="1"/>
            <a:r>
              <a:rPr lang="ko-KR" altLang="en-US"/>
              <a:t>둘째 수준</a:t>
            </a:r>
          </a:p>
          <a:p>
            <a:pPr lvl="2" eaLnBrk="1" latinLnBrk="0" hangingPunct="1"/>
            <a:r>
              <a:rPr lang="ko-KR" altLang="en-US"/>
              <a:t>셋째 수준</a:t>
            </a:r>
          </a:p>
          <a:p>
            <a:pPr lvl="3" eaLnBrk="1" latinLnBrk="0" hangingPunct="1"/>
            <a:r>
              <a:rPr lang="ko-KR" altLang="en-US"/>
              <a:t>넷째 수준</a:t>
            </a:r>
          </a:p>
          <a:p>
            <a:pPr lvl="4" eaLnBrk="1" latinLnBrk="0" hangingPunct="1"/>
            <a:r>
              <a:rPr lang="ko-KR" altLang="en-US"/>
              <a:t>다섯째 수준</a:t>
            </a:r>
            <a:endParaRPr kumimoji="0" lang="en-US"/>
          </a:p>
        </p:txBody>
      </p:sp>
      <p:sp>
        <p:nvSpPr>
          <p:cNvPr id="5" name="날짜 개체 틀 4"/>
          <p:cNvSpPr>
            <a:spLocks noGrp="1"/>
          </p:cNvSpPr>
          <p:nvPr>
            <p:ph type="dt" sz="half" idx="10"/>
          </p:nvPr>
        </p:nvSpPr>
        <p:spPr/>
        <p:txBody>
          <a:bodyPr/>
          <a:lstStyle/>
          <a:p>
            <a:pPr>
              <a:defRPr/>
            </a:pPr>
            <a:fld id="{C6D633D2-C9C0-43F6-97AB-353EB6A7364B}" type="datetimeFigureOut">
              <a:rPr lang="en-US" smtClean="0"/>
              <a:pPr>
                <a:defRPr/>
              </a:pPr>
              <a:t>5/30/26</a:t>
            </a:fld>
            <a:endParaRPr lang="en-US"/>
          </a:p>
        </p:txBody>
      </p:sp>
      <p:sp>
        <p:nvSpPr>
          <p:cNvPr id="6" name="바닥글 개체 틀 5"/>
          <p:cNvSpPr>
            <a:spLocks noGrp="1"/>
          </p:cNvSpPr>
          <p:nvPr>
            <p:ph type="ftr" sz="quarter" idx="11"/>
          </p:nvPr>
        </p:nvSpPr>
        <p:spPr/>
        <p:txBody>
          <a:bodyPr/>
          <a:lstStyle/>
          <a:p>
            <a:pPr>
              <a:defRPr/>
            </a:pPr>
            <a:endParaRPr lang="ko-KR" altLang="en-US"/>
          </a:p>
        </p:txBody>
      </p:sp>
      <p:sp>
        <p:nvSpPr>
          <p:cNvPr id="7" name="슬라이드 번호 개체 틀 6"/>
          <p:cNvSpPr>
            <a:spLocks noGrp="1"/>
          </p:cNvSpPr>
          <p:nvPr>
            <p:ph type="sldNum" sz="quarter" idx="12"/>
          </p:nvPr>
        </p:nvSpPr>
        <p:spPr/>
        <p:txBody>
          <a:bodyPr/>
          <a:lstStyle/>
          <a:p>
            <a:pPr>
              <a:defRPr/>
            </a:pPr>
            <a:fld id="{81417420-5034-448E-B084-7991D991EE04}" type="slidenum">
              <a:rPr lang="ko-KR" altLang="en-US" smtClean="0"/>
              <a:pPr>
                <a:defRPr/>
              </a:pPr>
              <a:t>‹#›</a:t>
            </a:fld>
            <a:endParaRPr lang="ko-KR" altLang="en-US"/>
          </a:p>
        </p:txBody>
      </p:sp>
      <p:sp>
        <p:nvSpPr>
          <p:cNvPr id="8" name="제목 7"/>
          <p:cNvSpPr>
            <a:spLocks noGrp="1"/>
          </p:cNvSpPr>
          <p:nvPr>
            <p:ph type="title"/>
          </p:nvPr>
        </p:nvSpPr>
        <p:spPr/>
        <p:txBody>
          <a:bodyPr rtlCol="0"/>
          <a:lstStyle/>
          <a:p>
            <a:r>
              <a:rPr kumimoji="0" lang="ko-KR" altLang="en-US"/>
              <a:t>마스터 제목 스타일 편집</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609600" y="273050"/>
            <a:ext cx="10972800" cy="1143000"/>
          </a:xfrm>
        </p:spPr>
        <p:txBody>
          <a:bodyPr anchor="ctr"/>
          <a:lstStyle>
            <a:lvl1pPr>
              <a:defRPr/>
            </a:lvl1pPr>
            <a:extLst/>
          </a:lstStyle>
          <a:p>
            <a:r>
              <a:rPr kumimoji="0" lang="ko-KR" altLang="en-US"/>
              <a:t>마스터 제목 스타일 편집</a:t>
            </a:r>
            <a:endParaRPr kumimoji="0" lang="en-US"/>
          </a:p>
        </p:txBody>
      </p:sp>
      <p:sp>
        <p:nvSpPr>
          <p:cNvPr id="3" name="텍스트 개체 틀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ko-KR" altLang="en-US"/>
              <a:t>마스터 텍스트 스타일을 편집합니다</a:t>
            </a:r>
          </a:p>
        </p:txBody>
      </p:sp>
      <p:sp>
        <p:nvSpPr>
          <p:cNvPr id="4" name="텍스트 개체 틀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ko-KR" altLang="en-US"/>
              <a:t>마스터 텍스트 스타일을 편집합니다</a:t>
            </a:r>
          </a:p>
        </p:txBody>
      </p:sp>
      <p:sp>
        <p:nvSpPr>
          <p:cNvPr id="5" name="내용 개체 틀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ko-KR" altLang="en-US"/>
              <a:t>마스터 텍스트 스타일을 편집합니다</a:t>
            </a:r>
          </a:p>
          <a:p>
            <a:pPr lvl="1" eaLnBrk="1" latinLnBrk="0" hangingPunct="1"/>
            <a:r>
              <a:rPr lang="ko-KR" altLang="en-US"/>
              <a:t>둘째 수준</a:t>
            </a:r>
          </a:p>
          <a:p>
            <a:pPr lvl="2" eaLnBrk="1" latinLnBrk="0" hangingPunct="1"/>
            <a:r>
              <a:rPr lang="ko-KR" altLang="en-US"/>
              <a:t>셋째 수준</a:t>
            </a:r>
          </a:p>
          <a:p>
            <a:pPr lvl="3" eaLnBrk="1" latinLnBrk="0" hangingPunct="1"/>
            <a:r>
              <a:rPr lang="ko-KR" altLang="en-US"/>
              <a:t>넷째 수준</a:t>
            </a:r>
          </a:p>
          <a:p>
            <a:pPr lvl="4" eaLnBrk="1" latinLnBrk="0" hangingPunct="1"/>
            <a:r>
              <a:rPr lang="ko-KR" altLang="en-US"/>
              <a:t>다섯째 수준</a:t>
            </a:r>
            <a:endParaRPr kumimoji="0" lang="en-US"/>
          </a:p>
        </p:txBody>
      </p:sp>
      <p:sp>
        <p:nvSpPr>
          <p:cNvPr id="6" name="내용 개체 틀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ko-KR" altLang="en-US"/>
              <a:t>마스터 텍스트 스타일을 편집합니다</a:t>
            </a:r>
          </a:p>
          <a:p>
            <a:pPr lvl="1" eaLnBrk="1" latinLnBrk="0" hangingPunct="1"/>
            <a:r>
              <a:rPr lang="ko-KR" altLang="en-US"/>
              <a:t>둘째 수준</a:t>
            </a:r>
          </a:p>
          <a:p>
            <a:pPr lvl="2" eaLnBrk="1" latinLnBrk="0" hangingPunct="1"/>
            <a:r>
              <a:rPr lang="ko-KR" altLang="en-US"/>
              <a:t>셋째 수준</a:t>
            </a:r>
          </a:p>
          <a:p>
            <a:pPr lvl="3" eaLnBrk="1" latinLnBrk="0" hangingPunct="1"/>
            <a:r>
              <a:rPr lang="ko-KR" altLang="en-US"/>
              <a:t>넷째 수준</a:t>
            </a:r>
          </a:p>
          <a:p>
            <a:pPr lvl="4" eaLnBrk="1" latinLnBrk="0" hangingPunct="1"/>
            <a:r>
              <a:rPr lang="ko-KR" altLang="en-US"/>
              <a:t>다섯째 수준</a:t>
            </a:r>
            <a:endParaRPr kumimoji="0" lang="en-US"/>
          </a:p>
        </p:txBody>
      </p:sp>
      <p:sp>
        <p:nvSpPr>
          <p:cNvPr id="7" name="날짜 개체 틀 6"/>
          <p:cNvSpPr>
            <a:spLocks noGrp="1"/>
          </p:cNvSpPr>
          <p:nvPr>
            <p:ph type="dt" sz="half" idx="10"/>
          </p:nvPr>
        </p:nvSpPr>
        <p:spPr/>
        <p:txBody>
          <a:bodyPr/>
          <a:lstStyle/>
          <a:p>
            <a:pPr>
              <a:defRPr/>
            </a:pPr>
            <a:fld id="{55C4DB16-5C46-4994-BC14-18E683A2C5B0}" type="datetimeFigureOut">
              <a:rPr lang="en-US" smtClean="0"/>
              <a:pPr>
                <a:defRPr/>
              </a:pPr>
              <a:t>5/30/26</a:t>
            </a:fld>
            <a:endParaRPr lang="en-US"/>
          </a:p>
        </p:txBody>
      </p:sp>
      <p:sp>
        <p:nvSpPr>
          <p:cNvPr id="8" name="바닥글 개체 틀 7"/>
          <p:cNvSpPr>
            <a:spLocks noGrp="1"/>
          </p:cNvSpPr>
          <p:nvPr>
            <p:ph type="ftr" sz="quarter" idx="11"/>
          </p:nvPr>
        </p:nvSpPr>
        <p:spPr/>
        <p:txBody>
          <a:bodyPr/>
          <a:lstStyle/>
          <a:p>
            <a:pPr>
              <a:defRPr/>
            </a:pPr>
            <a:endParaRPr lang="ko-KR" altLang="en-US"/>
          </a:p>
        </p:txBody>
      </p:sp>
      <p:sp>
        <p:nvSpPr>
          <p:cNvPr id="9" name="슬라이드 번호 개체 틀 8"/>
          <p:cNvSpPr>
            <a:spLocks noGrp="1"/>
          </p:cNvSpPr>
          <p:nvPr>
            <p:ph type="sldNum" sz="quarter" idx="12"/>
          </p:nvPr>
        </p:nvSpPr>
        <p:spPr/>
        <p:txBody>
          <a:bodyPr/>
          <a:lstStyle/>
          <a:p>
            <a:pPr>
              <a:defRPr/>
            </a:pPr>
            <a:fld id="{F35C72D5-EA3C-4949-9180-EC90F1710C29}" type="slidenum">
              <a:rPr lang="ko-KR" altLang="en-US" smtClean="0"/>
              <a:pPr>
                <a:defRPr/>
              </a:pPr>
              <a:t>‹#›</a:t>
            </a:fld>
            <a:endParaRPr lang="ko-KR"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3" name="날짜 개체 틀 2"/>
          <p:cNvSpPr>
            <a:spLocks noGrp="1"/>
          </p:cNvSpPr>
          <p:nvPr>
            <p:ph type="dt" sz="half" idx="10"/>
          </p:nvPr>
        </p:nvSpPr>
        <p:spPr/>
        <p:txBody>
          <a:bodyPr/>
          <a:lstStyle/>
          <a:p>
            <a:pPr>
              <a:defRPr/>
            </a:pPr>
            <a:fld id="{6388A415-FF49-43AB-8597-4D8F13FF77F2}" type="datetimeFigureOut">
              <a:rPr lang="en-US" smtClean="0"/>
              <a:pPr>
                <a:defRPr/>
              </a:pPr>
              <a:t>5/30/26</a:t>
            </a:fld>
            <a:endParaRPr lang="en-US"/>
          </a:p>
        </p:txBody>
      </p:sp>
      <p:sp>
        <p:nvSpPr>
          <p:cNvPr id="4" name="바닥글 개체 틀 3"/>
          <p:cNvSpPr>
            <a:spLocks noGrp="1"/>
          </p:cNvSpPr>
          <p:nvPr>
            <p:ph type="ftr" sz="quarter" idx="11"/>
          </p:nvPr>
        </p:nvSpPr>
        <p:spPr/>
        <p:txBody>
          <a:bodyPr/>
          <a:lstStyle/>
          <a:p>
            <a:pPr>
              <a:defRPr/>
            </a:pPr>
            <a:endParaRPr lang="ko-KR" altLang="en-US"/>
          </a:p>
        </p:txBody>
      </p:sp>
      <p:sp>
        <p:nvSpPr>
          <p:cNvPr id="5" name="슬라이드 번호 개체 틀 4"/>
          <p:cNvSpPr>
            <a:spLocks noGrp="1"/>
          </p:cNvSpPr>
          <p:nvPr>
            <p:ph type="sldNum" sz="quarter" idx="12"/>
          </p:nvPr>
        </p:nvSpPr>
        <p:spPr/>
        <p:txBody>
          <a:bodyPr/>
          <a:lstStyle/>
          <a:p>
            <a:pPr>
              <a:defRPr/>
            </a:pPr>
            <a:fld id="{6E2CAAB3-0710-4CC7-A1F5-F36565B91D04}" type="slidenum">
              <a:rPr lang="ko-KR" altLang="en-US" smtClean="0"/>
              <a:pPr>
                <a:defRPr/>
              </a:pPr>
              <a:t>‹#›</a:t>
            </a:fld>
            <a:endParaRPr lang="ko-KR" altLang="en-US"/>
          </a:p>
        </p:txBody>
      </p:sp>
      <p:sp>
        <p:nvSpPr>
          <p:cNvPr id="6" name="제목 5"/>
          <p:cNvSpPr>
            <a:spLocks noGrp="1"/>
          </p:cNvSpPr>
          <p:nvPr>
            <p:ph type="title"/>
          </p:nvPr>
        </p:nvSpPr>
        <p:spPr/>
        <p:txBody>
          <a:bodyPr rtlCol="0"/>
          <a:lstStyle/>
          <a:p>
            <a:r>
              <a:rPr kumimoji="0" lang="ko-KR" altLang="en-US"/>
              <a:t>마스터 제목 스타일 편집</a:t>
            </a:r>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pPr>
              <a:defRPr/>
            </a:pPr>
            <a:fld id="{BE27FC81-20A2-4DEA-84D5-7BD00D0530E4}" type="datetimeFigureOut">
              <a:rPr lang="en-US" smtClean="0"/>
              <a:pPr>
                <a:defRPr/>
              </a:pPr>
              <a:t>5/30/26</a:t>
            </a:fld>
            <a:endParaRPr lang="en-US"/>
          </a:p>
        </p:txBody>
      </p:sp>
      <p:sp>
        <p:nvSpPr>
          <p:cNvPr id="3" name="바닥글 개체 틀 2"/>
          <p:cNvSpPr>
            <a:spLocks noGrp="1"/>
          </p:cNvSpPr>
          <p:nvPr>
            <p:ph type="ftr" sz="quarter" idx="11"/>
          </p:nvPr>
        </p:nvSpPr>
        <p:spPr/>
        <p:txBody>
          <a:bodyPr/>
          <a:lstStyle/>
          <a:p>
            <a:pPr>
              <a:defRPr/>
            </a:pPr>
            <a:endParaRPr lang="ko-KR" altLang="en-US"/>
          </a:p>
        </p:txBody>
      </p:sp>
      <p:sp>
        <p:nvSpPr>
          <p:cNvPr id="4" name="슬라이드 번호 개체 틀 3"/>
          <p:cNvSpPr>
            <a:spLocks noGrp="1"/>
          </p:cNvSpPr>
          <p:nvPr>
            <p:ph type="sldNum" sz="quarter" idx="12"/>
          </p:nvPr>
        </p:nvSpPr>
        <p:spPr/>
        <p:txBody>
          <a:bodyPr/>
          <a:lstStyle/>
          <a:p>
            <a:pPr>
              <a:defRPr/>
            </a:pPr>
            <a:fld id="{2E23E0CE-26F3-4FEB-9466-15E0731E7686}" type="slidenum">
              <a:rPr lang="ko-KR" altLang="en-US" smtClean="0"/>
              <a:pPr>
                <a:defRPr/>
              </a:pPr>
              <a:t>‹#›</a:t>
            </a:fld>
            <a:endParaRPr lang="ko-KR"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1219200" y="4876800"/>
            <a:ext cx="9975701"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ko-KR" altLang="en-US"/>
              <a:t>마스터 제목 스타일 편집</a:t>
            </a:r>
            <a:endParaRPr kumimoji="0" lang="en-US"/>
          </a:p>
        </p:txBody>
      </p:sp>
      <p:sp>
        <p:nvSpPr>
          <p:cNvPr id="3" name="텍스트 개체 틀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ko-KR" altLang="en-US"/>
              <a:t>마스터 텍스트 스타일을 편집합니다</a:t>
            </a:r>
          </a:p>
        </p:txBody>
      </p:sp>
      <p:sp>
        <p:nvSpPr>
          <p:cNvPr id="4" name="내용 개체 틀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ko-KR" altLang="en-US"/>
              <a:t>마스터 텍스트 스타일을 편집합니다</a:t>
            </a:r>
          </a:p>
          <a:p>
            <a:pPr lvl="1" eaLnBrk="1" latinLnBrk="0" hangingPunct="1"/>
            <a:r>
              <a:rPr lang="ko-KR" altLang="en-US"/>
              <a:t>둘째 수준</a:t>
            </a:r>
          </a:p>
          <a:p>
            <a:pPr lvl="2" eaLnBrk="1" latinLnBrk="0" hangingPunct="1"/>
            <a:r>
              <a:rPr lang="ko-KR" altLang="en-US"/>
              <a:t>셋째 수준</a:t>
            </a:r>
          </a:p>
          <a:p>
            <a:pPr lvl="3" eaLnBrk="1" latinLnBrk="0" hangingPunct="1"/>
            <a:r>
              <a:rPr lang="ko-KR" altLang="en-US"/>
              <a:t>넷째 수준</a:t>
            </a:r>
          </a:p>
          <a:p>
            <a:pPr lvl="4" eaLnBrk="1" latinLnBrk="0" hangingPunct="1"/>
            <a:r>
              <a:rPr lang="ko-KR" altLang="en-US"/>
              <a:t>다섯째 수준</a:t>
            </a:r>
            <a:endParaRPr kumimoji="0" lang="en-US"/>
          </a:p>
        </p:txBody>
      </p:sp>
      <p:sp>
        <p:nvSpPr>
          <p:cNvPr id="5" name="날짜 개체 틀 4"/>
          <p:cNvSpPr>
            <a:spLocks noGrp="1"/>
          </p:cNvSpPr>
          <p:nvPr>
            <p:ph type="dt" sz="half" idx="10"/>
          </p:nvPr>
        </p:nvSpPr>
        <p:spPr>
          <a:xfrm>
            <a:off x="8969376" y="6407944"/>
            <a:ext cx="2560320" cy="365760"/>
          </a:xfrm>
        </p:spPr>
        <p:txBody>
          <a:bodyPr/>
          <a:lstStyle/>
          <a:p>
            <a:pPr>
              <a:defRPr/>
            </a:pPr>
            <a:fld id="{D439C82A-09E3-4965-AFD3-F7E4331C6038}" type="datetimeFigureOut">
              <a:rPr lang="en-US" smtClean="0"/>
              <a:pPr>
                <a:defRPr/>
              </a:pPr>
              <a:t>5/30/26</a:t>
            </a:fld>
            <a:endParaRPr lang="en-US"/>
          </a:p>
        </p:txBody>
      </p:sp>
      <p:sp>
        <p:nvSpPr>
          <p:cNvPr id="6" name="바닥글 개체 틀 5"/>
          <p:cNvSpPr>
            <a:spLocks noGrp="1"/>
          </p:cNvSpPr>
          <p:nvPr>
            <p:ph type="ftr" sz="quarter" idx="11"/>
          </p:nvPr>
        </p:nvSpPr>
        <p:spPr/>
        <p:txBody>
          <a:bodyPr/>
          <a:lstStyle/>
          <a:p>
            <a:pPr>
              <a:defRPr/>
            </a:pPr>
            <a:endParaRPr lang="ko-KR" altLang="en-US">
              <a:solidFill>
                <a:srgbClr val="434342"/>
              </a:solidFill>
            </a:endParaRPr>
          </a:p>
        </p:txBody>
      </p:sp>
      <p:sp>
        <p:nvSpPr>
          <p:cNvPr id="7" name="슬라이드 번호 개체 틀 6"/>
          <p:cNvSpPr>
            <a:spLocks noGrp="1"/>
          </p:cNvSpPr>
          <p:nvPr>
            <p:ph type="sldNum" sz="quarter" idx="12"/>
          </p:nvPr>
        </p:nvSpPr>
        <p:spPr/>
        <p:txBody>
          <a:bodyPr/>
          <a:lstStyle/>
          <a:p>
            <a:pPr>
              <a:defRPr/>
            </a:pPr>
            <a:fld id="{95B6115E-16F1-4B4D-93AA-81EA41661C48}" type="slidenum">
              <a:rPr lang="ko-KR" altLang="en-US" smtClean="0">
                <a:solidFill>
                  <a:srgbClr val="434342"/>
                </a:solidFill>
              </a:rPr>
              <a:pPr>
                <a:defRPr/>
              </a:pPr>
              <a:t>‹#›</a:t>
            </a:fld>
            <a:endParaRPr lang="ko-KR" altLang="en-US">
              <a:solidFill>
                <a:srgbClr val="434342"/>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캡션 있는 그림">
    <p:spTree>
      <p:nvGrpSpPr>
        <p:cNvPr id="1" name=""/>
        <p:cNvGrpSpPr/>
        <p:nvPr/>
      </p:nvGrpSpPr>
      <p:grpSpPr>
        <a:xfrm>
          <a:off x="0" y="0"/>
          <a:ext cx="0" cy="0"/>
          <a:chOff x="0" y="0"/>
          <a:chExt cx="0" cy="0"/>
        </a:xfrm>
      </p:grpSpPr>
      <p:sp>
        <p:nvSpPr>
          <p:cNvPr id="4" name="텍스트 개체 틀 3"/>
          <p:cNvSpPr>
            <a:spLocks noGrp="1"/>
          </p:cNvSpPr>
          <p:nvPr>
            <p:ph type="body" sz="half" idx="2"/>
          </p:nvPr>
        </p:nvSpPr>
        <p:spPr>
          <a:xfrm>
            <a:off x="1521643" y="5443402"/>
            <a:ext cx="95504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ko-KR" altLang="en-US"/>
              <a:t>마스터 텍스트 스타일을 편집합니다</a:t>
            </a:r>
          </a:p>
        </p:txBody>
      </p:sp>
      <p:sp>
        <p:nvSpPr>
          <p:cNvPr id="3" name="그림 개체 틀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ko-KR" altLang="en-US"/>
              <a:t>그림을 추가하려면 아이콘을 클릭하십시오</a:t>
            </a:r>
            <a:endParaRPr kumimoji="0" lang="en-US" dirty="0"/>
          </a:p>
        </p:txBody>
      </p:sp>
      <p:sp>
        <p:nvSpPr>
          <p:cNvPr id="5" name="날짜 개체 틀 4"/>
          <p:cNvSpPr>
            <a:spLocks noGrp="1"/>
          </p:cNvSpPr>
          <p:nvPr>
            <p:ph type="dt" sz="half" idx="10"/>
          </p:nvPr>
        </p:nvSpPr>
        <p:spPr/>
        <p:txBody>
          <a:bodyPr/>
          <a:lstStyle>
            <a:lvl1pPr>
              <a:defRPr>
                <a:solidFill>
                  <a:schemeClr val="tx1"/>
                </a:solidFill>
              </a:defRPr>
            </a:lvl1pPr>
            <a:extLst/>
          </a:lstStyle>
          <a:p>
            <a:pPr>
              <a:defRPr/>
            </a:pPr>
            <a:fld id="{9E117A78-DB22-4D6E-A6FB-21C058AD979A}" type="datetimeFigureOut">
              <a:rPr lang="en-US" smtClean="0"/>
              <a:pPr>
                <a:defRPr/>
              </a:pPr>
              <a:t>5/30/26</a:t>
            </a:fld>
            <a:endParaRPr lang="en-US"/>
          </a:p>
        </p:txBody>
      </p:sp>
      <p:sp>
        <p:nvSpPr>
          <p:cNvPr id="6" name="바닥글 개체 틀 5"/>
          <p:cNvSpPr>
            <a:spLocks noGrp="1"/>
          </p:cNvSpPr>
          <p:nvPr>
            <p:ph type="ftr" sz="quarter" idx="11"/>
          </p:nvPr>
        </p:nvSpPr>
        <p:spPr>
          <a:xfrm>
            <a:off x="5840097" y="6407945"/>
            <a:ext cx="3134241" cy="365125"/>
          </a:xfrm>
        </p:spPr>
        <p:txBody>
          <a:bodyPr/>
          <a:lstStyle>
            <a:lvl1pPr>
              <a:defRPr>
                <a:solidFill>
                  <a:schemeClr val="tx1"/>
                </a:solidFill>
              </a:defRPr>
            </a:lvl1pPr>
            <a:extLst/>
          </a:lstStyle>
          <a:p>
            <a:pPr>
              <a:defRPr/>
            </a:pPr>
            <a:endParaRPr lang="ko-KR" altLang="en-US"/>
          </a:p>
        </p:txBody>
      </p:sp>
      <p:sp>
        <p:nvSpPr>
          <p:cNvPr id="7" name="슬라이드 번호 개체 틀 6"/>
          <p:cNvSpPr>
            <a:spLocks noGrp="1"/>
          </p:cNvSpPr>
          <p:nvPr>
            <p:ph type="sldNum" sz="quarter" idx="12"/>
          </p:nvPr>
        </p:nvSpPr>
        <p:spPr/>
        <p:txBody>
          <a:bodyPr/>
          <a:lstStyle>
            <a:lvl1pPr>
              <a:defRPr>
                <a:solidFill>
                  <a:schemeClr val="tx1"/>
                </a:solidFill>
              </a:defRPr>
            </a:lvl1pPr>
            <a:extLst/>
          </a:lstStyle>
          <a:p>
            <a:pPr>
              <a:defRPr/>
            </a:pPr>
            <a:fld id="{EEFF18B0-3529-4FE1-A87D-4BB3EB507BF3}" type="slidenum">
              <a:rPr lang="ko-KR" altLang="en-US" smtClean="0"/>
              <a:pPr>
                <a:defRPr/>
              </a:pPr>
              <a:t>‹#›</a:t>
            </a:fld>
            <a:endParaRPr lang="ko-KR" altLang="en-US"/>
          </a:p>
        </p:txBody>
      </p:sp>
      <p:sp>
        <p:nvSpPr>
          <p:cNvPr id="2" name="제목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ko-KR" altLang="en-US"/>
              <a:t>마스터 제목 스타일 편집</a:t>
            </a:r>
            <a:endParaRPr kumimoji="0" lang="en-US"/>
          </a:p>
        </p:txBody>
      </p:sp>
      <p:sp>
        <p:nvSpPr>
          <p:cNvPr id="8" name="자유형 7"/>
          <p:cNvSpPr>
            <a:spLocks/>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6000"/>
          </a:p>
        </p:txBody>
      </p:sp>
      <p:sp>
        <p:nvSpPr>
          <p:cNvPr id="9" name="자유형 8"/>
          <p:cNvSpPr>
            <a:spLocks/>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6000"/>
          </a:p>
        </p:txBody>
      </p:sp>
      <p:sp>
        <p:nvSpPr>
          <p:cNvPr id="10" name="직각 삼각형 9"/>
          <p:cNvSpPr>
            <a:spLocks/>
          </p:cNvSpPr>
          <p:nvPr/>
        </p:nvSpPr>
        <p:spPr bwMode="auto">
          <a:xfrm>
            <a:off x="-8056" y="5791253"/>
            <a:ext cx="4536419"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sz="6000"/>
          </a:p>
        </p:txBody>
      </p:sp>
      <p:cxnSp>
        <p:nvCxnSpPr>
          <p:cNvPr id="11" name="직선 연결선 10"/>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갈매기형 수장 11"/>
          <p:cNvSpPr/>
          <p:nvPr/>
        </p:nvSpPr>
        <p:spPr>
          <a:xfrm>
            <a:off x="11552149"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6000"/>
          </a:p>
        </p:txBody>
      </p:sp>
      <p:sp>
        <p:nvSpPr>
          <p:cNvPr id="13" name="갈매기형 수장 12"/>
          <p:cNvSpPr/>
          <p:nvPr/>
        </p:nvSpPr>
        <p:spPr>
          <a:xfrm>
            <a:off x="11303595"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600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kumimoji="0" lang="ko-KR" altLang="en-US"/>
              <a:t>마스터 제목 스타일 편집</a:t>
            </a:r>
            <a:endParaRPr kumimoji="0" lang="en-US"/>
          </a:p>
        </p:txBody>
      </p:sp>
      <p:sp>
        <p:nvSpPr>
          <p:cNvPr id="3" name="세로 텍스트 개체 틀 2"/>
          <p:cNvSpPr>
            <a:spLocks noGrp="1"/>
          </p:cNvSpPr>
          <p:nvPr>
            <p:ph type="body" orient="vert" idx="1"/>
          </p:nvPr>
        </p:nvSpPr>
        <p:spPr>
          <a:xfrm>
            <a:off x="609600" y="1481330"/>
            <a:ext cx="10972800" cy="4386071"/>
          </a:xfrm>
        </p:spPr>
        <p:txBody>
          <a:bodyPr vert="eaVert"/>
          <a:lstStyle/>
          <a:p>
            <a:pPr lvl="0" eaLnBrk="1" latinLnBrk="0" hangingPunct="1"/>
            <a:r>
              <a:rPr lang="ko-KR" altLang="en-US"/>
              <a:t>마스터 텍스트 스타일을 편집합니다</a:t>
            </a:r>
          </a:p>
          <a:p>
            <a:pPr lvl="1" eaLnBrk="1" latinLnBrk="0" hangingPunct="1"/>
            <a:r>
              <a:rPr lang="ko-KR" altLang="en-US"/>
              <a:t>둘째 수준</a:t>
            </a:r>
          </a:p>
          <a:p>
            <a:pPr lvl="2" eaLnBrk="1" latinLnBrk="0" hangingPunct="1"/>
            <a:r>
              <a:rPr lang="ko-KR" altLang="en-US"/>
              <a:t>셋째 수준</a:t>
            </a:r>
          </a:p>
          <a:p>
            <a:pPr lvl="3" eaLnBrk="1" latinLnBrk="0" hangingPunct="1"/>
            <a:r>
              <a:rPr lang="ko-KR" altLang="en-US"/>
              <a:t>넷째 수준</a:t>
            </a:r>
          </a:p>
          <a:p>
            <a:pPr lvl="4" eaLnBrk="1" latinLnBrk="0" hangingPunct="1"/>
            <a:r>
              <a:rPr lang="ko-KR" altLang="en-US"/>
              <a:t>다섯째 수준</a:t>
            </a:r>
            <a:endParaRPr kumimoji="0" lang="en-US"/>
          </a:p>
        </p:txBody>
      </p:sp>
      <p:sp>
        <p:nvSpPr>
          <p:cNvPr id="4" name="날짜 개체 틀 3"/>
          <p:cNvSpPr>
            <a:spLocks noGrp="1"/>
          </p:cNvSpPr>
          <p:nvPr>
            <p:ph type="dt" sz="half" idx="10"/>
          </p:nvPr>
        </p:nvSpPr>
        <p:spPr/>
        <p:txBody>
          <a:bodyPr/>
          <a:lstStyle/>
          <a:p>
            <a:pPr>
              <a:defRPr/>
            </a:pPr>
            <a:fld id="{BABB9A01-EC29-4609-BA97-08D989D45CA4}" type="datetimeFigureOut">
              <a:rPr lang="en-US" smtClean="0"/>
              <a:pPr>
                <a:defRPr/>
              </a:pPr>
              <a:t>5/30/26</a:t>
            </a:fld>
            <a:endParaRPr lang="en-US"/>
          </a:p>
        </p:txBody>
      </p:sp>
      <p:sp>
        <p:nvSpPr>
          <p:cNvPr id="5" name="바닥글 개체 틀 4"/>
          <p:cNvSpPr>
            <a:spLocks noGrp="1"/>
          </p:cNvSpPr>
          <p:nvPr>
            <p:ph type="ftr" sz="quarter" idx="11"/>
          </p:nvPr>
        </p:nvSpPr>
        <p:spPr/>
        <p:txBody>
          <a:bodyPr/>
          <a:lstStyle/>
          <a:p>
            <a:pPr>
              <a:defRPr/>
            </a:pPr>
            <a:endParaRPr lang="ko-KR" altLang="en-US"/>
          </a:p>
        </p:txBody>
      </p:sp>
      <p:sp>
        <p:nvSpPr>
          <p:cNvPr id="6" name="슬라이드 번호 개체 틀 5"/>
          <p:cNvSpPr>
            <a:spLocks noGrp="1"/>
          </p:cNvSpPr>
          <p:nvPr>
            <p:ph type="sldNum" sz="quarter" idx="12"/>
          </p:nvPr>
        </p:nvSpPr>
        <p:spPr/>
        <p:txBody>
          <a:bodyPr/>
          <a:lstStyle/>
          <a:p>
            <a:pPr>
              <a:defRPr/>
            </a:pPr>
            <a:fld id="{D32F7ED7-38DE-4E48-BB57-0D1B99150DF7}" type="slidenum">
              <a:rPr lang="ko-KR" altLang="en-US" smtClean="0"/>
              <a:pPr>
                <a:defRPr/>
              </a:pPr>
              <a:t>‹#›</a:t>
            </a:fld>
            <a:endParaRPr lang="ko-KR"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9125351" y="274641"/>
            <a:ext cx="2369960" cy="5592761"/>
          </a:xfrm>
        </p:spPr>
        <p:txBody>
          <a:bodyPr vert="eaVert"/>
          <a:lstStyle/>
          <a:p>
            <a:r>
              <a:rPr kumimoji="0" lang="ko-KR" altLang="en-US"/>
              <a:t>마스터 제목 스타일 편집</a:t>
            </a:r>
            <a:endParaRPr kumimoji="0" lang="en-US"/>
          </a:p>
        </p:txBody>
      </p:sp>
      <p:sp>
        <p:nvSpPr>
          <p:cNvPr id="3" name="세로 텍스트 개체 틀 2"/>
          <p:cNvSpPr>
            <a:spLocks noGrp="1"/>
          </p:cNvSpPr>
          <p:nvPr>
            <p:ph type="body" orient="vert" idx="1"/>
          </p:nvPr>
        </p:nvSpPr>
        <p:spPr>
          <a:xfrm>
            <a:off x="609600" y="274641"/>
            <a:ext cx="8432800" cy="5592760"/>
          </a:xfrm>
        </p:spPr>
        <p:txBody>
          <a:bodyPr vert="eaVert"/>
          <a:lstStyle/>
          <a:p>
            <a:pPr lvl="0" eaLnBrk="1" latinLnBrk="0" hangingPunct="1"/>
            <a:r>
              <a:rPr lang="ko-KR" altLang="en-US"/>
              <a:t>마스터 텍스트 스타일을 편집합니다</a:t>
            </a:r>
          </a:p>
          <a:p>
            <a:pPr lvl="1" eaLnBrk="1" latinLnBrk="0" hangingPunct="1"/>
            <a:r>
              <a:rPr lang="ko-KR" altLang="en-US"/>
              <a:t>둘째 수준</a:t>
            </a:r>
          </a:p>
          <a:p>
            <a:pPr lvl="2" eaLnBrk="1" latinLnBrk="0" hangingPunct="1"/>
            <a:r>
              <a:rPr lang="ko-KR" altLang="en-US"/>
              <a:t>셋째 수준</a:t>
            </a:r>
          </a:p>
          <a:p>
            <a:pPr lvl="3" eaLnBrk="1" latinLnBrk="0" hangingPunct="1"/>
            <a:r>
              <a:rPr lang="ko-KR" altLang="en-US"/>
              <a:t>넷째 수준</a:t>
            </a:r>
          </a:p>
          <a:p>
            <a:pPr lvl="4" eaLnBrk="1" latinLnBrk="0" hangingPunct="1"/>
            <a:r>
              <a:rPr lang="ko-KR" altLang="en-US"/>
              <a:t>다섯째 수준</a:t>
            </a:r>
            <a:endParaRPr kumimoji="0" lang="en-US"/>
          </a:p>
        </p:txBody>
      </p:sp>
      <p:sp>
        <p:nvSpPr>
          <p:cNvPr id="4" name="날짜 개체 틀 3"/>
          <p:cNvSpPr>
            <a:spLocks noGrp="1"/>
          </p:cNvSpPr>
          <p:nvPr>
            <p:ph type="dt" sz="half" idx="10"/>
          </p:nvPr>
        </p:nvSpPr>
        <p:spPr/>
        <p:txBody>
          <a:bodyPr/>
          <a:lstStyle/>
          <a:p>
            <a:pPr>
              <a:defRPr/>
            </a:pPr>
            <a:fld id="{989E5190-678B-40BE-8291-A1271DDA21E3}" type="datetimeFigureOut">
              <a:rPr lang="en-US" smtClean="0"/>
              <a:pPr>
                <a:defRPr/>
              </a:pPr>
              <a:t>5/30/26</a:t>
            </a:fld>
            <a:endParaRPr lang="en-US"/>
          </a:p>
        </p:txBody>
      </p:sp>
      <p:sp>
        <p:nvSpPr>
          <p:cNvPr id="5" name="바닥글 개체 틀 4"/>
          <p:cNvSpPr>
            <a:spLocks noGrp="1"/>
          </p:cNvSpPr>
          <p:nvPr>
            <p:ph type="ftr" sz="quarter" idx="11"/>
          </p:nvPr>
        </p:nvSpPr>
        <p:spPr/>
        <p:txBody>
          <a:bodyPr/>
          <a:lstStyle/>
          <a:p>
            <a:pPr>
              <a:defRPr/>
            </a:pPr>
            <a:endParaRPr lang="ko-KR" altLang="en-US"/>
          </a:p>
        </p:txBody>
      </p:sp>
      <p:sp>
        <p:nvSpPr>
          <p:cNvPr id="6" name="슬라이드 번호 개체 틀 5"/>
          <p:cNvSpPr>
            <a:spLocks noGrp="1"/>
          </p:cNvSpPr>
          <p:nvPr>
            <p:ph type="sldNum" sz="quarter" idx="12"/>
          </p:nvPr>
        </p:nvSpPr>
        <p:spPr/>
        <p:txBody>
          <a:bodyPr/>
          <a:lstStyle/>
          <a:p>
            <a:pPr>
              <a:defRPr/>
            </a:pPr>
            <a:fld id="{F3B93743-9008-4A21-B884-4935E09074D0}" type="slidenum">
              <a:rPr lang="ko-KR" altLang="en-US" smtClean="0"/>
              <a:pPr>
                <a:defRPr/>
              </a:pPr>
              <a:t>‹#›</a:t>
            </a:fld>
            <a:endParaRPr lang="ko-KR"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lvl1pPr eaLnBrk="0" latinLnBrk="0" hangingPunct="0">
              <a:defRPr kumimoji="1">
                <a:latin typeface="굴림" pitchFamily="50" charset="-127"/>
                <a:ea typeface="굴림" pitchFamily="50" charset="-127"/>
              </a:defRPr>
            </a:lvl1pPr>
          </a:lstStyle>
          <a:p>
            <a:fld id="{ADB61620-C46D-4355-91D5-61CD4B6CEB22}" type="datetime1">
              <a:rPr lang="ko-KR" altLang="en-US"/>
              <a:pPr/>
              <a:t>2026. 5. 30.</a:t>
            </a:fld>
            <a:endParaRPr lang="ko-KR" altLang="en-US"/>
          </a:p>
        </p:txBody>
      </p:sp>
      <p:sp>
        <p:nvSpPr>
          <p:cNvPr id="5" name="바닥글 개체 틀 4"/>
          <p:cNvSpPr>
            <a:spLocks noGrp="1"/>
          </p:cNvSpPr>
          <p:nvPr>
            <p:ph type="ftr" sz="quarter" idx="11"/>
          </p:nvPr>
        </p:nvSpPr>
        <p:spPr/>
        <p:txBody>
          <a:bodyPr/>
          <a:lstStyle>
            <a:lvl1pPr eaLnBrk="0" latinLnBrk="0" hangingPunct="0">
              <a:defRPr kumimoji="1">
                <a:latin typeface="굴림" pitchFamily="50" charset="-127"/>
                <a:ea typeface="굴림" pitchFamily="50" charset="-127"/>
              </a:defRPr>
            </a:lvl1pPr>
          </a:lstStyle>
          <a:p>
            <a:endParaRPr lang="ko-KR" altLang="en-US"/>
          </a:p>
        </p:txBody>
      </p:sp>
      <p:sp>
        <p:nvSpPr>
          <p:cNvPr id="6" name="슬라이드 번호 개체 틀 5"/>
          <p:cNvSpPr>
            <a:spLocks noGrp="1"/>
          </p:cNvSpPr>
          <p:nvPr>
            <p:ph type="sldNum" sz="quarter" idx="12"/>
          </p:nvPr>
        </p:nvSpPr>
        <p:spPr/>
        <p:txBody>
          <a:bodyPr/>
          <a:lstStyle>
            <a:lvl1pPr eaLnBrk="0" latinLnBrk="0" hangingPunct="0">
              <a:defRPr kumimoji="1">
                <a:latin typeface="굴림" pitchFamily="50" charset="-127"/>
                <a:ea typeface="굴림" pitchFamily="50" charset="-127"/>
              </a:defRPr>
            </a:lvl1pPr>
          </a:lstStyle>
          <a:p>
            <a:fld id="{52AF6933-F3CE-480D-AC8A-6F96C487DB97}" type="slidenum">
              <a:rPr lang="ko-KR" altLang="en-US"/>
              <a:pPr/>
              <a:t>‹#›</a:t>
            </a:fld>
            <a:endParaRPr lang="ko-KR"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914400" y="2130426"/>
            <a:ext cx="10363200" cy="1470025"/>
          </a:xfrm>
        </p:spPr>
        <p:txBody>
          <a:bodyPr/>
          <a:lstStyle/>
          <a:p>
            <a:r>
              <a:rPr lang="ko-KR" altLang="en-US"/>
              <a:t>마스터 제목 스타일 편집</a:t>
            </a:r>
          </a:p>
        </p:txBody>
      </p:sp>
      <p:sp>
        <p:nvSpPr>
          <p:cNvPr id="3" name="부제목 2"/>
          <p:cNvSpPr>
            <a:spLocks noGrp="1"/>
          </p:cNvSpPr>
          <p:nvPr>
            <p:ph type="subTitle" idx="1"/>
          </p:nvPr>
        </p:nvSpPr>
        <p:spPr>
          <a:xfrm>
            <a:off x="1828800" y="3886200"/>
            <a:ext cx="8534400" cy="1752600"/>
          </a:xfrm>
        </p:spPr>
        <p:txBody>
          <a:bodyPr/>
          <a:lstStyle>
            <a:lvl1pPr marL="0" indent="0" algn="ctr">
              <a:buNone/>
              <a:defRPr/>
            </a:lvl1pPr>
            <a:lvl2pPr marL="609585" indent="0" algn="ctr">
              <a:buNone/>
              <a:defRPr/>
            </a:lvl2pPr>
            <a:lvl3pPr marL="1219170" indent="0" algn="ctr">
              <a:buNone/>
              <a:defRPr/>
            </a:lvl3pPr>
            <a:lvl4pPr marL="1828754" indent="0" algn="ctr">
              <a:buNone/>
              <a:defRPr/>
            </a:lvl4pPr>
            <a:lvl5pPr marL="2438339" indent="0" algn="ctr">
              <a:buNone/>
              <a:defRPr/>
            </a:lvl5pPr>
            <a:lvl6pPr marL="3047924" indent="0" algn="ctr">
              <a:buNone/>
              <a:defRPr/>
            </a:lvl6pPr>
            <a:lvl7pPr marL="3657509" indent="0" algn="ctr">
              <a:buNone/>
              <a:defRPr/>
            </a:lvl7pPr>
            <a:lvl8pPr marL="4267093" indent="0" algn="ctr">
              <a:buNone/>
              <a:defRPr/>
            </a:lvl8pPr>
            <a:lvl9pPr marL="4876678" indent="0" algn="ctr">
              <a:buNone/>
              <a:defRPr/>
            </a:lvl9pPr>
          </a:lstStyle>
          <a:p>
            <a:r>
              <a:rPr lang="ko-KR" altLang="en-US"/>
              <a:t>마스터 부제목 스타일 편집</a:t>
            </a:r>
          </a:p>
        </p:txBody>
      </p:sp>
      <p:sp>
        <p:nvSpPr>
          <p:cNvPr id="4" name="Rectangle 4">
            <a:extLst>
              <a:ext uri="{FF2B5EF4-FFF2-40B4-BE49-F238E27FC236}">
                <a16:creationId xmlns:a16="http://schemas.microsoft.com/office/drawing/2014/main" id="{1C0DC8D0-B37F-4118-B18A-8D83ECDAB3EB}"/>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a:extLst>
              <a:ext uri="{FF2B5EF4-FFF2-40B4-BE49-F238E27FC236}">
                <a16:creationId xmlns:a16="http://schemas.microsoft.com/office/drawing/2014/main" id="{C7F7EBF7-D056-457F-A882-C1E165124494}"/>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a:extLst>
              <a:ext uri="{FF2B5EF4-FFF2-40B4-BE49-F238E27FC236}">
                <a16:creationId xmlns:a16="http://schemas.microsoft.com/office/drawing/2014/main" id="{C529A2E0-0B45-4C16-A0E8-C6F078E8F4FA}"/>
              </a:ext>
            </a:extLst>
          </p:cNvPr>
          <p:cNvSpPr>
            <a:spLocks noGrp="1" noChangeArrowheads="1"/>
          </p:cNvSpPr>
          <p:nvPr>
            <p:ph type="sldNum" sz="quarter" idx="12"/>
          </p:nvPr>
        </p:nvSpPr>
        <p:spPr>
          <a:ln/>
        </p:spPr>
        <p:txBody>
          <a:bodyPr/>
          <a:lstStyle>
            <a:lvl1pPr>
              <a:defRPr/>
            </a:lvl1pPr>
          </a:lstStyle>
          <a:p>
            <a:fld id="{67E2C372-43C6-48A5-BA5B-BE2701D7DB6A}" type="slidenum">
              <a:rPr lang="en-US" altLang="ko-KR"/>
              <a:pPr/>
              <a:t>‹#›</a:t>
            </a:fld>
            <a:endParaRPr lang="en-US" altLang="ko-KR"/>
          </a:p>
        </p:txBody>
      </p:sp>
    </p:spTree>
    <p:extLst>
      <p:ext uri="{BB962C8B-B14F-4D97-AF65-F5344CB8AC3E}">
        <p14:creationId xmlns:p14="http://schemas.microsoft.com/office/powerpoint/2010/main" val="32497055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cSld name="빈 화면">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3D4F0A8-2E2C-6C42-9979-51BB084D4ED2}"/>
              </a:ext>
            </a:extLst>
          </p:cNvPr>
          <p:cNvSpPr/>
          <p:nvPr userDrawn="1"/>
        </p:nvSpPr>
        <p:spPr>
          <a:xfrm>
            <a:off x="-168696" y="-99392"/>
            <a:ext cx="12972632" cy="734481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529545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02B4143-29FA-4678-0D34-824FE83374F1}"/>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40FD6453-CC61-DF76-6220-B64D57B26823}"/>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19EC5EE2-E71E-9BC3-EC62-A236C209A602}"/>
              </a:ext>
            </a:extLst>
          </p:cNvPr>
          <p:cNvSpPr>
            <a:spLocks noGrp="1"/>
          </p:cNvSpPr>
          <p:nvPr>
            <p:ph type="dt" sz="half" idx="10"/>
          </p:nvPr>
        </p:nvSpPr>
        <p:spPr/>
        <p:txBody>
          <a:bodyPr/>
          <a:lstStyle/>
          <a:p>
            <a:fld id="{42967DD6-D74D-4731-80D2-D3C023786D03}" type="datetimeFigureOut">
              <a:rPr lang="ko-KR" altLang="en-US" smtClean="0"/>
              <a:pPr/>
              <a:t>2026. 5. 30.</a:t>
            </a:fld>
            <a:endParaRPr lang="ko-KR" altLang="en-US"/>
          </a:p>
        </p:txBody>
      </p:sp>
      <p:sp>
        <p:nvSpPr>
          <p:cNvPr id="5" name="바닥글 개체 틀 4">
            <a:extLst>
              <a:ext uri="{FF2B5EF4-FFF2-40B4-BE49-F238E27FC236}">
                <a16:creationId xmlns:a16="http://schemas.microsoft.com/office/drawing/2014/main" id="{4B72E3D2-ECFC-8661-E3E6-8179C3B6AFA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96C6B88-6609-6FF1-7E43-954853CB4D41}"/>
              </a:ext>
            </a:extLst>
          </p:cNvPr>
          <p:cNvSpPr>
            <a:spLocks noGrp="1"/>
          </p:cNvSpPr>
          <p:nvPr>
            <p:ph type="sldNum" sz="quarter" idx="12"/>
          </p:nvPr>
        </p:nvSpPr>
        <p:spPr/>
        <p:txBody>
          <a:bodyPr/>
          <a:lstStyle/>
          <a:p>
            <a:fld id="{9FE55C0A-02E3-48C3-831B-0339015475A7}" type="slidenum">
              <a:rPr lang="ko-KR" altLang="en-US" smtClean="0"/>
              <a:pPr/>
              <a:t>‹#›</a:t>
            </a:fld>
            <a:endParaRPr lang="ko-KR" altLang="en-US"/>
          </a:p>
        </p:txBody>
      </p:sp>
    </p:spTree>
    <p:extLst>
      <p:ext uri="{BB962C8B-B14F-4D97-AF65-F5344CB8AC3E}">
        <p14:creationId xmlns:p14="http://schemas.microsoft.com/office/powerpoint/2010/main" val="996612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914400" y="2130426"/>
            <a:ext cx="10363200" cy="1470025"/>
          </a:xfrm>
        </p:spPr>
        <p:txBody>
          <a:bodyPr/>
          <a:lstStyle/>
          <a:p>
            <a:r>
              <a:rPr lang="ko-KR" altLang="en-US"/>
              <a:t>마스터 제목 스타일 편집</a:t>
            </a:r>
          </a:p>
        </p:txBody>
      </p:sp>
      <p:sp>
        <p:nvSpPr>
          <p:cNvPr id="3" name="부제목 2"/>
          <p:cNvSpPr>
            <a:spLocks noGrp="1"/>
          </p:cNvSpPr>
          <p:nvPr>
            <p:ph type="subTitle" idx="1"/>
          </p:nvPr>
        </p:nvSpPr>
        <p:spPr>
          <a:xfrm>
            <a:off x="1828800" y="3886200"/>
            <a:ext cx="8534400" cy="1752600"/>
          </a:xfrm>
        </p:spPr>
        <p:txBody>
          <a:bodyPr/>
          <a:lstStyle>
            <a:lvl1pPr marL="0" indent="0" algn="ctr">
              <a:buNone/>
              <a:defRPr/>
            </a:lvl1pPr>
            <a:lvl2pPr marL="609585" indent="0" algn="ctr">
              <a:buNone/>
              <a:defRPr/>
            </a:lvl2pPr>
            <a:lvl3pPr marL="1219170" indent="0" algn="ctr">
              <a:buNone/>
              <a:defRPr/>
            </a:lvl3pPr>
            <a:lvl4pPr marL="1828754" indent="0" algn="ctr">
              <a:buNone/>
              <a:defRPr/>
            </a:lvl4pPr>
            <a:lvl5pPr marL="2438339" indent="0" algn="ctr">
              <a:buNone/>
              <a:defRPr/>
            </a:lvl5pPr>
            <a:lvl6pPr marL="3047924" indent="0" algn="ctr">
              <a:buNone/>
              <a:defRPr/>
            </a:lvl6pPr>
            <a:lvl7pPr marL="3657509" indent="0" algn="ctr">
              <a:buNone/>
              <a:defRPr/>
            </a:lvl7pPr>
            <a:lvl8pPr marL="4267093" indent="0" algn="ctr">
              <a:buNone/>
              <a:defRPr/>
            </a:lvl8pPr>
            <a:lvl9pPr marL="4876678" indent="0" algn="ctr">
              <a:buNone/>
              <a:defRPr/>
            </a:lvl9pPr>
          </a:lstStyle>
          <a:p>
            <a:r>
              <a:rPr lang="ko-KR" altLang="en-US"/>
              <a:t>마스터 부제목 스타일 편집</a:t>
            </a:r>
          </a:p>
        </p:txBody>
      </p:sp>
      <p:sp>
        <p:nvSpPr>
          <p:cNvPr id="4" name="Rectangle 4">
            <a:extLst>
              <a:ext uri="{FF2B5EF4-FFF2-40B4-BE49-F238E27FC236}">
                <a16:creationId xmlns:a16="http://schemas.microsoft.com/office/drawing/2014/main" id="{EB97D2E4-4156-4D84-6798-8B906E23699F}"/>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a:extLst>
              <a:ext uri="{FF2B5EF4-FFF2-40B4-BE49-F238E27FC236}">
                <a16:creationId xmlns:a16="http://schemas.microsoft.com/office/drawing/2014/main" id="{0C6AEDCE-C787-580A-9CDF-478C87C5C99C}"/>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a:extLst>
              <a:ext uri="{FF2B5EF4-FFF2-40B4-BE49-F238E27FC236}">
                <a16:creationId xmlns:a16="http://schemas.microsoft.com/office/drawing/2014/main" id="{644D397A-8EF9-21FC-CD01-6855BFF0F258}"/>
              </a:ext>
            </a:extLst>
          </p:cNvPr>
          <p:cNvSpPr>
            <a:spLocks noGrp="1" noChangeArrowheads="1"/>
          </p:cNvSpPr>
          <p:nvPr>
            <p:ph type="sldNum" sz="quarter" idx="12"/>
          </p:nvPr>
        </p:nvSpPr>
        <p:spPr>
          <a:ln/>
        </p:spPr>
        <p:txBody>
          <a:bodyPr/>
          <a:lstStyle>
            <a:lvl1pPr>
              <a:defRPr/>
            </a:lvl1pPr>
          </a:lstStyle>
          <a:p>
            <a:fld id="{7ADBFDC8-2277-4A0F-8D53-828F8EAECF70}" type="slidenum">
              <a:rPr lang="en-US" altLang="ko-KR"/>
              <a:pPr/>
              <a:t>‹#›</a:t>
            </a:fld>
            <a:endParaRPr lang="en-US" altLang="ko-KR"/>
          </a:p>
        </p:txBody>
      </p:sp>
    </p:spTree>
    <p:extLst>
      <p:ext uri="{BB962C8B-B14F-4D97-AF65-F5344CB8AC3E}">
        <p14:creationId xmlns:p14="http://schemas.microsoft.com/office/powerpoint/2010/main" val="30886884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a:extLst>
              <a:ext uri="{FF2B5EF4-FFF2-40B4-BE49-F238E27FC236}">
                <a16:creationId xmlns:a16="http://schemas.microsoft.com/office/drawing/2014/main" id="{2DE35067-B360-54DF-F5F9-378CA549AD86}"/>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a:extLst>
              <a:ext uri="{FF2B5EF4-FFF2-40B4-BE49-F238E27FC236}">
                <a16:creationId xmlns:a16="http://schemas.microsoft.com/office/drawing/2014/main" id="{512B001D-A3F1-DA02-216F-CD2FECDD7DDC}"/>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a:extLst>
              <a:ext uri="{FF2B5EF4-FFF2-40B4-BE49-F238E27FC236}">
                <a16:creationId xmlns:a16="http://schemas.microsoft.com/office/drawing/2014/main" id="{8BDF92DF-8EE4-CE24-678C-7F8DE0F9642C}"/>
              </a:ext>
            </a:extLst>
          </p:cNvPr>
          <p:cNvSpPr>
            <a:spLocks noGrp="1" noChangeArrowheads="1"/>
          </p:cNvSpPr>
          <p:nvPr>
            <p:ph type="sldNum" sz="quarter" idx="12"/>
          </p:nvPr>
        </p:nvSpPr>
        <p:spPr>
          <a:ln/>
        </p:spPr>
        <p:txBody>
          <a:bodyPr/>
          <a:lstStyle>
            <a:lvl1pPr>
              <a:defRPr/>
            </a:lvl1pPr>
          </a:lstStyle>
          <a:p>
            <a:fld id="{F0B42175-C1D5-4ED7-933C-AC73E685E9DD}" type="slidenum">
              <a:rPr lang="en-US" altLang="ko-KR"/>
              <a:pPr/>
              <a:t>‹#›</a:t>
            </a:fld>
            <a:endParaRPr lang="en-US" altLang="ko-KR"/>
          </a:p>
        </p:txBody>
      </p:sp>
    </p:spTree>
    <p:extLst>
      <p:ext uri="{BB962C8B-B14F-4D97-AF65-F5344CB8AC3E}">
        <p14:creationId xmlns:p14="http://schemas.microsoft.com/office/powerpoint/2010/main" val="29373802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963084" y="4406901"/>
            <a:ext cx="10363200" cy="1362075"/>
          </a:xfrm>
        </p:spPr>
        <p:txBody>
          <a:bodyPr anchor="t"/>
          <a:lstStyle>
            <a:lvl1pPr algn="l">
              <a:defRPr sz="5333" b="1" cap="all"/>
            </a:lvl1pPr>
          </a:lstStyle>
          <a:p>
            <a:r>
              <a:rPr lang="ko-KR" altLang="en-US"/>
              <a:t>마스터 제목 스타일 편집</a:t>
            </a:r>
          </a:p>
        </p:txBody>
      </p:sp>
      <p:sp>
        <p:nvSpPr>
          <p:cNvPr id="3" name="텍스트 개체 틀 2"/>
          <p:cNvSpPr>
            <a:spLocks noGrp="1"/>
          </p:cNvSpPr>
          <p:nvPr>
            <p:ph type="body" idx="1"/>
          </p:nvPr>
        </p:nvSpPr>
        <p:spPr>
          <a:xfrm>
            <a:off x="963084" y="2906713"/>
            <a:ext cx="10363200" cy="1500187"/>
          </a:xfrm>
        </p:spPr>
        <p:txBody>
          <a:bodyPr anchor="b"/>
          <a:lstStyle>
            <a:lvl1pPr marL="0" indent="0">
              <a:buNone/>
              <a:defRPr sz="2667"/>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ko-KR" altLang="en-US"/>
              <a:t>마스터 텍스트 스타일을 편집합니다</a:t>
            </a:r>
          </a:p>
        </p:txBody>
      </p:sp>
      <p:sp>
        <p:nvSpPr>
          <p:cNvPr id="4" name="Rectangle 4">
            <a:extLst>
              <a:ext uri="{FF2B5EF4-FFF2-40B4-BE49-F238E27FC236}">
                <a16:creationId xmlns:a16="http://schemas.microsoft.com/office/drawing/2014/main" id="{F0F59EA6-B3A7-B8C0-4C17-598C8E9A6B6C}"/>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a:extLst>
              <a:ext uri="{FF2B5EF4-FFF2-40B4-BE49-F238E27FC236}">
                <a16:creationId xmlns:a16="http://schemas.microsoft.com/office/drawing/2014/main" id="{CD67B469-0B7F-8CBE-ED9E-DBCDD05DE282}"/>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a:extLst>
              <a:ext uri="{FF2B5EF4-FFF2-40B4-BE49-F238E27FC236}">
                <a16:creationId xmlns:a16="http://schemas.microsoft.com/office/drawing/2014/main" id="{D3ECB13C-7B22-0CA9-12E3-3334AC8DE559}"/>
              </a:ext>
            </a:extLst>
          </p:cNvPr>
          <p:cNvSpPr>
            <a:spLocks noGrp="1" noChangeArrowheads="1"/>
          </p:cNvSpPr>
          <p:nvPr>
            <p:ph type="sldNum" sz="quarter" idx="12"/>
          </p:nvPr>
        </p:nvSpPr>
        <p:spPr>
          <a:ln/>
        </p:spPr>
        <p:txBody>
          <a:bodyPr/>
          <a:lstStyle>
            <a:lvl1pPr>
              <a:defRPr/>
            </a:lvl1pPr>
          </a:lstStyle>
          <a:p>
            <a:fld id="{723239BA-3734-421C-8818-B8F09F833321}" type="slidenum">
              <a:rPr lang="en-US" altLang="ko-KR"/>
              <a:pPr/>
              <a:t>‹#›</a:t>
            </a:fld>
            <a:endParaRPr lang="en-US" altLang="ko-KR"/>
          </a:p>
        </p:txBody>
      </p:sp>
    </p:spTree>
    <p:extLst>
      <p:ext uri="{BB962C8B-B14F-4D97-AF65-F5344CB8AC3E}">
        <p14:creationId xmlns:p14="http://schemas.microsoft.com/office/powerpoint/2010/main" val="11609779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609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197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Rectangle 4">
            <a:extLst>
              <a:ext uri="{FF2B5EF4-FFF2-40B4-BE49-F238E27FC236}">
                <a16:creationId xmlns:a16="http://schemas.microsoft.com/office/drawing/2014/main" id="{085BB5BA-1811-1454-6911-AAC9C69B3DCD}"/>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a:extLst>
              <a:ext uri="{FF2B5EF4-FFF2-40B4-BE49-F238E27FC236}">
                <a16:creationId xmlns:a16="http://schemas.microsoft.com/office/drawing/2014/main" id="{722C9D10-7007-C91B-C237-175984794D40}"/>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a:extLst>
              <a:ext uri="{FF2B5EF4-FFF2-40B4-BE49-F238E27FC236}">
                <a16:creationId xmlns:a16="http://schemas.microsoft.com/office/drawing/2014/main" id="{26D459E6-09F7-ABD9-9527-846EC38D36D1}"/>
              </a:ext>
            </a:extLst>
          </p:cNvPr>
          <p:cNvSpPr>
            <a:spLocks noGrp="1" noChangeArrowheads="1"/>
          </p:cNvSpPr>
          <p:nvPr>
            <p:ph type="sldNum" sz="quarter" idx="12"/>
          </p:nvPr>
        </p:nvSpPr>
        <p:spPr>
          <a:ln/>
        </p:spPr>
        <p:txBody>
          <a:bodyPr/>
          <a:lstStyle>
            <a:lvl1pPr>
              <a:defRPr/>
            </a:lvl1pPr>
          </a:lstStyle>
          <a:p>
            <a:fld id="{D1F7A53D-F72D-422A-9D74-780FAB254298}" type="slidenum">
              <a:rPr lang="en-US" altLang="ko-KR"/>
              <a:pPr/>
              <a:t>‹#›</a:t>
            </a:fld>
            <a:endParaRPr lang="en-US" altLang="ko-KR"/>
          </a:p>
        </p:txBody>
      </p:sp>
    </p:spTree>
    <p:extLst>
      <p:ext uri="{BB962C8B-B14F-4D97-AF65-F5344CB8AC3E}">
        <p14:creationId xmlns:p14="http://schemas.microsoft.com/office/powerpoint/2010/main" val="3324390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609600" y="1535113"/>
            <a:ext cx="5386917"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ko-KR" altLang="en-US"/>
              <a:t>마스터 텍스트 스타일을 편집합니다</a:t>
            </a:r>
          </a:p>
        </p:txBody>
      </p:sp>
      <p:sp>
        <p:nvSpPr>
          <p:cNvPr id="4" name="내용 개체 틀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6193369" y="1535113"/>
            <a:ext cx="5389033"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ko-KR" altLang="en-US"/>
              <a:t>마스터 텍스트 스타일을 편집합니다</a:t>
            </a:r>
          </a:p>
        </p:txBody>
      </p:sp>
      <p:sp>
        <p:nvSpPr>
          <p:cNvPr id="6" name="내용 개체 틀 5"/>
          <p:cNvSpPr>
            <a:spLocks noGrp="1"/>
          </p:cNvSpPr>
          <p:nvPr>
            <p:ph sz="quarter" idx="4"/>
          </p:nvPr>
        </p:nvSpPr>
        <p:spPr>
          <a:xfrm>
            <a:off x="6193369"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Rectangle 4">
            <a:extLst>
              <a:ext uri="{FF2B5EF4-FFF2-40B4-BE49-F238E27FC236}">
                <a16:creationId xmlns:a16="http://schemas.microsoft.com/office/drawing/2014/main" id="{8379D490-590F-2092-9A35-BFDEAF79AF48}"/>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8" name="Rectangle 5">
            <a:extLst>
              <a:ext uri="{FF2B5EF4-FFF2-40B4-BE49-F238E27FC236}">
                <a16:creationId xmlns:a16="http://schemas.microsoft.com/office/drawing/2014/main" id="{BD39AD50-3B72-6F05-F67D-75B16160B2BD}"/>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9" name="Rectangle 6">
            <a:extLst>
              <a:ext uri="{FF2B5EF4-FFF2-40B4-BE49-F238E27FC236}">
                <a16:creationId xmlns:a16="http://schemas.microsoft.com/office/drawing/2014/main" id="{83B606E8-6B6B-5209-3D54-86C8070C564E}"/>
              </a:ext>
            </a:extLst>
          </p:cNvPr>
          <p:cNvSpPr>
            <a:spLocks noGrp="1" noChangeArrowheads="1"/>
          </p:cNvSpPr>
          <p:nvPr>
            <p:ph type="sldNum" sz="quarter" idx="12"/>
          </p:nvPr>
        </p:nvSpPr>
        <p:spPr>
          <a:ln/>
        </p:spPr>
        <p:txBody>
          <a:bodyPr/>
          <a:lstStyle>
            <a:lvl1pPr>
              <a:defRPr/>
            </a:lvl1pPr>
          </a:lstStyle>
          <a:p>
            <a:fld id="{53F9304C-2AC1-4352-96AB-891E8DE21A68}" type="slidenum">
              <a:rPr lang="en-US" altLang="ko-KR"/>
              <a:pPr/>
              <a:t>‹#›</a:t>
            </a:fld>
            <a:endParaRPr lang="en-US" altLang="ko-KR"/>
          </a:p>
        </p:txBody>
      </p:sp>
    </p:spTree>
    <p:extLst>
      <p:ext uri="{BB962C8B-B14F-4D97-AF65-F5344CB8AC3E}">
        <p14:creationId xmlns:p14="http://schemas.microsoft.com/office/powerpoint/2010/main" val="7797215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Rectangle 4">
            <a:extLst>
              <a:ext uri="{FF2B5EF4-FFF2-40B4-BE49-F238E27FC236}">
                <a16:creationId xmlns:a16="http://schemas.microsoft.com/office/drawing/2014/main" id="{A0223540-6488-183C-D15B-87D415170B7D}"/>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4" name="Rectangle 5">
            <a:extLst>
              <a:ext uri="{FF2B5EF4-FFF2-40B4-BE49-F238E27FC236}">
                <a16:creationId xmlns:a16="http://schemas.microsoft.com/office/drawing/2014/main" id="{E644537E-C855-FBC3-720C-D18371EEB938}"/>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6">
            <a:extLst>
              <a:ext uri="{FF2B5EF4-FFF2-40B4-BE49-F238E27FC236}">
                <a16:creationId xmlns:a16="http://schemas.microsoft.com/office/drawing/2014/main" id="{BB32639D-AD0B-80DA-676A-A58BEA1AAE53}"/>
              </a:ext>
            </a:extLst>
          </p:cNvPr>
          <p:cNvSpPr>
            <a:spLocks noGrp="1" noChangeArrowheads="1"/>
          </p:cNvSpPr>
          <p:nvPr>
            <p:ph type="sldNum" sz="quarter" idx="12"/>
          </p:nvPr>
        </p:nvSpPr>
        <p:spPr>
          <a:ln/>
        </p:spPr>
        <p:txBody>
          <a:bodyPr/>
          <a:lstStyle>
            <a:lvl1pPr>
              <a:defRPr/>
            </a:lvl1pPr>
          </a:lstStyle>
          <a:p>
            <a:fld id="{CF33F01D-7A96-46D3-9C09-3CE89B1C9D5E}" type="slidenum">
              <a:rPr lang="en-US" altLang="ko-KR"/>
              <a:pPr/>
              <a:t>‹#›</a:t>
            </a:fld>
            <a:endParaRPr lang="en-US" altLang="ko-KR"/>
          </a:p>
        </p:txBody>
      </p:sp>
    </p:spTree>
    <p:extLst>
      <p:ext uri="{BB962C8B-B14F-4D97-AF65-F5344CB8AC3E}">
        <p14:creationId xmlns:p14="http://schemas.microsoft.com/office/powerpoint/2010/main" val="22358294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15C49B7-95D9-8D49-2854-CC0F07C9C295}"/>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3" name="Rectangle 5">
            <a:extLst>
              <a:ext uri="{FF2B5EF4-FFF2-40B4-BE49-F238E27FC236}">
                <a16:creationId xmlns:a16="http://schemas.microsoft.com/office/drawing/2014/main" id="{90ABB6CE-E958-969C-2D8E-C54CAAC40625}"/>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4" name="Rectangle 6">
            <a:extLst>
              <a:ext uri="{FF2B5EF4-FFF2-40B4-BE49-F238E27FC236}">
                <a16:creationId xmlns:a16="http://schemas.microsoft.com/office/drawing/2014/main" id="{71A07B1C-9ACC-12EA-BF51-56CAB56B1080}"/>
              </a:ext>
            </a:extLst>
          </p:cNvPr>
          <p:cNvSpPr>
            <a:spLocks noGrp="1" noChangeArrowheads="1"/>
          </p:cNvSpPr>
          <p:nvPr>
            <p:ph type="sldNum" sz="quarter" idx="12"/>
          </p:nvPr>
        </p:nvSpPr>
        <p:spPr>
          <a:ln/>
        </p:spPr>
        <p:txBody>
          <a:bodyPr/>
          <a:lstStyle>
            <a:lvl1pPr>
              <a:defRPr/>
            </a:lvl1pPr>
          </a:lstStyle>
          <a:p>
            <a:fld id="{CC02246F-1742-4075-9B16-92C19C0F9EC4}" type="slidenum">
              <a:rPr lang="en-US" altLang="ko-KR"/>
              <a:pPr/>
              <a:t>‹#›</a:t>
            </a:fld>
            <a:endParaRPr lang="en-US" altLang="ko-KR"/>
          </a:p>
        </p:txBody>
      </p:sp>
    </p:spTree>
    <p:extLst>
      <p:ext uri="{BB962C8B-B14F-4D97-AF65-F5344CB8AC3E}">
        <p14:creationId xmlns:p14="http://schemas.microsoft.com/office/powerpoint/2010/main" val="16132254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609602" y="273049"/>
            <a:ext cx="4011084" cy="1162051"/>
          </a:xfrm>
        </p:spPr>
        <p:txBody>
          <a:bodyPr anchor="b"/>
          <a:lstStyle>
            <a:lvl1pPr algn="l">
              <a:defRPr sz="2667" b="1"/>
            </a:lvl1pPr>
          </a:lstStyle>
          <a:p>
            <a:r>
              <a:rPr lang="ko-KR" altLang="en-US"/>
              <a:t>마스터 제목 스타일 편집</a:t>
            </a:r>
          </a:p>
        </p:txBody>
      </p:sp>
      <p:sp>
        <p:nvSpPr>
          <p:cNvPr id="3" name="내용 개체 틀 2"/>
          <p:cNvSpPr>
            <a:spLocks noGrp="1"/>
          </p:cNvSpPr>
          <p:nvPr>
            <p:ph idx="1"/>
          </p:nvPr>
        </p:nvSpPr>
        <p:spPr>
          <a:xfrm>
            <a:off x="4766733" y="273052"/>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609602" y="1435102"/>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ko-KR" altLang="en-US"/>
              <a:t>마스터 텍스트 스타일을 편집합니다</a:t>
            </a:r>
          </a:p>
        </p:txBody>
      </p:sp>
      <p:sp>
        <p:nvSpPr>
          <p:cNvPr id="5" name="Rectangle 4">
            <a:extLst>
              <a:ext uri="{FF2B5EF4-FFF2-40B4-BE49-F238E27FC236}">
                <a16:creationId xmlns:a16="http://schemas.microsoft.com/office/drawing/2014/main" id="{96B120EE-F958-B8D0-9724-A697BA035F78}"/>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a:extLst>
              <a:ext uri="{FF2B5EF4-FFF2-40B4-BE49-F238E27FC236}">
                <a16:creationId xmlns:a16="http://schemas.microsoft.com/office/drawing/2014/main" id="{04803966-743B-0D34-0FBB-B93754481E4F}"/>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a:extLst>
              <a:ext uri="{FF2B5EF4-FFF2-40B4-BE49-F238E27FC236}">
                <a16:creationId xmlns:a16="http://schemas.microsoft.com/office/drawing/2014/main" id="{0866F822-E118-F8C7-1870-DEF04D39BDCB}"/>
              </a:ext>
            </a:extLst>
          </p:cNvPr>
          <p:cNvSpPr>
            <a:spLocks noGrp="1" noChangeArrowheads="1"/>
          </p:cNvSpPr>
          <p:nvPr>
            <p:ph type="sldNum" sz="quarter" idx="12"/>
          </p:nvPr>
        </p:nvSpPr>
        <p:spPr>
          <a:ln/>
        </p:spPr>
        <p:txBody>
          <a:bodyPr/>
          <a:lstStyle>
            <a:lvl1pPr>
              <a:defRPr/>
            </a:lvl1pPr>
          </a:lstStyle>
          <a:p>
            <a:fld id="{490A29C9-B320-4441-9403-28BBE87DA70E}" type="slidenum">
              <a:rPr lang="en-US" altLang="ko-KR"/>
              <a:pPr/>
              <a:t>‹#›</a:t>
            </a:fld>
            <a:endParaRPr lang="en-US" altLang="ko-KR"/>
          </a:p>
        </p:txBody>
      </p:sp>
    </p:spTree>
    <p:extLst>
      <p:ext uri="{BB962C8B-B14F-4D97-AF65-F5344CB8AC3E}">
        <p14:creationId xmlns:p14="http://schemas.microsoft.com/office/powerpoint/2010/main" val="39504280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2389717" y="4800600"/>
            <a:ext cx="7315200" cy="566739"/>
          </a:xfrm>
        </p:spPr>
        <p:txBody>
          <a:bodyPr anchor="b"/>
          <a:lstStyle>
            <a:lvl1pPr algn="l">
              <a:defRPr sz="2667" b="1"/>
            </a:lvl1pPr>
          </a:lstStyle>
          <a:p>
            <a:r>
              <a:rPr lang="ko-KR" altLang="en-US"/>
              <a:t>마스터 제목 스타일 편집</a:t>
            </a:r>
          </a:p>
        </p:txBody>
      </p:sp>
      <p:sp>
        <p:nvSpPr>
          <p:cNvPr id="3" name="그림 개체 틀 2"/>
          <p:cNvSpPr>
            <a:spLocks noGrp="1"/>
          </p:cNvSpPr>
          <p:nvPr>
            <p:ph type="pic" idx="1"/>
          </p:nvPr>
        </p:nvSpPr>
        <p:spPr>
          <a:xfrm>
            <a:off x="2389717" y="612775"/>
            <a:ext cx="7315200" cy="4114800"/>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endParaRPr lang="ko-KR" altLang="en-US" noProof="0"/>
          </a:p>
        </p:txBody>
      </p:sp>
      <p:sp>
        <p:nvSpPr>
          <p:cNvPr id="4" name="텍스트 개체 틀 3"/>
          <p:cNvSpPr>
            <a:spLocks noGrp="1"/>
          </p:cNvSpPr>
          <p:nvPr>
            <p:ph type="body" sz="half" idx="2"/>
          </p:nvPr>
        </p:nvSpPr>
        <p:spPr>
          <a:xfrm>
            <a:off x="2389717" y="5367338"/>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ko-KR" altLang="en-US"/>
              <a:t>마스터 텍스트 스타일을 편집합니다</a:t>
            </a:r>
          </a:p>
        </p:txBody>
      </p:sp>
      <p:sp>
        <p:nvSpPr>
          <p:cNvPr id="5" name="Rectangle 4">
            <a:extLst>
              <a:ext uri="{FF2B5EF4-FFF2-40B4-BE49-F238E27FC236}">
                <a16:creationId xmlns:a16="http://schemas.microsoft.com/office/drawing/2014/main" id="{A3151C84-38B1-42AD-C820-37EBAAB03B20}"/>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a:extLst>
              <a:ext uri="{FF2B5EF4-FFF2-40B4-BE49-F238E27FC236}">
                <a16:creationId xmlns:a16="http://schemas.microsoft.com/office/drawing/2014/main" id="{17183A22-F0E6-7DD9-F941-7C8380FA85AE}"/>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a:extLst>
              <a:ext uri="{FF2B5EF4-FFF2-40B4-BE49-F238E27FC236}">
                <a16:creationId xmlns:a16="http://schemas.microsoft.com/office/drawing/2014/main" id="{E65F448D-36ED-8520-3CAC-1900DC0E747B}"/>
              </a:ext>
            </a:extLst>
          </p:cNvPr>
          <p:cNvSpPr>
            <a:spLocks noGrp="1" noChangeArrowheads="1"/>
          </p:cNvSpPr>
          <p:nvPr>
            <p:ph type="sldNum" sz="quarter" idx="12"/>
          </p:nvPr>
        </p:nvSpPr>
        <p:spPr>
          <a:ln/>
        </p:spPr>
        <p:txBody>
          <a:bodyPr/>
          <a:lstStyle>
            <a:lvl1pPr>
              <a:defRPr/>
            </a:lvl1pPr>
          </a:lstStyle>
          <a:p>
            <a:fld id="{FABD05E4-53F6-4139-A452-16DBBAE71B3B}" type="slidenum">
              <a:rPr lang="en-US" altLang="ko-KR"/>
              <a:pPr/>
              <a:t>‹#›</a:t>
            </a:fld>
            <a:endParaRPr lang="en-US" altLang="ko-KR"/>
          </a:p>
        </p:txBody>
      </p:sp>
    </p:spTree>
    <p:extLst>
      <p:ext uri="{BB962C8B-B14F-4D97-AF65-F5344CB8AC3E}">
        <p14:creationId xmlns:p14="http://schemas.microsoft.com/office/powerpoint/2010/main" val="17503677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a:extLst>
              <a:ext uri="{FF2B5EF4-FFF2-40B4-BE49-F238E27FC236}">
                <a16:creationId xmlns:a16="http://schemas.microsoft.com/office/drawing/2014/main" id="{FB0E96ED-16AE-24C9-E2B4-DB7AA17A04BB}"/>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a:extLst>
              <a:ext uri="{FF2B5EF4-FFF2-40B4-BE49-F238E27FC236}">
                <a16:creationId xmlns:a16="http://schemas.microsoft.com/office/drawing/2014/main" id="{22EAE452-5CA1-A004-BF9D-D1BD3B3AD367}"/>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a:extLst>
              <a:ext uri="{FF2B5EF4-FFF2-40B4-BE49-F238E27FC236}">
                <a16:creationId xmlns:a16="http://schemas.microsoft.com/office/drawing/2014/main" id="{A6C92CB7-A2AC-8292-D2E3-E22D84EDE495}"/>
              </a:ext>
            </a:extLst>
          </p:cNvPr>
          <p:cNvSpPr>
            <a:spLocks noGrp="1" noChangeArrowheads="1"/>
          </p:cNvSpPr>
          <p:nvPr>
            <p:ph type="sldNum" sz="quarter" idx="12"/>
          </p:nvPr>
        </p:nvSpPr>
        <p:spPr>
          <a:ln/>
        </p:spPr>
        <p:txBody>
          <a:bodyPr/>
          <a:lstStyle>
            <a:lvl1pPr>
              <a:defRPr/>
            </a:lvl1pPr>
          </a:lstStyle>
          <a:p>
            <a:fld id="{15006AA8-36D8-4E03-83E8-F387BFE929D4}" type="slidenum">
              <a:rPr lang="en-US" altLang="ko-KR"/>
              <a:pPr/>
              <a:t>‹#›</a:t>
            </a:fld>
            <a:endParaRPr lang="en-US" altLang="ko-KR"/>
          </a:p>
        </p:txBody>
      </p:sp>
    </p:spTree>
    <p:extLst>
      <p:ext uri="{BB962C8B-B14F-4D97-AF65-F5344CB8AC3E}">
        <p14:creationId xmlns:p14="http://schemas.microsoft.com/office/powerpoint/2010/main" val="27070050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839200" y="274639"/>
            <a:ext cx="2743200" cy="5851525"/>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609600" y="274639"/>
            <a:ext cx="8026400" cy="5851525"/>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a:extLst>
              <a:ext uri="{FF2B5EF4-FFF2-40B4-BE49-F238E27FC236}">
                <a16:creationId xmlns:a16="http://schemas.microsoft.com/office/drawing/2014/main" id="{81BF33F4-9C38-2D3D-1EA5-790AD2EA72A8}"/>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a:extLst>
              <a:ext uri="{FF2B5EF4-FFF2-40B4-BE49-F238E27FC236}">
                <a16:creationId xmlns:a16="http://schemas.microsoft.com/office/drawing/2014/main" id="{26C3E1E0-AA4E-F8BF-6BFA-4F0E319FA064}"/>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a:extLst>
              <a:ext uri="{FF2B5EF4-FFF2-40B4-BE49-F238E27FC236}">
                <a16:creationId xmlns:a16="http://schemas.microsoft.com/office/drawing/2014/main" id="{F04C6962-EDF8-EED9-2EB1-61734BAC4459}"/>
              </a:ext>
            </a:extLst>
          </p:cNvPr>
          <p:cNvSpPr>
            <a:spLocks noGrp="1" noChangeArrowheads="1"/>
          </p:cNvSpPr>
          <p:nvPr>
            <p:ph type="sldNum" sz="quarter" idx="12"/>
          </p:nvPr>
        </p:nvSpPr>
        <p:spPr>
          <a:ln/>
        </p:spPr>
        <p:txBody>
          <a:bodyPr/>
          <a:lstStyle>
            <a:lvl1pPr>
              <a:defRPr/>
            </a:lvl1pPr>
          </a:lstStyle>
          <a:p>
            <a:fld id="{58A55124-EF04-49CB-90BA-9A78057FD1E8}" type="slidenum">
              <a:rPr lang="en-US" altLang="ko-KR"/>
              <a:pPr/>
              <a:t>‹#›</a:t>
            </a:fld>
            <a:endParaRPr lang="en-US" altLang="ko-KR"/>
          </a:p>
        </p:txBody>
      </p:sp>
    </p:spTree>
    <p:extLst>
      <p:ext uri="{BB962C8B-B14F-4D97-AF65-F5344CB8AC3E}">
        <p14:creationId xmlns:p14="http://schemas.microsoft.com/office/powerpoint/2010/main" val="11014552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93B8B8F-920E-E8AE-7E3B-B350C4B64ADC}"/>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1688DBC2-01AF-BBC3-C9F4-6294E4BBE7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64955E02-3D21-1693-A9E1-8B061F2C43AB}"/>
              </a:ext>
            </a:extLst>
          </p:cNvPr>
          <p:cNvSpPr>
            <a:spLocks noGrp="1"/>
          </p:cNvSpPr>
          <p:nvPr>
            <p:ph type="dt" sz="half" idx="10"/>
          </p:nvPr>
        </p:nvSpPr>
        <p:spPr/>
        <p:txBody>
          <a:bodyPr/>
          <a:lstStyle/>
          <a:p>
            <a:fld id="{42967DD6-D74D-4731-80D2-D3C023786D03}" type="datetimeFigureOut">
              <a:rPr lang="ko-KR" altLang="en-US" smtClean="0"/>
              <a:pPr/>
              <a:t>2026. 5. 30.</a:t>
            </a:fld>
            <a:endParaRPr lang="ko-KR" altLang="en-US"/>
          </a:p>
        </p:txBody>
      </p:sp>
      <p:sp>
        <p:nvSpPr>
          <p:cNvPr id="5" name="바닥글 개체 틀 4">
            <a:extLst>
              <a:ext uri="{FF2B5EF4-FFF2-40B4-BE49-F238E27FC236}">
                <a16:creationId xmlns:a16="http://schemas.microsoft.com/office/drawing/2014/main" id="{1820A66D-FB16-AA99-53D9-555C48EDA4E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A6C9556-EDC9-9F5C-D1DA-D7B226AA997F}"/>
              </a:ext>
            </a:extLst>
          </p:cNvPr>
          <p:cNvSpPr>
            <a:spLocks noGrp="1"/>
          </p:cNvSpPr>
          <p:nvPr>
            <p:ph type="sldNum" sz="quarter" idx="12"/>
          </p:nvPr>
        </p:nvSpPr>
        <p:spPr/>
        <p:txBody>
          <a:bodyPr/>
          <a:lstStyle/>
          <a:p>
            <a:fld id="{9FE55C0A-02E3-48C3-831B-0339015475A7}" type="slidenum">
              <a:rPr lang="ko-KR" altLang="en-US" smtClean="0"/>
              <a:pPr/>
              <a:t>‹#›</a:t>
            </a:fld>
            <a:endParaRPr lang="ko-KR" altLang="en-US"/>
          </a:p>
        </p:txBody>
      </p:sp>
    </p:spTree>
    <p:extLst>
      <p:ext uri="{BB962C8B-B14F-4D97-AF65-F5344CB8AC3E}">
        <p14:creationId xmlns:p14="http://schemas.microsoft.com/office/powerpoint/2010/main" val="7094860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008BA73-8C2B-E2D0-1094-4F1F023DADE8}"/>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5B1A7E08-E234-5D18-363A-7558F9E95B25}"/>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92243F76-B6D9-1457-B402-15175D637F43}"/>
              </a:ext>
            </a:extLst>
          </p:cNvPr>
          <p:cNvSpPr>
            <a:spLocks noGrp="1"/>
          </p:cNvSpPr>
          <p:nvPr>
            <p:ph type="dt" sz="half" idx="10"/>
          </p:nvPr>
        </p:nvSpPr>
        <p:spPr/>
        <p:txBody>
          <a:bodyPr/>
          <a:lstStyle/>
          <a:p>
            <a:fld id="{42967DD6-D74D-4731-80D2-D3C023786D03}" type="datetimeFigureOut">
              <a:rPr lang="ko-KR" altLang="en-US" smtClean="0"/>
              <a:pPr/>
              <a:t>2026. 5. 30.</a:t>
            </a:fld>
            <a:endParaRPr lang="ko-KR" altLang="en-US"/>
          </a:p>
        </p:txBody>
      </p:sp>
      <p:sp>
        <p:nvSpPr>
          <p:cNvPr id="5" name="바닥글 개체 틀 4">
            <a:extLst>
              <a:ext uri="{FF2B5EF4-FFF2-40B4-BE49-F238E27FC236}">
                <a16:creationId xmlns:a16="http://schemas.microsoft.com/office/drawing/2014/main" id="{10F22F5B-B970-D279-6952-16813E0EEB6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54A3AD36-52CD-3446-8209-BF9A35BF61F2}"/>
              </a:ext>
            </a:extLst>
          </p:cNvPr>
          <p:cNvSpPr>
            <a:spLocks noGrp="1"/>
          </p:cNvSpPr>
          <p:nvPr>
            <p:ph type="sldNum" sz="quarter" idx="12"/>
          </p:nvPr>
        </p:nvSpPr>
        <p:spPr/>
        <p:txBody>
          <a:bodyPr/>
          <a:lstStyle/>
          <a:p>
            <a:fld id="{9FE55C0A-02E3-48C3-831B-0339015475A7}" type="slidenum">
              <a:rPr lang="ko-KR" altLang="en-US" smtClean="0"/>
              <a:pPr/>
              <a:t>‹#›</a:t>
            </a:fld>
            <a:endParaRPr lang="ko-KR" altLang="en-US"/>
          </a:p>
        </p:txBody>
      </p:sp>
    </p:spTree>
    <p:extLst>
      <p:ext uri="{BB962C8B-B14F-4D97-AF65-F5344CB8AC3E}">
        <p14:creationId xmlns:p14="http://schemas.microsoft.com/office/powerpoint/2010/main" val="12887568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DC15780-2760-8A68-4E18-B97EC12233DA}"/>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09A6BF6E-6D4F-9761-F921-F066713FA4D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D45256F3-3C28-F11B-7A2E-EACFE80AD106}"/>
              </a:ext>
            </a:extLst>
          </p:cNvPr>
          <p:cNvSpPr>
            <a:spLocks noGrp="1"/>
          </p:cNvSpPr>
          <p:nvPr>
            <p:ph type="dt" sz="half" idx="10"/>
          </p:nvPr>
        </p:nvSpPr>
        <p:spPr/>
        <p:txBody>
          <a:bodyPr/>
          <a:lstStyle/>
          <a:p>
            <a:fld id="{42967DD6-D74D-4731-80D2-D3C023786D03}" type="datetimeFigureOut">
              <a:rPr lang="ko-KR" altLang="en-US" smtClean="0"/>
              <a:pPr/>
              <a:t>2026. 5. 30.</a:t>
            </a:fld>
            <a:endParaRPr lang="ko-KR" altLang="en-US"/>
          </a:p>
        </p:txBody>
      </p:sp>
      <p:sp>
        <p:nvSpPr>
          <p:cNvPr id="5" name="바닥글 개체 틀 4">
            <a:extLst>
              <a:ext uri="{FF2B5EF4-FFF2-40B4-BE49-F238E27FC236}">
                <a16:creationId xmlns:a16="http://schemas.microsoft.com/office/drawing/2014/main" id="{BB313C12-51E5-D0F5-9A2D-1CDCCCCC016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A49251F-D03B-87FE-CA2A-79899C4398B1}"/>
              </a:ext>
            </a:extLst>
          </p:cNvPr>
          <p:cNvSpPr>
            <a:spLocks noGrp="1"/>
          </p:cNvSpPr>
          <p:nvPr>
            <p:ph type="sldNum" sz="quarter" idx="12"/>
          </p:nvPr>
        </p:nvSpPr>
        <p:spPr/>
        <p:txBody>
          <a:bodyPr/>
          <a:lstStyle/>
          <a:p>
            <a:fld id="{9FE55C0A-02E3-48C3-831B-0339015475A7}" type="slidenum">
              <a:rPr lang="ko-KR" altLang="en-US" smtClean="0"/>
              <a:pPr/>
              <a:t>‹#›</a:t>
            </a:fld>
            <a:endParaRPr lang="ko-KR" altLang="en-US"/>
          </a:p>
        </p:txBody>
      </p:sp>
    </p:spTree>
    <p:extLst>
      <p:ext uri="{BB962C8B-B14F-4D97-AF65-F5344CB8AC3E}">
        <p14:creationId xmlns:p14="http://schemas.microsoft.com/office/powerpoint/2010/main" val="352876442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4F9B4AE-2517-D8A1-68B7-539D64F537C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EE40734C-EF16-2A02-2E9D-6735A5A45ABB}"/>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438C31CA-AA00-2B32-ED7C-CF4D85EE5145}"/>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EB39E929-110E-356C-1410-71229846E674}"/>
              </a:ext>
            </a:extLst>
          </p:cNvPr>
          <p:cNvSpPr>
            <a:spLocks noGrp="1"/>
          </p:cNvSpPr>
          <p:nvPr>
            <p:ph type="dt" sz="half" idx="10"/>
          </p:nvPr>
        </p:nvSpPr>
        <p:spPr/>
        <p:txBody>
          <a:bodyPr/>
          <a:lstStyle/>
          <a:p>
            <a:fld id="{42967DD6-D74D-4731-80D2-D3C023786D03}" type="datetimeFigureOut">
              <a:rPr lang="ko-KR" altLang="en-US" smtClean="0"/>
              <a:pPr/>
              <a:t>2026. 5. 30.</a:t>
            </a:fld>
            <a:endParaRPr lang="ko-KR" altLang="en-US"/>
          </a:p>
        </p:txBody>
      </p:sp>
      <p:sp>
        <p:nvSpPr>
          <p:cNvPr id="6" name="바닥글 개체 틀 5">
            <a:extLst>
              <a:ext uri="{FF2B5EF4-FFF2-40B4-BE49-F238E27FC236}">
                <a16:creationId xmlns:a16="http://schemas.microsoft.com/office/drawing/2014/main" id="{5C553102-9973-6201-0B5A-F3B8090D8A31}"/>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4C88D19-40E2-ED86-C97F-E2CC66F7CE1A}"/>
              </a:ext>
            </a:extLst>
          </p:cNvPr>
          <p:cNvSpPr>
            <a:spLocks noGrp="1"/>
          </p:cNvSpPr>
          <p:nvPr>
            <p:ph type="sldNum" sz="quarter" idx="12"/>
          </p:nvPr>
        </p:nvSpPr>
        <p:spPr/>
        <p:txBody>
          <a:bodyPr/>
          <a:lstStyle/>
          <a:p>
            <a:fld id="{9FE55C0A-02E3-48C3-831B-0339015475A7}" type="slidenum">
              <a:rPr lang="ko-KR" altLang="en-US" smtClean="0"/>
              <a:pPr/>
              <a:t>‹#›</a:t>
            </a:fld>
            <a:endParaRPr lang="ko-KR" altLang="en-US"/>
          </a:p>
        </p:txBody>
      </p:sp>
    </p:spTree>
    <p:extLst>
      <p:ext uri="{BB962C8B-B14F-4D97-AF65-F5344CB8AC3E}">
        <p14:creationId xmlns:p14="http://schemas.microsoft.com/office/powerpoint/2010/main" val="39727955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9F7B2E4-F880-35AF-1A60-A5B23D119658}"/>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D16F5533-2980-86B2-8EAF-C293B0BFC6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34A94D67-C876-743B-3778-353BC7433D73}"/>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8BFF465F-CADC-79D9-1E0D-7C2DFF38A0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A4BBE9D5-A671-B11E-DA20-4D5BB2225A0F}"/>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421C88B2-4553-A65B-4A0D-F28BD3B1422B}"/>
              </a:ext>
            </a:extLst>
          </p:cNvPr>
          <p:cNvSpPr>
            <a:spLocks noGrp="1"/>
          </p:cNvSpPr>
          <p:nvPr>
            <p:ph type="dt" sz="half" idx="10"/>
          </p:nvPr>
        </p:nvSpPr>
        <p:spPr/>
        <p:txBody>
          <a:bodyPr/>
          <a:lstStyle/>
          <a:p>
            <a:fld id="{42967DD6-D74D-4731-80D2-D3C023786D03}" type="datetimeFigureOut">
              <a:rPr lang="ko-KR" altLang="en-US" smtClean="0"/>
              <a:pPr/>
              <a:t>2026. 5. 30.</a:t>
            </a:fld>
            <a:endParaRPr lang="ko-KR" altLang="en-US"/>
          </a:p>
        </p:txBody>
      </p:sp>
      <p:sp>
        <p:nvSpPr>
          <p:cNvPr id="8" name="바닥글 개체 틀 7">
            <a:extLst>
              <a:ext uri="{FF2B5EF4-FFF2-40B4-BE49-F238E27FC236}">
                <a16:creationId xmlns:a16="http://schemas.microsoft.com/office/drawing/2014/main" id="{9156AA4C-48D9-11D2-FCF5-9AF95FA6D04B}"/>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C78B0877-639D-C0C2-B860-BB79DE73C895}"/>
              </a:ext>
            </a:extLst>
          </p:cNvPr>
          <p:cNvSpPr>
            <a:spLocks noGrp="1"/>
          </p:cNvSpPr>
          <p:nvPr>
            <p:ph type="sldNum" sz="quarter" idx="12"/>
          </p:nvPr>
        </p:nvSpPr>
        <p:spPr/>
        <p:txBody>
          <a:bodyPr/>
          <a:lstStyle/>
          <a:p>
            <a:fld id="{9FE55C0A-02E3-48C3-831B-0339015475A7}" type="slidenum">
              <a:rPr lang="ko-KR" altLang="en-US" smtClean="0"/>
              <a:pPr/>
              <a:t>‹#›</a:t>
            </a:fld>
            <a:endParaRPr lang="ko-KR" altLang="en-US"/>
          </a:p>
        </p:txBody>
      </p:sp>
    </p:spTree>
    <p:extLst>
      <p:ext uri="{BB962C8B-B14F-4D97-AF65-F5344CB8AC3E}">
        <p14:creationId xmlns:p14="http://schemas.microsoft.com/office/powerpoint/2010/main" val="18259178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FDE6B7D-2880-92B7-F6A2-42D8F263B430}"/>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FE6025EB-BB9E-EF26-0C07-58DAFE762F2C}"/>
              </a:ext>
            </a:extLst>
          </p:cNvPr>
          <p:cNvSpPr>
            <a:spLocks noGrp="1"/>
          </p:cNvSpPr>
          <p:nvPr>
            <p:ph type="dt" sz="half" idx="10"/>
          </p:nvPr>
        </p:nvSpPr>
        <p:spPr/>
        <p:txBody>
          <a:bodyPr/>
          <a:lstStyle/>
          <a:p>
            <a:fld id="{42967DD6-D74D-4731-80D2-D3C023786D03}" type="datetimeFigureOut">
              <a:rPr lang="ko-KR" altLang="en-US" smtClean="0"/>
              <a:pPr/>
              <a:t>2026. 5. 30.</a:t>
            </a:fld>
            <a:endParaRPr lang="ko-KR" altLang="en-US"/>
          </a:p>
        </p:txBody>
      </p:sp>
      <p:sp>
        <p:nvSpPr>
          <p:cNvPr id="4" name="바닥글 개체 틀 3">
            <a:extLst>
              <a:ext uri="{FF2B5EF4-FFF2-40B4-BE49-F238E27FC236}">
                <a16:creationId xmlns:a16="http://schemas.microsoft.com/office/drawing/2014/main" id="{A36F5207-D64C-8A21-D78D-35747A49FE6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9D481DBC-8B43-2F9C-34D6-5C45A1830EEC}"/>
              </a:ext>
            </a:extLst>
          </p:cNvPr>
          <p:cNvSpPr>
            <a:spLocks noGrp="1"/>
          </p:cNvSpPr>
          <p:nvPr>
            <p:ph type="sldNum" sz="quarter" idx="12"/>
          </p:nvPr>
        </p:nvSpPr>
        <p:spPr/>
        <p:txBody>
          <a:bodyPr/>
          <a:lstStyle/>
          <a:p>
            <a:fld id="{9FE55C0A-02E3-48C3-831B-0339015475A7}" type="slidenum">
              <a:rPr lang="ko-KR" altLang="en-US" smtClean="0"/>
              <a:pPr/>
              <a:t>‹#›</a:t>
            </a:fld>
            <a:endParaRPr lang="ko-KR" altLang="en-US"/>
          </a:p>
        </p:txBody>
      </p:sp>
    </p:spTree>
    <p:extLst>
      <p:ext uri="{BB962C8B-B14F-4D97-AF65-F5344CB8AC3E}">
        <p14:creationId xmlns:p14="http://schemas.microsoft.com/office/powerpoint/2010/main" val="138988353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81F7C30-7E4E-BE6A-51B5-34D57ABD4039}"/>
              </a:ext>
            </a:extLst>
          </p:cNvPr>
          <p:cNvSpPr>
            <a:spLocks noGrp="1"/>
          </p:cNvSpPr>
          <p:nvPr>
            <p:ph type="dt" sz="half" idx="10"/>
          </p:nvPr>
        </p:nvSpPr>
        <p:spPr/>
        <p:txBody>
          <a:bodyPr/>
          <a:lstStyle/>
          <a:p>
            <a:fld id="{42967DD6-D74D-4731-80D2-D3C023786D03}" type="datetimeFigureOut">
              <a:rPr lang="ko-KR" altLang="en-US" smtClean="0"/>
              <a:pPr/>
              <a:t>2026. 5. 30.</a:t>
            </a:fld>
            <a:endParaRPr lang="ko-KR" altLang="en-US"/>
          </a:p>
        </p:txBody>
      </p:sp>
      <p:sp>
        <p:nvSpPr>
          <p:cNvPr id="3" name="바닥글 개체 틀 2">
            <a:extLst>
              <a:ext uri="{FF2B5EF4-FFF2-40B4-BE49-F238E27FC236}">
                <a16:creationId xmlns:a16="http://schemas.microsoft.com/office/drawing/2014/main" id="{CECDE104-E057-26E7-797B-38A66E348D32}"/>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0562F044-26BE-B0BF-F59A-6E60A805FBD9}"/>
              </a:ext>
            </a:extLst>
          </p:cNvPr>
          <p:cNvSpPr>
            <a:spLocks noGrp="1"/>
          </p:cNvSpPr>
          <p:nvPr>
            <p:ph type="sldNum" sz="quarter" idx="12"/>
          </p:nvPr>
        </p:nvSpPr>
        <p:spPr/>
        <p:txBody>
          <a:bodyPr/>
          <a:lstStyle/>
          <a:p>
            <a:fld id="{9FE55C0A-02E3-48C3-831B-0339015475A7}" type="slidenum">
              <a:rPr lang="ko-KR" altLang="en-US" smtClean="0"/>
              <a:pPr/>
              <a:t>‹#›</a:t>
            </a:fld>
            <a:endParaRPr lang="ko-KR" altLang="en-US"/>
          </a:p>
        </p:txBody>
      </p:sp>
    </p:spTree>
    <p:extLst>
      <p:ext uri="{BB962C8B-B14F-4D97-AF65-F5344CB8AC3E}">
        <p14:creationId xmlns:p14="http://schemas.microsoft.com/office/powerpoint/2010/main" val="136673839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D33AE3D-6025-361D-5566-CFCBFA60C09A}"/>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52020A76-B84A-5E57-B423-1C49D8631C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F9D48109-D163-0DB4-A692-F0334616FE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367C540-8ABB-3A7B-9EBA-639AB620F769}"/>
              </a:ext>
            </a:extLst>
          </p:cNvPr>
          <p:cNvSpPr>
            <a:spLocks noGrp="1"/>
          </p:cNvSpPr>
          <p:nvPr>
            <p:ph type="dt" sz="half" idx="10"/>
          </p:nvPr>
        </p:nvSpPr>
        <p:spPr/>
        <p:txBody>
          <a:bodyPr/>
          <a:lstStyle/>
          <a:p>
            <a:fld id="{42967DD6-D74D-4731-80D2-D3C023786D03}" type="datetimeFigureOut">
              <a:rPr lang="ko-KR" altLang="en-US" smtClean="0"/>
              <a:pPr/>
              <a:t>2026. 5. 30.</a:t>
            </a:fld>
            <a:endParaRPr lang="ko-KR" altLang="en-US"/>
          </a:p>
        </p:txBody>
      </p:sp>
      <p:sp>
        <p:nvSpPr>
          <p:cNvPr id="6" name="바닥글 개체 틀 5">
            <a:extLst>
              <a:ext uri="{FF2B5EF4-FFF2-40B4-BE49-F238E27FC236}">
                <a16:creationId xmlns:a16="http://schemas.microsoft.com/office/drawing/2014/main" id="{92116AE5-0047-6557-5B60-5A6E46BF8B4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DB7905C8-A117-42F8-D232-66009530324F}"/>
              </a:ext>
            </a:extLst>
          </p:cNvPr>
          <p:cNvSpPr>
            <a:spLocks noGrp="1"/>
          </p:cNvSpPr>
          <p:nvPr>
            <p:ph type="sldNum" sz="quarter" idx="12"/>
          </p:nvPr>
        </p:nvSpPr>
        <p:spPr/>
        <p:txBody>
          <a:bodyPr/>
          <a:lstStyle/>
          <a:p>
            <a:fld id="{9FE55C0A-02E3-48C3-831B-0339015475A7}" type="slidenum">
              <a:rPr lang="ko-KR" altLang="en-US" smtClean="0"/>
              <a:pPr/>
              <a:t>‹#›</a:t>
            </a:fld>
            <a:endParaRPr lang="ko-KR" altLang="en-US"/>
          </a:p>
        </p:txBody>
      </p:sp>
    </p:spTree>
    <p:extLst>
      <p:ext uri="{BB962C8B-B14F-4D97-AF65-F5344CB8AC3E}">
        <p14:creationId xmlns:p14="http://schemas.microsoft.com/office/powerpoint/2010/main" val="378854728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353C037-7230-D875-9D29-23F30063F1E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E68726B1-3F26-EC38-FEF4-39896AED72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72C8191C-97F9-5ED4-3104-AFCA5EF3BF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807C727C-C994-1689-0187-C7EC2883697B}"/>
              </a:ext>
            </a:extLst>
          </p:cNvPr>
          <p:cNvSpPr>
            <a:spLocks noGrp="1"/>
          </p:cNvSpPr>
          <p:nvPr>
            <p:ph type="dt" sz="half" idx="10"/>
          </p:nvPr>
        </p:nvSpPr>
        <p:spPr/>
        <p:txBody>
          <a:bodyPr/>
          <a:lstStyle/>
          <a:p>
            <a:fld id="{42967DD6-D74D-4731-80D2-D3C023786D03}" type="datetimeFigureOut">
              <a:rPr lang="ko-KR" altLang="en-US" smtClean="0"/>
              <a:pPr/>
              <a:t>2026. 5. 30.</a:t>
            </a:fld>
            <a:endParaRPr lang="ko-KR" altLang="en-US"/>
          </a:p>
        </p:txBody>
      </p:sp>
      <p:sp>
        <p:nvSpPr>
          <p:cNvPr id="6" name="바닥글 개체 틀 5">
            <a:extLst>
              <a:ext uri="{FF2B5EF4-FFF2-40B4-BE49-F238E27FC236}">
                <a16:creationId xmlns:a16="http://schemas.microsoft.com/office/drawing/2014/main" id="{AA0F1A18-5712-8B8B-2DB8-ED795B460B8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6119BE26-9CE8-F842-01BA-2E839BF938C2}"/>
              </a:ext>
            </a:extLst>
          </p:cNvPr>
          <p:cNvSpPr>
            <a:spLocks noGrp="1"/>
          </p:cNvSpPr>
          <p:nvPr>
            <p:ph type="sldNum" sz="quarter" idx="12"/>
          </p:nvPr>
        </p:nvSpPr>
        <p:spPr/>
        <p:txBody>
          <a:bodyPr/>
          <a:lstStyle/>
          <a:p>
            <a:fld id="{9FE55C0A-02E3-48C3-831B-0339015475A7}" type="slidenum">
              <a:rPr lang="ko-KR" altLang="en-US" smtClean="0"/>
              <a:pPr/>
              <a:t>‹#›</a:t>
            </a:fld>
            <a:endParaRPr lang="ko-KR" altLang="en-US"/>
          </a:p>
        </p:txBody>
      </p:sp>
    </p:spTree>
    <p:extLst>
      <p:ext uri="{BB962C8B-B14F-4D97-AF65-F5344CB8AC3E}">
        <p14:creationId xmlns:p14="http://schemas.microsoft.com/office/powerpoint/2010/main" val="401829219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02B4143-29FA-4678-0D34-824FE83374F1}"/>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40FD6453-CC61-DF76-6220-B64D57B26823}"/>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19EC5EE2-E71E-9BC3-EC62-A236C209A602}"/>
              </a:ext>
            </a:extLst>
          </p:cNvPr>
          <p:cNvSpPr>
            <a:spLocks noGrp="1"/>
          </p:cNvSpPr>
          <p:nvPr>
            <p:ph type="dt" sz="half" idx="10"/>
          </p:nvPr>
        </p:nvSpPr>
        <p:spPr/>
        <p:txBody>
          <a:bodyPr/>
          <a:lstStyle/>
          <a:p>
            <a:fld id="{42967DD6-D74D-4731-80D2-D3C023786D03}" type="datetimeFigureOut">
              <a:rPr lang="ko-KR" altLang="en-US" smtClean="0"/>
              <a:pPr/>
              <a:t>2026. 5. 30.</a:t>
            </a:fld>
            <a:endParaRPr lang="ko-KR" altLang="en-US"/>
          </a:p>
        </p:txBody>
      </p:sp>
      <p:sp>
        <p:nvSpPr>
          <p:cNvPr id="5" name="바닥글 개체 틀 4">
            <a:extLst>
              <a:ext uri="{FF2B5EF4-FFF2-40B4-BE49-F238E27FC236}">
                <a16:creationId xmlns:a16="http://schemas.microsoft.com/office/drawing/2014/main" id="{4B72E3D2-ECFC-8661-E3E6-8179C3B6AFA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96C6B88-6609-6FF1-7E43-954853CB4D41}"/>
              </a:ext>
            </a:extLst>
          </p:cNvPr>
          <p:cNvSpPr>
            <a:spLocks noGrp="1"/>
          </p:cNvSpPr>
          <p:nvPr>
            <p:ph type="sldNum" sz="quarter" idx="12"/>
          </p:nvPr>
        </p:nvSpPr>
        <p:spPr/>
        <p:txBody>
          <a:bodyPr/>
          <a:lstStyle/>
          <a:p>
            <a:fld id="{9FE55C0A-02E3-48C3-831B-0339015475A7}" type="slidenum">
              <a:rPr lang="ko-KR" altLang="en-US" smtClean="0"/>
              <a:pPr/>
              <a:t>‹#›</a:t>
            </a:fld>
            <a:endParaRPr lang="ko-KR" altLang="en-US"/>
          </a:p>
        </p:txBody>
      </p:sp>
    </p:spTree>
    <p:extLst>
      <p:ext uri="{BB962C8B-B14F-4D97-AF65-F5344CB8AC3E}">
        <p14:creationId xmlns:p14="http://schemas.microsoft.com/office/powerpoint/2010/main" val="38786302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703A1B88-7792-3138-FF01-15CE33580CFE}"/>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2A247250-A1C8-8F3D-D17F-1D2617BBC894}"/>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9BD2EEB8-FC31-DC80-37C2-D425D8165FBA}"/>
              </a:ext>
            </a:extLst>
          </p:cNvPr>
          <p:cNvSpPr>
            <a:spLocks noGrp="1"/>
          </p:cNvSpPr>
          <p:nvPr>
            <p:ph type="dt" sz="half" idx="10"/>
          </p:nvPr>
        </p:nvSpPr>
        <p:spPr/>
        <p:txBody>
          <a:bodyPr/>
          <a:lstStyle/>
          <a:p>
            <a:fld id="{42967DD6-D74D-4731-80D2-D3C023786D03}" type="datetimeFigureOut">
              <a:rPr lang="ko-KR" altLang="en-US" smtClean="0"/>
              <a:pPr/>
              <a:t>2026. 5. 30.</a:t>
            </a:fld>
            <a:endParaRPr lang="ko-KR" altLang="en-US"/>
          </a:p>
        </p:txBody>
      </p:sp>
      <p:sp>
        <p:nvSpPr>
          <p:cNvPr id="5" name="바닥글 개체 틀 4">
            <a:extLst>
              <a:ext uri="{FF2B5EF4-FFF2-40B4-BE49-F238E27FC236}">
                <a16:creationId xmlns:a16="http://schemas.microsoft.com/office/drawing/2014/main" id="{DF267CEC-CECB-009D-3B3D-7338178144E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6900860-5148-FDA5-F807-A67C6F6E7BC7}"/>
              </a:ext>
            </a:extLst>
          </p:cNvPr>
          <p:cNvSpPr>
            <a:spLocks noGrp="1"/>
          </p:cNvSpPr>
          <p:nvPr>
            <p:ph type="sldNum" sz="quarter" idx="12"/>
          </p:nvPr>
        </p:nvSpPr>
        <p:spPr/>
        <p:txBody>
          <a:bodyPr/>
          <a:lstStyle/>
          <a:p>
            <a:fld id="{9FE55C0A-02E3-48C3-831B-0339015475A7}" type="slidenum">
              <a:rPr lang="ko-KR" altLang="en-US" smtClean="0"/>
              <a:pPr/>
              <a:t>‹#›</a:t>
            </a:fld>
            <a:endParaRPr lang="ko-KR" altLang="en-US"/>
          </a:p>
        </p:txBody>
      </p:sp>
    </p:spTree>
    <p:extLst>
      <p:ext uri="{BB962C8B-B14F-4D97-AF65-F5344CB8AC3E}">
        <p14:creationId xmlns:p14="http://schemas.microsoft.com/office/powerpoint/2010/main" val="3343845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자유형 12"/>
          <p:cNvSpPr>
            <a:spLocks/>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6000"/>
          </a:p>
        </p:txBody>
      </p:sp>
      <p:sp>
        <p:nvSpPr>
          <p:cNvPr id="12" name="자유형 11"/>
          <p:cNvSpPr>
            <a:spLocks/>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6000"/>
          </a:p>
        </p:txBody>
      </p:sp>
      <p:sp>
        <p:nvSpPr>
          <p:cNvPr id="14" name="직각 삼각형 13"/>
          <p:cNvSpPr>
            <a:spLocks/>
          </p:cNvSpPr>
          <p:nvPr/>
        </p:nvSpPr>
        <p:spPr bwMode="auto">
          <a:xfrm>
            <a:off x="-8056" y="5791253"/>
            <a:ext cx="4536419"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sz="6000"/>
          </a:p>
        </p:txBody>
      </p:sp>
      <p:cxnSp>
        <p:nvCxnSpPr>
          <p:cNvPr id="15" name="직선 연결선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제목 개체 틀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kumimoji="0" lang="ko-KR" altLang="en-US"/>
              <a:t>마스터 제목 스타일 편집</a:t>
            </a:r>
            <a:endParaRPr kumimoji="0" lang="en-US"/>
          </a:p>
        </p:txBody>
      </p:sp>
      <p:sp>
        <p:nvSpPr>
          <p:cNvPr id="30" name="텍스트 개체 틀 29"/>
          <p:cNvSpPr>
            <a:spLocks noGrp="1"/>
          </p:cNvSpPr>
          <p:nvPr>
            <p:ph type="body" idx="1"/>
          </p:nvPr>
        </p:nvSpPr>
        <p:spPr>
          <a:xfrm>
            <a:off x="609600" y="1481329"/>
            <a:ext cx="10972800" cy="4525963"/>
          </a:xfrm>
          <a:prstGeom prst="rect">
            <a:avLst/>
          </a:prstGeom>
        </p:spPr>
        <p:txBody>
          <a:bodyPr vert="horz">
            <a:normAutofit/>
          </a:bodyPr>
          <a:lstStyle/>
          <a:p>
            <a:pPr lvl="0" eaLnBrk="1" latinLnBrk="0" hangingPunct="1"/>
            <a:r>
              <a:rPr kumimoji="0" lang="ko-KR" altLang="en-US"/>
              <a:t>마스터 텍스트 스타일을 편집합니다</a:t>
            </a:r>
          </a:p>
          <a:p>
            <a:pPr lvl="1" eaLnBrk="1" latinLnBrk="0" hangingPunct="1"/>
            <a:r>
              <a:rPr kumimoji="0" lang="ko-KR" altLang="en-US"/>
              <a:t>둘째 수준</a:t>
            </a:r>
          </a:p>
          <a:p>
            <a:pPr lvl="2" eaLnBrk="1" latinLnBrk="0" hangingPunct="1"/>
            <a:r>
              <a:rPr kumimoji="0" lang="ko-KR" altLang="en-US"/>
              <a:t>셋째 수준</a:t>
            </a:r>
          </a:p>
          <a:p>
            <a:pPr lvl="3" eaLnBrk="1" latinLnBrk="0" hangingPunct="1"/>
            <a:r>
              <a:rPr kumimoji="0" lang="ko-KR" altLang="en-US"/>
              <a:t>넷째 수준</a:t>
            </a:r>
          </a:p>
          <a:p>
            <a:pPr lvl="4" eaLnBrk="1" latinLnBrk="0" hangingPunct="1"/>
            <a:r>
              <a:rPr kumimoji="0" lang="ko-KR" altLang="en-US"/>
              <a:t>다섯째 수준</a:t>
            </a:r>
            <a:endParaRPr kumimoji="0" lang="en-US"/>
          </a:p>
        </p:txBody>
      </p:sp>
      <p:sp>
        <p:nvSpPr>
          <p:cNvPr id="10" name="날짜 개체 틀 9"/>
          <p:cNvSpPr>
            <a:spLocks noGrp="1"/>
          </p:cNvSpPr>
          <p:nvPr>
            <p:ph type="dt" sz="half" idx="2"/>
          </p:nvPr>
        </p:nvSpPr>
        <p:spPr>
          <a:xfrm>
            <a:off x="8969376" y="6407944"/>
            <a:ext cx="2560320" cy="365760"/>
          </a:xfrm>
          <a:prstGeom prst="rect">
            <a:avLst/>
          </a:prstGeom>
        </p:spPr>
        <p:txBody>
          <a:bodyPr vert="horz" anchor="b"/>
          <a:lstStyle>
            <a:lvl1pPr algn="l" eaLnBrk="1" latinLnBrk="0" hangingPunct="1">
              <a:defRPr kumimoji="0" sz="1000">
                <a:solidFill>
                  <a:schemeClr val="tx1"/>
                </a:solidFill>
              </a:defRPr>
            </a:lvl1pPr>
            <a:extLst/>
          </a:lstStyle>
          <a:p>
            <a:pPr eaLnBrk="1" latinLnBrk="1" hangingPunct="1"/>
            <a:endParaRPr lang="en-US" altLang="ko-KR">
              <a:solidFill>
                <a:srgbClr val="000000"/>
              </a:solidFill>
              <a:latin typeface="굴림" charset="-127"/>
              <a:ea typeface="굴림" charset="-127"/>
            </a:endParaRPr>
          </a:p>
        </p:txBody>
      </p:sp>
      <p:sp>
        <p:nvSpPr>
          <p:cNvPr id="22" name="바닥글 개체 틀 21"/>
          <p:cNvSpPr>
            <a:spLocks noGrp="1"/>
          </p:cNvSpPr>
          <p:nvPr>
            <p:ph type="ftr" sz="quarter" idx="3"/>
          </p:nvPr>
        </p:nvSpPr>
        <p:spPr>
          <a:xfrm>
            <a:off x="5840097" y="6407945"/>
            <a:ext cx="3134241" cy="365125"/>
          </a:xfrm>
          <a:prstGeom prst="rect">
            <a:avLst/>
          </a:prstGeom>
        </p:spPr>
        <p:txBody>
          <a:bodyPr vert="horz" anchor="b"/>
          <a:lstStyle>
            <a:lvl1pPr algn="r" eaLnBrk="1" latinLnBrk="0" hangingPunct="1">
              <a:defRPr kumimoji="0" sz="1000">
                <a:solidFill>
                  <a:schemeClr val="tx1"/>
                </a:solidFill>
              </a:defRPr>
            </a:lvl1pPr>
            <a:extLst/>
          </a:lstStyle>
          <a:p>
            <a:pPr eaLnBrk="1" latinLnBrk="1" hangingPunct="1"/>
            <a:endParaRPr lang="en-US" altLang="ko-KR">
              <a:solidFill>
                <a:srgbClr val="000000"/>
              </a:solidFill>
              <a:latin typeface="굴림" charset="-127"/>
              <a:ea typeface="굴림" charset="-127"/>
            </a:endParaRPr>
          </a:p>
        </p:txBody>
      </p:sp>
      <p:sp>
        <p:nvSpPr>
          <p:cNvPr id="18" name="슬라이드 번호 개체 틀 17"/>
          <p:cNvSpPr>
            <a:spLocks noGrp="1"/>
          </p:cNvSpPr>
          <p:nvPr>
            <p:ph type="sldNum" sz="quarter" idx="4"/>
          </p:nvPr>
        </p:nvSpPr>
        <p:spPr>
          <a:xfrm>
            <a:off x="11529696" y="6407945"/>
            <a:ext cx="487680" cy="365125"/>
          </a:xfrm>
          <a:prstGeom prst="rect">
            <a:avLst/>
          </a:prstGeom>
        </p:spPr>
        <p:txBody>
          <a:bodyPr vert="horz" anchor="b"/>
          <a:lstStyle>
            <a:lvl1pPr algn="r" eaLnBrk="1" latinLnBrk="0" hangingPunct="1">
              <a:defRPr kumimoji="0" sz="1000" b="0">
                <a:solidFill>
                  <a:schemeClr val="tx1"/>
                </a:solidFill>
              </a:defRPr>
            </a:lvl1pPr>
            <a:extLst/>
          </a:lstStyle>
          <a:p>
            <a:pPr eaLnBrk="1" latinLnBrk="1" hangingPunct="1"/>
            <a:fld id="{2AF866E1-AF0D-419B-8AA5-5BC3BDCF1C90}" type="slidenum">
              <a:rPr lang="en-US" altLang="ko-KR" smtClean="0">
                <a:solidFill>
                  <a:srgbClr val="000000"/>
                </a:solidFill>
                <a:latin typeface="굴림" charset="-127"/>
                <a:ea typeface="굴림" charset="-127"/>
              </a:rPr>
              <a:pPr eaLnBrk="1" latinLnBrk="1" hangingPunct="1"/>
              <a:t>‹#›</a:t>
            </a:fld>
            <a:endParaRPr lang="en-US" altLang="ko-KR">
              <a:solidFill>
                <a:srgbClr val="000000"/>
              </a:solidFill>
              <a:latin typeface="굴림" charset="-127"/>
              <a:ea typeface="굴림" charset="-127"/>
            </a:endParaRPr>
          </a:p>
        </p:txBody>
      </p:sp>
    </p:spTree>
  </p:cSld>
  <p:clrMap bg1="lt1" tx1="dk1" bg2="lt2" tx2="dk2" accent1="accent1" accent2="accent2" accent3="accent3" accent4="accent4" accent5="accent5" accent6="accent6" hlink="hlink" folHlink="folHlink"/>
  <p:sldLayoutIdLst>
    <p:sldLayoutId id="2147491634" r:id="rId1"/>
    <p:sldLayoutId id="2147491635" r:id="rId2"/>
    <p:sldLayoutId id="2147491636" r:id="rId3"/>
    <p:sldLayoutId id="2147491637" r:id="rId4"/>
    <p:sldLayoutId id="2147491638" r:id="rId5"/>
    <p:sldLayoutId id="2147491639" r:id="rId6"/>
    <p:sldLayoutId id="2147491640" r:id="rId7"/>
    <p:sldLayoutId id="2147491641" r:id="rId8"/>
    <p:sldLayoutId id="2147491642" r:id="rId9"/>
    <p:sldLayoutId id="2147491643" r:id="rId10"/>
    <p:sldLayoutId id="2147491644" r:id="rId11"/>
  </p:sldLayoutIdLst>
  <p:txStyles>
    <p:titleStyle>
      <a:lvl1pPr algn="l" rtl="0" eaLnBrk="1" latinLnBrk="1"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1"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1"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1"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1"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1"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1"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1"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1"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1"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1" hangingPunct="1">
        <a:defRPr kumimoji="0" kern="1200">
          <a:solidFill>
            <a:schemeClr val="tx1"/>
          </a:solidFill>
          <a:latin typeface="+mn-lt"/>
          <a:ea typeface="+mn-ea"/>
          <a:cs typeface="+mn-cs"/>
        </a:defRPr>
      </a:lvl1pPr>
      <a:lvl2pPr marL="457200" algn="l" rtl="0" eaLnBrk="1" latinLnBrk="1" hangingPunct="1">
        <a:defRPr kumimoji="0" kern="1200">
          <a:solidFill>
            <a:schemeClr val="tx1"/>
          </a:solidFill>
          <a:latin typeface="+mn-lt"/>
          <a:ea typeface="+mn-ea"/>
          <a:cs typeface="+mn-cs"/>
        </a:defRPr>
      </a:lvl2pPr>
      <a:lvl3pPr marL="914400" algn="l" rtl="0" eaLnBrk="1" latinLnBrk="1" hangingPunct="1">
        <a:defRPr kumimoji="0" kern="1200">
          <a:solidFill>
            <a:schemeClr val="tx1"/>
          </a:solidFill>
          <a:latin typeface="+mn-lt"/>
          <a:ea typeface="+mn-ea"/>
          <a:cs typeface="+mn-cs"/>
        </a:defRPr>
      </a:lvl3pPr>
      <a:lvl4pPr marL="1371600" algn="l" rtl="0" eaLnBrk="1" latinLnBrk="1" hangingPunct="1">
        <a:defRPr kumimoji="0" kern="1200">
          <a:solidFill>
            <a:schemeClr val="tx1"/>
          </a:solidFill>
          <a:latin typeface="+mn-lt"/>
          <a:ea typeface="+mn-ea"/>
          <a:cs typeface="+mn-cs"/>
        </a:defRPr>
      </a:lvl4pPr>
      <a:lvl5pPr marL="1828800" algn="l" rtl="0" eaLnBrk="1" latinLnBrk="1" hangingPunct="1">
        <a:defRPr kumimoji="0" kern="1200">
          <a:solidFill>
            <a:schemeClr val="tx1"/>
          </a:solidFill>
          <a:latin typeface="+mn-lt"/>
          <a:ea typeface="+mn-ea"/>
          <a:cs typeface="+mn-cs"/>
        </a:defRPr>
      </a:lvl5pPr>
      <a:lvl6pPr marL="2286000" algn="l" rtl="0" eaLnBrk="1" latinLnBrk="1" hangingPunct="1">
        <a:defRPr kumimoji="0" kern="1200">
          <a:solidFill>
            <a:schemeClr val="tx1"/>
          </a:solidFill>
          <a:latin typeface="+mn-lt"/>
          <a:ea typeface="+mn-ea"/>
          <a:cs typeface="+mn-cs"/>
        </a:defRPr>
      </a:lvl6pPr>
      <a:lvl7pPr marL="2743200" algn="l" rtl="0" eaLnBrk="1" latinLnBrk="1" hangingPunct="1">
        <a:defRPr kumimoji="0" kern="1200">
          <a:solidFill>
            <a:schemeClr val="tx1"/>
          </a:solidFill>
          <a:latin typeface="+mn-lt"/>
          <a:ea typeface="+mn-ea"/>
          <a:cs typeface="+mn-cs"/>
        </a:defRPr>
      </a:lvl7pPr>
      <a:lvl8pPr marL="3200400" algn="l" rtl="0" eaLnBrk="1" latinLnBrk="1" hangingPunct="1">
        <a:defRPr kumimoji="0" kern="1200">
          <a:solidFill>
            <a:schemeClr val="tx1"/>
          </a:solidFill>
          <a:latin typeface="+mn-lt"/>
          <a:ea typeface="+mn-ea"/>
          <a:cs typeface="+mn-cs"/>
        </a:defRPr>
      </a:lvl8pPr>
      <a:lvl9pPr marL="3657600" algn="l" rtl="0" eaLnBrk="1" latinLnBrk="1"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제목 개체 틀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52227" name="텍스트 개체 틀 2"/>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prstTxWarp prst="textNoShape">
              <a:avLst/>
            </a:prstTxWarp>
          </a:bodyPr>
          <a:lstStyle>
            <a:lvl1pPr latinLnBrk="1">
              <a:defRPr kumimoji="0" sz="1200">
                <a:solidFill>
                  <a:srgbClr val="898989"/>
                </a:solidFill>
                <a:latin typeface="맑은 고딕" pitchFamily="50" charset="-127"/>
                <a:ea typeface="맑은 고딕" pitchFamily="50" charset="-127"/>
              </a:defRPr>
            </a:lvl1pPr>
          </a:lstStyle>
          <a:p>
            <a:pPr eaLnBrk="1" hangingPunct="1"/>
            <a:fld id="{5384777A-2376-4BC1-ACF9-6FE4F8D2B6BB}" type="datetime1">
              <a:rPr lang="ko-KR" altLang="en-US" smtClean="0"/>
              <a:pPr eaLnBrk="1" hangingPunct="1"/>
              <a:t>2026. 5. 30.</a:t>
            </a:fld>
            <a:endParaRPr lang="ko-KR" altLang="en-US"/>
          </a:p>
        </p:txBody>
      </p:sp>
      <p:sp>
        <p:nvSpPr>
          <p:cNvPr id="5" name="바닥글 개체 틀 4"/>
          <p:cNvSpPr>
            <a:spLocks noGrp="1"/>
          </p:cNvSpPr>
          <p:nvPr>
            <p:ph type="ftr" sz="quarter" idx="3"/>
          </p:nvPr>
        </p:nvSpPr>
        <p:spPr>
          <a:xfrm>
            <a:off x="4165600" y="6356351"/>
            <a:ext cx="3860800" cy="365125"/>
          </a:xfrm>
          <a:prstGeom prst="rect">
            <a:avLst/>
          </a:prstGeom>
        </p:spPr>
        <p:txBody>
          <a:bodyPr vert="horz" wrap="square" lIns="91440" tIns="45720" rIns="91440" bIns="45720" numCol="1" anchor="ctr" anchorCtr="0" compatLnSpc="1">
            <a:prstTxWarp prst="textNoShape">
              <a:avLst/>
            </a:prstTxWarp>
          </a:bodyPr>
          <a:lstStyle>
            <a:lvl1pPr algn="ctr" latinLnBrk="1">
              <a:defRPr kumimoji="0" sz="1200">
                <a:solidFill>
                  <a:srgbClr val="898989"/>
                </a:solidFill>
                <a:latin typeface="맑은 고딕" pitchFamily="50" charset="-127"/>
                <a:ea typeface="맑은 고딕" pitchFamily="50" charset="-127"/>
              </a:defRPr>
            </a:lvl1pPr>
          </a:lstStyle>
          <a:p>
            <a:pPr eaLnBrk="1" hangingPunct="1"/>
            <a:endParaRPr lang="ko-KR" altLang="en-US"/>
          </a:p>
        </p:txBody>
      </p:sp>
      <p:sp>
        <p:nvSpPr>
          <p:cNvPr id="6" name="슬라이드 번호 개체 틀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latinLnBrk="1">
              <a:defRPr kumimoji="0" sz="1200">
                <a:solidFill>
                  <a:srgbClr val="898989"/>
                </a:solidFill>
                <a:latin typeface="맑은 고딕" pitchFamily="50" charset="-127"/>
                <a:ea typeface="맑은 고딕" pitchFamily="50" charset="-127"/>
              </a:defRPr>
            </a:lvl1pPr>
          </a:lstStyle>
          <a:p>
            <a:pPr eaLnBrk="1" hangingPunct="1"/>
            <a:fld id="{9A92BDF3-D38B-4430-805C-198CC504908E}" type="slidenum">
              <a:rPr lang="ko-KR" altLang="en-US" smtClean="0"/>
              <a:pPr eaLnBrk="1" hangingPunct="1"/>
              <a:t>‹#›</a:t>
            </a:fld>
            <a:endParaRPr lang="ko-KR" altLang="en-US"/>
          </a:p>
        </p:txBody>
      </p:sp>
    </p:spTree>
  </p:cSld>
  <p:clrMap bg1="lt1" tx1="dk1" bg2="lt2" tx2="dk2" accent1="accent1" accent2="accent2" accent3="accent3" accent4="accent4" accent5="accent5" accent6="accent6" hlink="hlink" folHlink="folHlink"/>
  <p:sldLayoutIdLst>
    <p:sldLayoutId id="2147492642" r:id="rId1"/>
    <p:sldLayoutId id="2147493035" r:id="rId2"/>
    <p:sldLayoutId id="2147493036" r:id="rId3"/>
    <p:sldLayoutId id="2147493073" r:id="rId4"/>
  </p:sldLayoutIdLst>
  <p:txStyles>
    <p:titleStyle>
      <a:lvl1pPr algn="ctr" rtl="0" fontAlgn="base" latinLnBrk="1">
        <a:spcBef>
          <a:spcPct val="0"/>
        </a:spcBef>
        <a:spcAft>
          <a:spcPct val="0"/>
        </a:spcAft>
        <a:defRPr sz="4400" kern="1200">
          <a:solidFill>
            <a:schemeClr val="tx1"/>
          </a:solidFill>
          <a:latin typeface="+mj-lt"/>
          <a:ea typeface="+mj-ea"/>
          <a:cs typeface="+mj-cs"/>
        </a:defRPr>
      </a:lvl1pPr>
      <a:lvl2pPr algn="ctr" rtl="0" fontAlgn="base" latinLnBrk="1">
        <a:spcBef>
          <a:spcPct val="0"/>
        </a:spcBef>
        <a:spcAft>
          <a:spcPct val="0"/>
        </a:spcAft>
        <a:defRPr sz="4400">
          <a:solidFill>
            <a:schemeClr val="tx1"/>
          </a:solidFill>
          <a:latin typeface="맑은 고딕" pitchFamily="50" charset="-127"/>
          <a:ea typeface="맑은 고딕" pitchFamily="50" charset="-127"/>
        </a:defRPr>
      </a:lvl2pPr>
      <a:lvl3pPr algn="ctr" rtl="0" fontAlgn="base" latinLnBrk="1">
        <a:spcBef>
          <a:spcPct val="0"/>
        </a:spcBef>
        <a:spcAft>
          <a:spcPct val="0"/>
        </a:spcAft>
        <a:defRPr sz="4400">
          <a:solidFill>
            <a:schemeClr val="tx1"/>
          </a:solidFill>
          <a:latin typeface="맑은 고딕" pitchFamily="50" charset="-127"/>
          <a:ea typeface="맑은 고딕" pitchFamily="50" charset="-127"/>
        </a:defRPr>
      </a:lvl3pPr>
      <a:lvl4pPr algn="ctr" rtl="0" fontAlgn="base" latinLnBrk="1">
        <a:spcBef>
          <a:spcPct val="0"/>
        </a:spcBef>
        <a:spcAft>
          <a:spcPct val="0"/>
        </a:spcAft>
        <a:defRPr sz="4400">
          <a:solidFill>
            <a:schemeClr val="tx1"/>
          </a:solidFill>
          <a:latin typeface="맑은 고딕" pitchFamily="50" charset="-127"/>
          <a:ea typeface="맑은 고딕" pitchFamily="50" charset="-127"/>
        </a:defRPr>
      </a:lvl4pPr>
      <a:lvl5pPr algn="ctr" rtl="0" fontAlgn="base" latinLnBrk="1">
        <a:spcBef>
          <a:spcPct val="0"/>
        </a:spcBef>
        <a:spcAft>
          <a:spcPct val="0"/>
        </a:spcAft>
        <a:defRPr sz="4400">
          <a:solidFill>
            <a:schemeClr val="tx1"/>
          </a:solidFill>
          <a:latin typeface="맑은 고딕" pitchFamily="50" charset="-127"/>
          <a:ea typeface="맑은 고딕" pitchFamily="50" charset="-127"/>
        </a:defRPr>
      </a:lvl5pPr>
      <a:lvl6pPr marL="457200" algn="ctr" rtl="0" fontAlgn="base" latinLnBrk="1">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1">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1">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1">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fontAlgn="base" latinLnBrk="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fontAlgn="base" latinLnBrk="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fontAlgn="base" latinLnBrk="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fontAlgn="base" latinLnBrk="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fontAlgn="base" latinLnBrk="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F54D575B-FA90-4C30-9597-E4AC42A84CA3}"/>
              </a:ext>
            </a:extLst>
          </p:cNvPr>
          <p:cNvSpPr>
            <a:spLocks noGrp="1" noChangeArrowheads="1"/>
          </p:cNvSpPr>
          <p:nvPr>
            <p:ph type="title"/>
          </p:nvPr>
        </p:nvSpPr>
        <p:spPr bwMode="auto">
          <a:xfrm>
            <a:off x="609600" y="275167"/>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1027" name="Rectangle 3">
            <a:extLst>
              <a:ext uri="{FF2B5EF4-FFF2-40B4-BE49-F238E27FC236}">
                <a16:creationId xmlns:a16="http://schemas.microsoft.com/office/drawing/2014/main" id="{7A2386EA-4041-D323-3559-EA38699A14FF}"/>
              </a:ext>
            </a:extLst>
          </p:cNvPr>
          <p:cNvSpPr>
            <a:spLocks noGrp="1" noChangeArrowheads="1"/>
          </p:cNvSpPr>
          <p:nvPr>
            <p:ph type="body" idx="1"/>
          </p:nvPr>
        </p:nvSpPr>
        <p:spPr bwMode="auto">
          <a:xfrm>
            <a:off x="609600" y="1600201"/>
            <a:ext cx="10972800" cy="4525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1028" name="Rectangle 4">
            <a:extLst>
              <a:ext uri="{FF2B5EF4-FFF2-40B4-BE49-F238E27FC236}">
                <a16:creationId xmlns:a16="http://schemas.microsoft.com/office/drawing/2014/main" id="{85798663-8D46-F801-5AC4-A7C3BAFBE5CC}"/>
              </a:ext>
            </a:extLst>
          </p:cNvPr>
          <p:cNvSpPr>
            <a:spLocks noGrp="1" noChangeArrowheads="1"/>
          </p:cNvSpPr>
          <p:nvPr>
            <p:ph type="dt" sz="half" idx="2"/>
          </p:nvPr>
        </p:nvSpPr>
        <p:spPr bwMode="auto">
          <a:xfrm>
            <a:off x="609600" y="6246285"/>
            <a:ext cx="2844800" cy="47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latinLnBrk="1" hangingPunct="1">
              <a:defRPr sz="1867">
                <a:latin typeface="굴림" charset="-127"/>
                <a:ea typeface="굴림" charset="-127"/>
              </a:defRPr>
            </a:lvl1pPr>
          </a:lstStyle>
          <a:p>
            <a:pPr>
              <a:defRPr/>
            </a:pPr>
            <a:endParaRPr lang="en-US" altLang="ko-KR"/>
          </a:p>
        </p:txBody>
      </p:sp>
      <p:sp>
        <p:nvSpPr>
          <p:cNvPr id="1029" name="Rectangle 5">
            <a:extLst>
              <a:ext uri="{FF2B5EF4-FFF2-40B4-BE49-F238E27FC236}">
                <a16:creationId xmlns:a16="http://schemas.microsoft.com/office/drawing/2014/main" id="{511DB69D-0987-C599-989D-92DD02448B72}"/>
              </a:ext>
            </a:extLst>
          </p:cNvPr>
          <p:cNvSpPr>
            <a:spLocks noGrp="1" noChangeArrowheads="1"/>
          </p:cNvSpPr>
          <p:nvPr>
            <p:ph type="ftr" sz="quarter" idx="3"/>
          </p:nvPr>
        </p:nvSpPr>
        <p:spPr bwMode="auto">
          <a:xfrm>
            <a:off x="4165600" y="6246285"/>
            <a:ext cx="3860800" cy="47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latinLnBrk="1" hangingPunct="1">
              <a:defRPr sz="1867">
                <a:latin typeface="굴림" charset="-127"/>
                <a:ea typeface="굴림" charset="-127"/>
              </a:defRPr>
            </a:lvl1pPr>
          </a:lstStyle>
          <a:p>
            <a:pPr>
              <a:defRPr/>
            </a:pPr>
            <a:endParaRPr lang="en-US" altLang="ko-KR"/>
          </a:p>
        </p:txBody>
      </p:sp>
      <p:sp>
        <p:nvSpPr>
          <p:cNvPr id="1030" name="Rectangle 6">
            <a:extLst>
              <a:ext uri="{FF2B5EF4-FFF2-40B4-BE49-F238E27FC236}">
                <a16:creationId xmlns:a16="http://schemas.microsoft.com/office/drawing/2014/main" id="{A0992B04-0D24-7BA8-D37F-C24EC710C8FB}"/>
              </a:ext>
            </a:extLst>
          </p:cNvPr>
          <p:cNvSpPr>
            <a:spLocks noGrp="1" noChangeArrowheads="1"/>
          </p:cNvSpPr>
          <p:nvPr>
            <p:ph type="sldNum" sz="quarter" idx="4"/>
          </p:nvPr>
        </p:nvSpPr>
        <p:spPr bwMode="auto">
          <a:xfrm>
            <a:off x="8737600" y="6246285"/>
            <a:ext cx="2844800" cy="47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latinLnBrk="1" hangingPunct="1">
              <a:defRPr sz="1867"/>
            </a:lvl1pPr>
          </a:lstStyle>
          <a:p>
            <a:fld id="{AD1DF5AD-2C6E-49D3-98DD-DC3819CA339F}" type="slidenum">
              <a:rPr lang="en-US" altLang="ko-KR"/>
              <a:pPr/>
              <a:t>‹#›</a:t>
            </a:fld>
            <a:endParaRPr lang="en-US" altLang="ko-KR"/>
          </a:p>
        </p:txBody>
      </p:sp>
    </p:spTree>
    <p:extLst>
      <p:ext uri="{BB962C8B-B14F-4D97-AF65-F5344CB8AC3E}">
        <p14:creationId xmlns:p14="http://schemas.microsoft.com/office/powerpoint/2010/main" val="2145148809"/>
      </p:ext>
    </p:extLst>
  </p:cSld>
  <p:clrMap bg1="lt1" tx1="dk1" bg2="lt2" tx2="dk2" accent1="accent1" accent2="accent2" accent3="accent3" accent4="accent4" accent5="accent5" accent6="accent6" hlink="hlink" folHlink="folHlink"/>
  <p:sldLayoutIdLst>
    <p:sldLayoutId id="2147493050" r:id="rId1"/>
    <p:sldLayoutId id="2147493051" r:id="rId2"/>
    <p:sldLayoutId id="2147493052" r:id="rId3"/>
    <p:sldLayoutId id="2147493053" r:id="rId4"/>
    <p:sldLayoutId id="2147493054" r:id="rId5"/>
    <p:sldLayoutId id="2147493055" r:id="rId6"/>
    <p:sldLayoutId id="2147493056" r:id="rId7"/>
    <p:sldLayoutId id="2147493057" r:id="rId8"/>
    <p:sldLayoutId id="2147493058" r:id="rId9"/>
    <p:sldLayoutId id="2147493059" r:id="rId10"/>
    <p:sldLayoutId id="2147493060" r:id="rId11"/>
  </p:sldLayoutIdLst>
  <p:txStyles>
    <p:titleStyle>
      <a:lvl1pPr algn="ctr" rtl="0" eaLnBrk="0" fontAlgn="base" latinLnBrk="1" hangingPunct="0">
        <a:spcBef>
          <a:spcPct val="0"/>
        </a:spcBef>
        <a:spcAft>
          <a:spcPct val="0"/>
        </a:spcAft>
        <a:defRPr kumimoji="1" sz="5867">
          <a:solidFill>
            <a:schemeClr val="tx2"/>
          </a:solidFill>
          <a:latin typeface="+mj-lt"/>
          <a:ea typeface="+mj-ea"/>
          <a:cs typeface="+mj-cs"/>
        </a:defRPr>
      </a:lvl1pPr>
      <a:lvl2pPr algn="ctr" rtl="0" eaLnBrk="0" fontAlgn="base" latinLnBrk="1" hangingPunct="0">
        <a:spcBef>
          <a:spcPct val="0"/>
        </a:spcBef>
        <a:spcAft>
          <a:spcPct val="0"/>
        </a:spcAft>
        <a:defRPr kumimoji="1" sz="5867">
          <a:solidFill>
            <a:schemeClr val="tx2"/>
          </a:solidFill>
          <a:latin typeface="굴림" charset="-127"/>
          <a:ea typeface="굴림" charset="-127"/>
        </a:defRPr>
      </a:lvl2pPr>
      <a:lvl3pPr algn="ctr" rtl="0" eaLnBrk="0" fontAlgn="base" latinLnBrk="1" hangingPunct="0">
        <a:spcBef>
          <a:spcPct val="0"/>
        </a:spcBef>
        <a:spcAft>
          <a:spcPct val="0"/>
        </a:spcAft>
        <a:defRPr kumimoji="1" sz="5867">
          <a:solidFill>
            <a:schemeClr val="tx2"/>
          </a:solidFill>
          <a:latin typeface="굴림" charset="-127"/>
          <a:ea typeface="굴림" charset="-127"/>
        </a:defRPr>
      </a:lvl3pPr>
      <a:lvl4pPr algn="ctr" rtl="0" eaLnBrk="0" fontAlgn="base" latinLnBrk="1" hangingPunct="0">
        <a:spcBef>
          <a:spcPct val="0"/>
        </a:spcBef>
        <a:spcAft>
          <a:spcPct val="0"/>
        </a:spcAft>
        <a:defRPr kumimoji="1" sz="5867">
          <a:solidFill>
            <a:schemeClr val="tx2"/>
          </a:solidFill>
          <a:latin typeface="굴림" charset="-127"/>
          <a:ea typeface="굴림" charset="-127"/>
        </a:defRPr>
      </a:lvl4pPr>
      <a:lvl5pPr algn="ctr" rtl="0" eaLnBrk="0" fontAlgn="base" latinLnBrk="1" hangingPunct="0">
        <a:spcBef>
          <a:spcPct val="0"/>
        </a:spcBef>
        <a:spcAft>
          <a:spcPct val="0"/>
        </a:spcAft>
        <a:defRPr kumimoji="1" sz="5867">
          <a:solidFill>
            <a:schemeClr val="tx2"/>
          </a:solidFill>
          <a:latin typeface="굴림" charset="-127"/>
          <a:ea typeface="굴림" charset="-127"/>
        </a:defRPr>
      </a:lvl5pPr>
      <a:lvl6pPr marL="609585" algn="ctr" rtl="0" fontAlgn="base" latinLnBrk="1">
        <a:spcBef>
          <a:spcPct val="0"/>
        </a:spcBef>
        <a:spcAft>
          <a:spcPct val="0"/>
        </a:spcAft>
        <a:defRPr kumimoji="1" sz="5867">
          <a:solidFill>
            <a:schemeClr val="tx2"/>
          </a:solidFill>
          <a:latin typeface="굴림" charset="-127"/>
          <a:ea typeface="굴림" charset="-127"/>
        </a:defRPr>
      </a:lvl6pPr>
      <a:lvl7pPr marL="1219170" algn="ctr" rtl="0" fontAlgn="base" latinLnBrk="1">
        <a:spcBef>
          <a:spcPct val="0"/>
        </a:spcBef>
        <a:spcAft>
          <a:spcPct val="0"/>
        </a:spcAft>
        <a:defRPr kumimoji="1" sz="5867">
          <a:solidFill>
            <a:schemeClr val="tx2"/>
          </a:solidFill>
          <a:latin typeface="굴림" charset="-127"/>
          <a:ea typeface="굴림" charset="-127"/>
        </a:defRPr>
      </a:lvl7pPr>
      <a:lvl8pPr marL="1828754" algn="ctr" rtl="0" fontAlgn="base" latinLnBrk="1">
        <a:spcBef>
          <a:spcPct val="0"/>
        </a:spcBef>
        <a:spcAft>
          <a:spcPct val="0"/>
        </a:spcAft>
        <a:defRPr kumimoji="1" sz="5867">
          <a:solidFill>
            <a:schemeClr val="tx2"/>
          </a:solidFill>
          <a:latin typeface="굴림" charset="-127"/>
          <a:ea typeface="굴림" charset="-127"/>
        </a:defRPr>
      </a:lvl8pPr>
      <a:lvl9pPr marL="2438339" algn="ctr" rtl="0" fontAlgn="base" latinLnBrk="1">
        <a:spcBef>
          <a:spcPct val="0"/>
        </a:spcBef>
        <a:spcAft>
          <a:spcPct val="0"/>
        </a:spcAft>
        <a:defRPr kumimoji="1" sz="5867">
          <a:solidFill>
            <a:schemeClr val="tx2"/>
          </a:solidFill>
          <a:latin typeface="굴림" charset="-127"/>
          <a:ea typeface="굴림" charset="-127"/>
        </a:defRPr>
      </a:lvl9pPr>
    </p:titleStyle>
    <p:bodyStyle>
      <a:lvl1pPr marL="457189" indent="-457189" algn="l" rtl="0" eaLnBrk="0" fontAlgn="base" latinLnBrk="1" hangingPunct="0">
        <a:spcBef>
          <a:spcPct val="20000"/>
        </a:spcBef>
        <a:spcAft>
          <a:spcPct val="0"/>
        </a:spcAft>
        <a:buChar char="•"/>
        <a:defRPr kumimoji="1" sz="4267">
          <a:solidFill>
            <a:schemeClr val="tx1"/>
          </a:solidFill>
          <a:latin typeface="+mn-lt"/>
          <a:ea typeface="+mn-ea"/>
          <a:cs typeface="+mn-cs"/>
        </a:defRPr>
      </a:lvl1pPr>
      <a:lvl2pPr marL="990575" indent="-380990" algn="l" rtl="0" eaLnBrk="0" fontAlgn="base" latinLnBrk="1" hangingPunct="0">
        <a:spcBef>
          <a:spcPct val="20000"/>
        </a:spcBef>
        <a:spcAft>
          <a:spcPct val="0"/>
        </a:spcAft>
        <a:buChar char="–"/>
        <a:defRPr kumimoji="1" sz="3733">
          <a:solidFill>
            <a:schemeClr val="tx1"/>
          </a:solidFill>
          <a:latin typeface="+mn-lt"/>
          <a:ea typeface="+mn-ea"/>
        </a:defRPr>
      </a:lvl2pPr>
      <a:lvl3pPr marL="1523962" indent="-304792" algn="l" rtl="0" eaLnBrk="0" fontAlgn="base" latinLnBrk="1" hangingPunct="0">
        <a:spcBef>
          <a:spcPct val="20000"/>
        </a:spcBef>
        <a:spcAft>
          <a:spcPct val="0"/>
        </a:spcAft>
        <a:buChar char="•"/>
        <a:defRPr kumimoji="1" sz="3200">
          <a:solidFill>
            <a:schemeClr val="tx1"/>
          </a:solidFill>
          <a:latin typeface="+mn-lt"/>
          <a:ea typeface="+mn-ea"/>
        </a:defRPr>
      </a:lvl3pPr>
      <a:lvl4pPr marL="2133547" indent="-304792" algn="l" rtl="0" eaLnBrk="0" fontAlgn="base" latinLnBrk="1" hangingPunct="0">
        <a:spcBef>
          <a:spcPct val="20000"/>
        </a:spcBef>
        <a:spcAft>
          <a:spcPct val="0"/>
        </a:spcAft>
        <a:buChar char="–"/>
        <a:defRPr kumimoji="1" sz="2667">
          <a:solidFill>
            <a:schemeClr val="tx1"/>
          </a:solidFill>
          <a:latin typeface="+mn-lt"/>
          <a:ea typeface="+mn-ea"/>
        </a:defRPr>
      </a:lvl4pPr>
      <a:lvl5pPr marL="2743131" indent="-304792" algn="l" rtl="0" eaLnBrk="0" fontAlgn="base" latinLnBrk="1" hangingPunct="0">
        <a:spcBef>
          <a:spcPct val="20000"/>
        </a:spcBef>
        <a:spcAft>
          <a:spcPct val="0"/>
        </a:spcAft>
        <a:buChar char="»"/>
        <a:defRPr kumimoji="1" sz="2667">
          <a:solidFill>
            <a:schemeClr val="tx1"/>
          </a:solidFill>
          <a:latin typeface="+mn-lt"/>
          <a:ea typeface="+mn-ea"/>
        </a:defRPr>
      </a:lvl5pPr>
      <a:lvl6pPr marL="3352716" indent="-304792" algn="l" rtl="0" fontAlgn="base" latinLnBrk="1">
        <a:spcBef>
          <a:spcPct val="20000"/>
        </a:spcBef>
        <a:spcAft>
          <a:spcPct val="0"/>
        </a:spcAft>
        <a:buChar char="»"/>
        <a:defRPr kumimoji="1" sz="2667">
          <a:solidFill>
            <a:schemeClr val="tx1"/>
          </a:solidFill>
          <a:latin typeface="+mn-lt"/>
          <a:ea typeface="+mn-ea"/>
        </a:defRPr>
      </a:lvl6pPr>
      <a:lvl7pPr marL="3962301" indent="-304792" algn="l" rtl="0" fontAlgn="base" latinLnBrk="1">
        <a:spcBef>
          <a:spcPct val="20000"/>
        </a:spcBef>
        <a:spcAft>
          <a:spcPct val="0"/>
        </a:spcAft>
        <a:buChar char="»"/>
        <a:defRPr kumimoji="1" sz="2667">
          <a:solidFill>
            <a:schemeClr val="tx1"/>
          </a:solidFill>
          <a:latin typeface="+mn-lt"/>
          <a:ea typeface="+mn-ea"/>
        </a:defRPr>
      </a:lvl7pPr>
      <a:lvl8pPr marL="4571886" indent="-304792" algn="l" rtl="0" fontAlgn="base" latinLnBrk="1">
        <a:spcBef>
          <a:spcPct val="20000"/>
        </a:spcBef>
        <a:spcAft>
          <a:spcPct val="0"/>
        </a:spcAft>
        <a:buChar char="»"/>
        <a:defRPr kumimoji="1" sz="2667">
          <a:solidFill>
            <a:schemeClr val="tx1"/>
          </a:solidFill>
          <a:latin typeface="+mn-lt"/>
          <a:ea typeface="+mn-ea"/>
        </a:defRPr>
      </a:lvl8pPr>
      <a:lvl9pPr marL="5181470" indent="-304792" algn="l" rtl="0" fontAlgn="base" latinLnBrk="1">
        <a:spcBef>
          <a:spcPct val="20000"/>
        </a:spcBef>
        <a:spcAft>
          <a:spcPct val="0"/>
        </a:spcAft>
        <a:buChar char="»"/>
        <a:defRPr kumimoji="1" sz="2667">
          <a:solidFill>
            <a:schemeClr val="tx1"/>
          </a:solidFill>
          <a:latin typeface="+mn-lt"/>
          <a:ea typeface="+mn-ea"/>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9D0AF4CF-8CD0-D715-6615-AD5EC86E9C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8A78F66C-75C2-0DB1-84F9-EDB7060399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5EE2644-7649-911C-989A-62A30306C5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967DD6-D74D-4731-80D2-D3C023786D03}" type="datetimeFigureOut">
              <a:rPr lang="ko-KR" altLang="en-US" smtClean="0"/>
              <a:pPr/>
              <a:t>2026. 5. 30.</a:t>
            </a:fld>
            <a:endParaRPr lang="ko-KR" altLang="en-US"/>
          </a:p>
        </p:txBody>
      </p:sp>
      <p:sp>
        <p:nvSpPr>
          <p:cNvPr id="5" name="바닥글 개체 틀 4">
            <a:extLst>
              <a:ext uri="{FF2B5EF4-FFF2-40B4-BE49-F238E27FC236}">
                <a16:creationId xmlns:a16="http://schemas.microsoft.com/office/drawing/2014/main" id="{D060CD4C-A98A-A90D-7A6E-F1E712E809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11D64296-A097-33B9-3A08-172BFC14DB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E55C0A-02E3-48C3-831B-0339015475A7}" type="slidenum">
              <a:rPr lang="ko-KR" altLang="en-US" smtClean="0"/>
              <a:pPr/>
              <a:t>‹#›</a:t>
            </a:fld>
            <a:endParaRPr lang="ko-KR" altLang="en-US"/>
          </a:p>
        </p:txBody>
      </p:sp>
    </p:spTree>
    <p:extLst>
      <p:ext uri="{BB962C8B-B14F-4D97-AF65-F5344CB8AC3E}">
        <p14:creationId xmlns:p14="http://schemas.microsoft.com/office/powerpoint/2010/main" val="916501247"/>
      </p:ext>
    </p:extLst>
  </p:cSld>
  <p:clrMap bg1="lt1" tx1="dk1" bg2="lt2" tx2="dk2" accent1="accent1" accent2="accent2" accent3="accent3" accent4="accent4" accent5="accent5" accent6="accent6" hlink="hlink" folHlink="folHlink"/>
  <p:sldLayoutIdLst>
    <p:sldLayoutId id="2147493062" r:id="rId1"/>
    <p:sldLayoutId id="2147493063" r:id="rId2"/>
    <p:sldLayoutId id="2147493064" r:id="rId3"/>
    <p:sldLayoutId id="2147493065" r:id="rId4"/>
    <p:sldLayoutId id="2147493066" r:id="rId5"/>
    <p:sldLayoutId id="2147493067" r:id="rId6"/>
    <p:sldLayoutId id="2147493068" r:id="rId7"/>
    <p:sldLayoutId id="2147493069" r:id="rId8"/>
    <p:sldLayoutId id="2147493070" r:id="rId9"/>
    <p:sldLayoutId id="2147493071" r:id="rId10"/>
    <p:sldLayoutId id="2147493072"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slide" Target="slide23.xml"/><Relationship Id="rId1" Type="http://schemas.openxmlformats.org/officeDocument/2006/relationships/slideLayout" Target="../slideLayouts/slideLayout16.xml"/><Relationship Id="rId6" Type="http://schemas.openxmlformats.org/officeDocument/2006/relationships/image" Target="../media/image6.png"/><Relationship Id="rId5" Type="http://schemas.openxmlformats.org/officeDocument/2006/relationships/slide" Target="slide29.xml"/><Relationship Id="rId4" Type="http://schemas.openxmlformats.org/officeDocument/2006/relationships/slide" Target="slide27.xml"/></Relationships>
</file>

<file path=ppt/slides/_rels/slide24.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image" Target="../media/image7.png"/><Relationship Id="rId1" Type="http://schemas.openxmlformats.org/officeDocument/2006/relationships/slideLayout" Target="../slideLayouts/slideLayout17.xml"/><Relationship Id="rId6" Type="http://schemas.openxmlformats.org/officeDocument/2006/relationships/slide" Target="slide29.xml"/><Relationship Id="rId5" Type="http://schemas.openxmlformats.org/officeDocument/2006/relationships/slide" Target="slide27.xml"/><Relationship Id="rId4" Type="http://schemas.openxmlformats.org/officeDocument/2006/relationships/slide" Target="slide25.xml"/></Relationships>
</file>

<file path=ppt/slides/_rels/slide25.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image" Target="../media/image8.png"/><Relationship Id="rId1" Type="http://schemas.openxmlformats.org/officeDocument/2006/relationships/slideLayout" Target="../slideLayouts/slideLayout16.xml"/><Relationship Id="rId6" Type="http://schemas.openxmlformats.org/officeDocument/2006/relationships/slide" Target="slide29.xml"/><Relationship Id="rId5" Type="http://schemas.openxmlformats.org/officeDocument/2006/relationships/slide" Target="slide27.xml"/><Relationship Id="rId4" Type="http://schemas.openxmlformats.org/officeDocument/2006/relationships/slide" Target="slide25.xml"/></Relationships>
</file>

<file path=ppt/slides/_rels/slide26.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image" Target="../media/image9.png"/><Relationship Id="rId1" Type="http://schemas.openxmlformats.org/officeDocument/2006/relationships/slideLayout" Target="../slideLayouts/slideLayout17.xml"/><Relationship Id="rId6" Type="http://schemas.openxmlformats.org/officeDocument/2006/relationships/slide" Target="slide29.xml"/><Relationship Id="rId5" Type="http://schemas.openxmlformats.org/officeDocument/2006/relationships/slide" Target="slide27.xml"/><Relationship Id="rId4" Type="http://schemas.openxmlformats.org/officeDocument/2006/relationships/slide" Target="slide25.xml"/></Relationships>
</file>

<file path=ppt/slides/_rels/slide27.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image" Target="../media/image10.png"/><Relationship Id="rId1" Type="http://schemas.openxmlformats.org/officeDocument/2006/relationships/slideLayout" Target="../slideLayouts/slideLayout16.xml"/><Relationship Id="rId6" Type="http://schemas.openxmlformats.org/officeDocument/2006/relationships/slide" Target="slide29.xml"/><Relationship Id="rId5" Type="http://schemas.openxmlformats.org/officeDocument/2006/relationships/slide" Target="slide27.xml"/><Relationship Id="rId4" Type="http://schemas.openxmlformats.org/officeDocument/2006/relationships/slide" Target="slide25.xml"/></Relationships>
</file>

<file path=ppt/slides/_rels/slide28.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image" Target="../media/image11.png"/><Relationship Id="rId1" Type="http://schemas.openxmlformats.org/officeDocument/2006/relationships/slideLayout" Target="../slideLayouts/slideLayout17.xml"/><Relationship Id="rId6" Type="http://schemas.openxmlformats.org/officeDocument/2006/relationships/slide" Target="slide29.xml"/><Relationship Id="rId5" Type="http://schemas.openxmlformats.org/officeDocument/2006/relationships/slide" Target="slide27.xml"/><Relationship Id="rId4" Type="http://schemas.openxmlformats.org/officeDocument/2006/relationships/slide" Target="slide25.xml"/></Relationships>
</file>

<file path=ppt/slides/_rels/slide29.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image" Target="../media/image12.png"/><Relationship Id="rId1" Type="http://schemas.openxmlformats.org/officeDocument/2006/relationships/slideLayout" Target="../slideLayouts/slideLayout16.xml"/><Relationship Id="rId6" Type="http://schemas.openxmlformats.org/officeDocument/2006/relationships/slide" Target="slide29.xml"/><Relationship Id="rId5" Type="http://schemas.openxmlformats.org/officeDocument/2006/relationships/slide" Target="slide27.xml"/><Relationship Id="rId4" Type="http://schemas.openxmlformats.org/officeDocument/2006/relationships/slide" Target="slide25.xml"/></Relationships>
</file>

<file path=ppt/slides/_rels/slide30.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image" Target="../media/image13.png"/><Relationship Id="rId1" Type="http://schemas.openxmlformats.org/officeDocument/2006/relationships/slideLayout" Target="../slideLayouts/slideLayout17.xml"/><Relationship Id="rId6" Type="http://schemas.openxmlformats.org/officeDocument/2006/relationships/slide" Target="slide29.xml"/><Relationship Id="rId5" Type="http://schemas.openxmlformats.org/officeDocument/2006/relationships/slide" Target="slide27.xml"/><Relationship Id="rId4" Type="http://schemas.openxmlformats.org/officeDocument/2006/relationships/slide" Target="slide2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slide" Target="slide37.xml"/><Relationship Id="rId7" Type="http://schemas.openxmlformats.org/officeDocument/2006/relationships/image" Target="../media/image14.png"/><Relationship Id="rId2" Type="http://schemas.openxmlformats.org/officeDocument/2006/relationships/slide" Target="slide33.xml"/><Relationship Id="rId1" Type="http://schemas.openxmlformats.org/officeDocument/2006/relationships/slideLayout" Target="../slideLayouts/slideLayout16.xml"/><Relationship Id="rId6" Type="http://schemas.openxmlformats.org/officeDocument/2006/relationships/slide" Target="slide49.xml"/><Relationship Id="rId5" Type="http://schemas.openxmlformats.org/officeDocument/2006/relationships/slide" Target="slide45.xml"/><Relationship Id="rId4" Type="http://schemas.openxmlformats.org/officeDocument/2006/relationships/slide" Target="slide41.xml"/></Relationships>
</file>

<file path=ppt/slides/_rels/slide34.xml.rels><?xml version="1.0" encoding="UTF-8" standalone="yes"?>
<Relationships xmlns="http://schemas.openxmlformats.org/package/2006/relationships"><Relationship Id="rId3" Type="http://schemas.openxmlformats.org/officeDocument/2006/relationships/slide" Target="slide33.xml"/><Relationship Id="rId7" Type="http://schemas.openxmlformats.org/officeDocument/2006/relationships/slide" Target="slide49.xml"/><Relationship Id="rId2" Type="http://schemas.openxmlformats.org/officeDocument/2006/relationships/image" Target="../media/image15.png"/><Relationship Id="rId1" Type="http://schemas.openxmlformats.org/officeDocument/2006/relationships/slideLayout" Target="../slideLayouts/slideLayout17.xml"/><Relationship Id="rId6" Type="http://schemas.openxmlformats.org/officeDocument/2006/relationships/slide" Target="slide45.xml"/><Relationship Id="rId5" Type="http://schemas.openxmlformats.org/officeDocument/2006/relationships/slide" Target="slide41.xml"/><Relationship Id="rId4" Type="http://schemas.openxmlformats.org/officeDocument/2006/relationships/slide" Target="slide37.xml"/></Relationships>
</file>

<file path=ppt/slides/_rels/slide35.xml.rels><?xml version="1.0" encoding="UTF-8" standalone="yes"?>
<Relationships xmlns="http://schemas.openxmlformats.org/package/2006/relationships"><Relationship Id="rId3" Type="http://schemas.openxmlformats.org/officeDocument/2006/relationships/slide" Target="slide33.xml"/><Relationship Id="rId7" Type="http://schemas.openxmlformats.org/officeDocument/2006/relationships/slide" Target="slide49.xml"/><Relationship Id="rId2" Type="http://schemas.openxmlformats.org/officeDocument/2006/relationships/image" Target="../media/image16.png"/><Relationship Id="rId1" Type="http://schemas.openxmlformats.org/officeDocument/2006/relationships/slideLayout" Target="../slideLayouts/slideLayout16.xml"/><Relationship Id="rId6" Type="http://schemas.openxmlformats.org/officeDocument/2006/relationships/slide" Target="slide45.xml"/><Relationship Id="rId5" Type="http://schemas.openxmlformats.org/officeDocument/2006/relationships/slide" Target="slide41.xml"/><Relationship Id="rId4" Type="http://schemas.openxmlformats.org/officeDocument/2006/relationships/slide" Target="slide37.xml"/></Relationships>
</file>

<file path=ppt/slides/_rels/slide36.xml.rels><?xml version="1.0" encoding="UTF-8" standalone="yes"?>
<Relationships xmlns="http://schemas.openxmlformats.org/package/2006/relationships"><Relationship Id="rId3" Type="http://schemas.openxmlformats.org/officeDocument/2006/relationships/slide" Target="slide33.xml"/><Relationship Id="rId7" Type="http://schemas.openxmlformats.org/officeDocument/2006/relationships/slide" Target="slide49.xml"/><Relationship Id="rId2" Type="http://schemas.openxmlformats.org/officeDocument/2006/relationships/image" Target="../media/image17.png"/><Relationship Id="rId1" Type="http://schemas.openxmlformats.org/officeDocument/2006/relationships/slideLayout" Target="../slideLayouts/slideLayout17.xml"/><Relationship Id="rId6" Type="http://schemas.openxmlformats.org/officeDocument/2006/relationships/slide" Target="slide45.xml"/><Relationship Id="rId5" Type="http://schemas.openxmlformats.org/officeDocument/2006/relationships/slide" Target="slide41.xml"/><Relationship Id="rId4" Type="http://schemas.openxmlformats.org/officeDocument/2006/relationships/slide" Target="slide37.xml"/></Relationships>
</file>

<file path=ppt/slides/_rels/slide37.xml.rels><?xml version="1.0" encoding="UTF-8" standalone="yes"?>
<Relationships xmlns="http://schemas.openxmlformats.org/package/2006/relationships"><Relationship Id="rId3" Type="http://schemas.openxmlformats.org/officeDocument/2006/relationships/slide" Target="slide33.xml"/><Relationship Id="rId7" Type="http://schemas.openxmlformats.org/officeDocument/2006/relationships/slide" Target="slide49.xml"/><Relationship Id="rId2" Type="http://schemas.openxmlformats.org/officeDocument/2006/relationships/image" Target="../media/image18.png"/><Relationship Id="rId1" Type="http://schemas.openxmlformats.org/officeDocument/2006/relationships/slideLayout" Target="../slideLayouts/slideLayout16.xml"/><Relationship Id="rId6" Type="http://schemas.openxmlformats.org/officeDocument/2006/relationships/slide" Target="slide45.xml"/><Relationship Id="rId5" Type="http://schemas.openxmlformats.org/officeDocument/2006/relationships/slide" Target="slide41.xml"/><Relationship Id="rId4" Type="http://schemas.openxmlformats.org/officeDocument/2006/relationships/slide" Target="slide37.xml"/></Relationships>
</file>

<file path=ppt/slides/_rels/slide38.xml.rels><?xml version="1.0" encoding="UTF-8" standalone="yes"?>
<Relationships xmlns="http://schemas.openxmlformats.org/package/2006/relationships"><Relationship Id="rId3" Type="http://schemas.openxmlformats.org/officeDocument/2006/relationships/slide" Target="slide33.xml"/><Relationship Id="rId7" Type="http://schemas.openxmlformats.org/officeDocument/2006/relationships/slide" Target="slide49.xml"/><Relationship Id="rId2" Type="http://schemas.openxmlformats.org/officeDocument/2006/relationships/image" Target="../media/image19.png"/><Relationship Id="rId1" Type="http://schemas.openxmlformats.org/officeDocument/2006/relationships/slideLayout" Target="../slideLayouts/slideLayout17.xml"/><Relationship Id="rId6" Type="http://schemas.openxmlformats.org/officeDocument/2006/relationships/slide" Target="slide45.xml"/><Relationship Id="rId5" Type="http://schemas.openxmlformats.org/officeDocument/2006/relationships/slide" Target="slide41.xml"/><Relationship Id="rId4" Type="http://schemas.openxmlformats.org/officeDocument/2006/relationships/slide" Target="slide37.xml"/></Relationships>
</file>

<file path=ppt/slides/_rels/slide39.xml.rels><?xml version="1.0" encoding="UTF-8" standalone="yes"?>
<Relationships xmlns="http://schemas.openxmlformats.org/package/2006/relationships"><Relationship Id="rId3" Type="http://schemas.openxmlformats.org/officeDocument/2006/relationships/slide" Target="slide33.xml"/><Relationship Id="rId7" Type="http://schemas.openxmlformats.org/officeDocument/2006/relationships/slide" Target="slide49.xml"/><Relationship Id="rId2" Type="http://schemas.openxmlformats.org/officeDocument/2006/relationships/image" Target="../media/image20.png"/><Relationship Id="rId1" Type="http://schemas.openxmlformats.org/officeDocument/2006/relationships/slideLayout" Target="../slideLayouts/slideLayout16.xml"/><Relationship Id="rId6" Type="http://schemas.openxmlformats.org/officeDocument/2006/relationships/slide" Target="slide45.xml"/><Relationship Id="rId5" Type="http://schemas.openxmlformats.org/officeDocument/2006/relationships/slide" Target="slide41.xml"/><Relationship Id="rId4" Type="http://schemas.openxmlformats.org/officeDocument/2006/relationships/slide" Target="slide37.xml"/></Relationships>
</file>

<file path=ppt/slides/_rels/slide40.xml.rels><?xml version="1.0" encoding="UTF-8" standalone="yes"?>
<Relationships xmlns="http://schemas.openxmlformats.org/package/2006/relationships"><Relationship Id="rId3" Type="http://schemas.openxmlformats.org/officeDocument/2006/relationships/slide" Target="slide33.xml"/><Relationship Id="rId7" Type="http://schemas.openxmlformats.org/officeDocument/2006/relationships/slide" Target="slide49.xml"/><Relationship Id="rId2" Type="http://schemas.openxmlformats.org/officeDocument/2006/relationships/image" Target="../media/image21.png"/><Relationship Id="rId1" Type="http://schemas.openxmlformats.org/officeDocument/2006/relationships/slideLayout" Target="../slideLayouts/slideLayout17.xml"/><Relationship Id="rId6" Type="http://schemas.openxmlformats.org/officeDocument/2006/relationships/slide" Target="slide45.xml"/><Relationship Id="rId5" Type="http://schemas.openxmlformats.org/officeDocument/2006/relationships/slide" Target="slide41.xml"/><Relationship Id="rId4" Type="http://schemas.openxmlformats.org/officeDocument/2006/relationships/slide" Target="slide37.xml"/></Relationships>
</file>

<file path=ppt/slides/_rels/slide41.xml.rels><?xml version="1.0" encoding="UTF-8" standalone="yes"?>
<Relationships xmlns="http://schemas.openxmlformats.org/package/2006/relationships"><Relationship Id="rId3" Type="http://schemas.openxmlformats.org/officeDocument/2006/relationships/slide" Target="slide33.xml"/><Relationship Id="rId7" Type="http://schemas.openxmlformats.org/officeDocument/2006/relationships/slide" Target="slide49.xml"/><Relationship Id="rId2" Type="http://schemas.openxmlformats.org/officeDocument/2006/relationships/image" Target="../media/image22.png"/><Relationship Id="rId1" Type="http://schemas.openxmlformats.org/officeDocument/2006/relationships/slideLayout" Target="../slideLayouts/slideLayout16.xml"/><Relationship Id="rId6" Type="http://schemas.openxmlformats.org/officeDocument/2006/relationships/slide" Target="slide45.xml"/><Relationship Id="rId5" Type="http://schemas.openxmlformats.org/officeDocument/2006/relationships/slide" Target="slide41.xml"/><Relationship Id="rId4" Type="http://schemas.openxmlformats.org/officeDocument/2006/relationships/slide" Target="slide37.xml"/></Relationships>
</file>

<file path=ppt/slides/_rels/slide42.xml.rels><?xml version="1.0" encoding="UTF-8" standalone="yes"?>
<Relationships xmlns="http://schemas.openxmlformats.org/package/2006/relationships"><Relationship Id="rId3" Type="http://schemas.openxmlformats.org/officeDocument/2006/relationships/slide" Target="slide33.xml"/><Relationship Id="rId7" Type="http://schemas.openxmlformats.org/officeDocument/2006/relationships/slide" Target="slide49.xml"/><Relationship Id="rId2" Type="http://schemas.openxmlformats.org/officeDocument/2006/relationships/image" Target="../media/image23.png"/><Relationship Id="rId1" Type="http://schemas.openxmlformats.org/officeDocument/2006/relationships/slideLayout" Target="../slideLayouts/slideLayout17.xml"/><Relationship Id="rId6" Type="http://schemas.openxmlformats.org/officeDocument/2006/relationships/slide" Target="slide45.xml"/><Relationship Id="rId5" Type="http://schemas.openxmlformats.org/officeDocument/2006/relationships/slide" Target="slide41.xml"/><Relationship Id="rId4" Type="http://schemas.openxmlformats.org/officeDocument/2006/relationships/slide" Target="slide37.xml"/></Relationships>
</file>

<file path=ppt/slides/_rels/slide43.xml.rels><?xml version="1.0" encoding="UTF-8" standalone="yes"?>
<Relationships xmlns="http://schemas.openxmlformats.org/package/2006/relationships"><Relationship Id="rId3" Type="http://schemas.openxmlformats.org/officeDocument/2006/relationships/slide" Target="slide33.xml"/><Relationship Id="rId7" Type="http://schemas.openxmlformats.org/officeDocument/2006/relationships/slide" Target="slide49.xml"/><Relationship Id="rId2" Type="http://schemas.openxmlformats.org/officeDocument/2006/relationships/image" Target="../media/image24.png"/><Relationship Id="rId1" Type="http://schemas.openxmlformats.org/officeDocument/2006/relationships/slideLayout" Target="../slideLayouts/slideLayout16.xml"/><Relationship Id="rId6" Type="http://schemas.openxmlformats.org/officeDocument/2006/relationships/slide" Target="slide45.xml"/><Relationship Id="rId5" Type="http://schemas.openxmlformats.org/officeDocument/2006/relationships/slide" Target="slide41.xml"/><Relationship Id="rId4" Type="http://schemas.openxmlformats.org/officeDocument/2006/relationships/slide" Target="slide37.xml"/></Relationships>
</file>

<file path=ppt/slides/_rels/slide44.xml.rels><?xml version="1.0" encoding="UTF-8" standalone="yes"?>
<Relationships xmlns="http://schemas.openxmlformats.org/package/2006/relationships"><Relationship Id="rId3" Type="http://schemas.openxmlformats.org/officeDocument/2006/relationships/slide" Target="slide33.xml"/><Relationship Id="rId7" Type="http://schemas.openxmlformats.org/officeDocument/2006/relationships/slide" Target="slide49.xml"/><Relationship Id="rId2" Type="http://schemas.openxmlformats.org/officeDocument/2006/relationships/image" Target="../media/image25.png"/><Relationship Id="rId1" Type="http://schemas.openxmlformats.org/officeDocument/2006/relationships/slideLayout" Target="../slideLayouts/slideLayout17.xml"/><Relationship Id="rId6" Type="http://schemas.openxmlformats.org/officeDocument/2006/relationships/slide" Target="slide45.xml"/><Relationship Id="rId5" Type="http://schemas.openxmlformats.org/officeDocument/2006/relationships/slide" Target="slide41.xml"/><Relationship Id="rId4" Type="http://schemas.openxmlformats.org/officeDocument/2006/relationships/slide" Target="slide37.xml"/></Relationships>
</file>

<file path=ppt/slides/_rels/slide45.xml.rels><?xml version="1.0" encoding="UTF-8" standalone="yes"?>
<Relationships xmlns="http://schemas.openxmlformats.org/package/2006/relationships"><Relationship Id="rId3" Type="http://schemas.openxmlformats.org/officeDocument/2006/relationships/slide" Target="slide33.xml"/><Relationship Id="rId7" Type="http://schemas.openxmlformats.org/officeDocument/2006/relationships/slide" Target="slide49.xml"/><Relationship Id="rId2" Type="http://schemas.openxmlformats.org/officeDocument/2006/relationships/image" Target="../media/image26.png"/><Relationship Id="rId1" Type="http://schemas.openxmlformats.org/officeDocument/2006/relationships/slideLayout" Target="../slideLayouts/slideLayout16.xml"/><Relationship Id="rId6" Type="http://schemas.openxmlformats.org/officeDocument/2006/relationships/slide" Target="slide45.xml"/><Relationship Id="rId5" Type="http://schemas.openxmlformats.org/officeDocument/2006/relationships/slide" Target="slide41.xml"/><Relationship Id="rId4" Type="http://schemas.openxmlformats.org/officeDocument/2006/relationships/slide" Target="slide37.xml"/></Relationships>
</file>

<file path=ppt/slides/_rels/slide46.xml.rels><?xml version="1.0" encoding="UTF-8" standalone="yes"?>
<Relationships xmlns="http://schemas.openxmlformats.org/package/2006/relationships"><Relationship Id="rId3" Type="http://schemas.openxmlformats.org/officeDocument/2006/relationships/slide" Target="slide33.xml"/><Relationship Id="rId7" Type="http://schemas.openxmlformats.org/officeDocument/2006/relationships/slide" Target="slide49.xml"/><Relationship Id="rId2" Type="http://schemas.openxmlformats.org/officeDocument/2006/relationships/image" Target="../media/image27.png"/><Relationship Id="rId1" Type="http://schemas.openxmlformats.org/officeDocument/2006/relationships/slideLayout" Target="../slideLayouts/slideLayout17.xml"/><Relationship Id="rId6" Type="http://schemas.openxmlformats.org/officeDocument/2006/relationships/slide" Target="slide45.xml"/><Relationship Id="rId5" Type="http://schemas.openxmlformats.org/officeDocument/2006/relationships/slide" Target="slide41.xml"/><Relationship Id="rId4" Type="http://schemas.openxmlformats.org/officeDocument/2006/relationships/slide" Target="slide37.xml"/></Relationships>
</file>

<file path=ppt/slides/_rels/slide47.xml.rels><?xml version="1.0" encoding="UTF-8" standalone="yes"?>
<Relationships xmlns="http://schemas.openxmlformats.org/package/2006/relationships"><Relationship Id="rId3" Type="http://schemas.openxmlformats.org/officeDocument/2006/relationships/slide" Target="slide33.xml"/><Relationship Id="rId7" Type="http://schemas.openxmlformats.org/officeDocument/2006/relationships/slide" Target="slide49.xml"/><Relationship Id="rId2" Type="http://schemas.openxmlformats.org/officeDocument/2006/relationships/image" Target="../media/image28.png"/><Relationship Id="rId1" Type="http://schemas.openxmlformats.org/officeDocument/2006/relationships/slideLayout" Target="../slideLayouts/slideLayout16.xml"/><Relationship Id="rId6" Type="http://schemas.openxmlformats.org/officeDocument/2006/relationships/slide" Target="slide45.xml"/><Relationship Id="rId5" Type="http://schemas.openxmlformats.org/officeDocument/2006/relationships/slide" Target="slide41.xml"/><Relationship Id="rId4" Type="http://schemas.openxmlformats.org/officeDocument/2006/relationships/slide" Target="slide37.xml"/></Relationships>
</file>

<file path=ppt/slides/_rels/slide48.xml.rels><?xml version="1.0" encoding="UTF-8" standalone="yes"?>
<Relationships xmlns="http://schemas.openxmlformats.org/package/2006/relationships"><Relationship Id="rId3" Type="http://schemas.openxmlformats.org/officeDocument/2006/relationships/slide" Target="slide33.xml"/><Relationship Id="rId7" Type="http://schemas.openxmlformats.org/officeDocument/2006/relationships/slide" Target="slide49.xml"/><Relationship Id="rId2" Type="http://schemas.openxmlformats.org/officeDocument/2006/relationships/image" Target="../media/image29.png"/><Relationship Id="rId1" Type="http://schemas.openxmlformats.org/officeDocument/2006/relationships/slideLayout" Target="../slideLayouts/slideLayout17.xml"/><Relationship Id="rId6" Type="http://schemas.openxmlformats.org/officeDocument/2006/relationships/slide" Target="slide45.xml"/><Relationship Id="rId5" Type="http://schemas.openxmlformats.org/officeDocument/2006/relationships/slide" Target="slide41.xml"/><Relationship Id="rId4" Type="http://schemas.openxmlformats.org/officeDocument/2006/relationships/slide" Target="slide37.xml"/></Relationships>
</file>

<file path=ppt/slides/_rels/slide49.xml.rels><?xml version="1.0" encoding="UTF-8" standalone="yes"?>
<Relationships xmlns="http://schemas.openxmlformats.org/package/2006/relationships"><Relationship Id="rId3" Type="http://schemas.openxmlformats.org/officeDocument/2006/relationships/slide" Target="slide33.xml"/><Relationship Id="rId7" Type="http://schemas.openxmlformats.org/officeDocument/2006/relationships/slide" Target="slide49.xml"/><Relationship Id="rId2" Type="http://schemas.openxmlformats.org/officeDocument/2006/relationships/image" Target="../media/image30.png"/><Relationship Id="rId1" Type="http://schemas.openxmlformats.org/officeDocument/2006/relationships/slideLayout" Target="../slideLayouts/slideLayout16.xml"/><Relationship Id="rId6" Type="http://schemas.openxmlformats.org/officeDocument/2006/relationships/slide" Target="slide45.xml"/><Relationship Id="rId5" Type="http://schemas.openxmlformats.org/officeDocument/2006/relationships/slide" Target="slide41.xml"/><Relationship Id="rId4" Type="http://schemas.openxmlformats.org/officeDocument/2006/relationships/slide" Target="slide37.xml"/></Relationships>
</file>

<file path=ppt/slides/_rels/slide50.xml.rels><?xml version="1.0" encoding="UTF-8" standalone="yes"?>
<Relationships xmlns="http://schemas.openxmlformats.org/package/2006/relationships"><Relationship Id="rId3" Type="http://schemas.openxmlformats.org/officeDocument/2006/relationships/slide" Target="slide33.xml"/><Relationship Id="rId7" Type="http://schemas.openxmlformats.org/officeDocument/2006/relationships/slide" Target="slide49.xml"/><Relationship Id="rId2" Type="http://schemas.openxmlformats.org/officeDocument/2006/relationships/image" Target="../media/image31.png"/><Relationship Id="rId1" Type="http://schemas.openxmlformats.org/officeDocument/2006/relationships/slideLayout" Target="../slideLayouts/slideLayout17.xml"/><Relationship Id="rId6" Type="http://schemas.openxmlformats.org/officeDocument/2006/relationships/slide" Target="slide45.xml"/><Relationship Id="rId5" Type="http://schemas.openxmlformats.org/officeDocument/2006/relationships/slide" Target="slide41.xml"/><Relationship Id="rId4" Type="http://schemas.openxmlformats.org/officeDocument/2006/relationships/slide" Target="slide37.xml"/></Relationships>
</file>

<file path=ppt/slides/_rels/slide51.xml.rels><?xml version="1.0" encoding="UTF-8" standalone="yes"?>
<Relationships xmlns="http://schemas.openxmlformats.org/package/2006/relationships"><Relationship Id="rId3" Type="http://schemas.openxmlformats.org/officeDocument/2006/relationships/slide" Target="slide33.xml"/><Relationship Id="rId7" Type="http://schemas.openxmlformats.org/officeDocument/2006/relationships/slide" Target="slide49.xml"/><Relationship Id="rId2" Type="http://schemas.openxmlformats.org/officeDocument/2006/relationships/image" Target="../media/image32.png"/><Relationship Id="rId1" Type="http://schemas.openxmlformats.org/officeDocument/2006/relationships/slideLayout" Target="../slideLayouts/slideLayout16.xml"/><Relationship Id="rId6" Type="http://schemas.openxmlformats.org/officeDocument/2006/relationships/slide" Target="slide45.xml"/><Relationship Id="rId5" Type="http://schemas.openxmlformats.org/officeDocument/2006/relationships/slide" Target="slide41.xml"/><Relationship Id="rId4" Type="http://schemas.openxmlformats.org/officeDocument/2006/relationships/slide" Target="slide37.xml"/></Relationships>
</file>

<file path=ppt/slides/_rels/slide52.xml.rels><?xml version="1.0" encoding="UTF-8" standalone="yes"?>
<Relationships xmlns="http://schemas.openxmlformats.org/package/2006/relationships"><Relationship Id="rId3" Type="http://schemas.openxmlformats.org/officeDocument/2006/relationships/slide" Target="slide33.xml"/><Relationship Id="rId7" Type="http://schemas.openxmlformats.org/officeDocument/2006/relationships/slide" Target="slide49.xml"/><Relationship Id="rId2" Type="http://schemas.openxmlformats.org/officeDocument/2006/relationships/image" Target="../media/image33.png"/><Relationship Id="rId1" Type="http://schemas.openxmlformats.org/officeDocument/2006/relationships/slideLayout" Target="../slideLayouts/slideLayout17.xml"/><Relationship Id="rId6" Type="http://schemas.openxmlformats.org/officeDocument/2006/relationships/slide" Target="slide45.xml"/><Relationship Id="rId5" Type="http://schemas.openxmlformats.org/officeDocument/2006/relationships/slide" Target="slide41.xml"/><Relationship Id="rId4" Type="http://schemas.openxmlformats.org/officeDocument/2006/relationships/slide" Target="slide3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3" Type="http://schemas.openxmlformats.org/officeDocument/2006/relationships/slide" Target="slide220.xml"/><Relationship Id="rId2" Type="http://schemas.openxmlformats.org/officeDocument/2006/relationships/slide" Target="slide215.xml"/><Relationship Id="rId1" Type="http://schemas.openxmlformats.org/officeDocument/2006/relationships/slideLayout" Target="../slideLayouts/slideLayout27.xml"/><Relationship Id="rId5" Type="http://schemas.openxmlformats.org/officeDocument/2006/relationships/image" Target="../media/image34.png"/><Relationship Id="rId4" Type="http://schemas.openxmlformats.org/officeDocument/2006/relationships/slide" Target="slide225.xml"/></Relationships>
</file>

<file path=ppt/slides/_rels/slide216.xml.rels><?xml version="1.0" encoding="UTF-8" standalone="yes"?>
<Relationships xmlns="http://schemas.openxmlformats.org/package/2006/relationships"><Relationship Id="rId3" Type="http://schemas.openxmlformats.org/officeDocument/2006/relationships/slide" Target="slide215.xml"/><Relationship Id="rId2" Type="http://schemas.openxmlformats.org/officeDocument/2006/relationships/image" Target="../media/image35.png"/><Relationship Id="rId1" Type="http://schemas.openxmlformats.org/officeDocument/2006/relationships/slideLayout" Target="../slideLayouts/slideLayout28.xml"/><Relationship Id="rId5" Type="http://schemas.openxmlformats.org/officeDocument/2006/relationships/slide" Target="slide225.xml"/><Relationship Id="rId4" Type="http://schemas.openxmlformats.org/officeDocument/2006/relationships/slide" Target="slide220.xml"/></Relationships>
</file>

<file path=ppt/slides/_rels/slide217.xml.rels><?xml version="1.0" encoding="UTF-8" standalone="yes"?>
<Relationships xmlns="http://schemas.openxmlformats.org/package/2006/relationships"><Relationship Id="rId3" Type="http://schemas.openxmlformats.org/officeDocument/2006/relationships/slide" Target="slide215.xml"/><Relationship Id="rId2" Type="http://schemas.openxmlformats.org/officeDocument/2006/relationships/image" Target="../media/image36.png"/><Relationship Id="rId1" Type="http://schemas.openxmlformats.org/officeDocument/2006/relationships/slideLayout" Target="../slideLayouts/slideLayout27.xml"/><Relationship Id="rId5" Type="http://schemas.openxmlformats.org/officeDocument/2006/relationships/slide" Target="slide225.xml"/><Relationship Id="rId4" Type="http://schemas.openxmlformats.org/officeDocument/2006/relationships/slide" Target="slide220.xml"/></Relationships>
</file>

<file path=ppt/slides/_rels/slide218.xml.rels><?xml version="1.0" encoding="UTF-8" standalone="yes"?>
<Relationships xmlns="http://schemas.openxmlformats.org/package/2006/relationships"><Relationship Id="rId3" Type="http://schemas.openxmlformats.org/officeDocument/2006/relationships/slide" Target="slide215.xml"/><Relationship Id="rId2" Type="http://schemas.openxmlformats.org/officeDocument/2006/relationships/image" Target="../media/image37.png"/><Relationship Id="rId1" Type="http://schemas.openxmlformats.org/officeDocument/2006/relationships/slideLayout" Target="../slideLayouts/slideLayout28.xml"/><Relationship Id="rId5" Type="http://schemas.openxmlformats.org/officeDocument/2006/relationships/slide" Target="slide225.xml"/><Relationship Id="rId4" Type="http://schemas.openxmlformats.org/officeDocument/2006/relationships/slide" Target="slide220.xml"/></Relationships>
</file>

<file path=ppt/slides/_rels/slide219.xml.rels><?xml version="1.0" encoding="UTF-8" standalone="yes"?>
<Relationships xmlns="http://schemas.openxmlformats.org/package/2006/relationships"><Relationship Id="rId3" Type="http://schemas.openxmlformats.org/officeDocument/2006/relationships/slide" Target="slide215.xml"/><Relationship Id="rId2" Type="http://schemas.openxmlformats.org/officeDocument/2006/relationships/image" Target="../media/image38.png"/><Relationship Id="rId1" Type="http://schemas.openxmlformats.org/officeDocument/2006/relationships/slideLayout" Target="../slideLayouts/slideLayout27.xml"/><Relationship Id="rId5" Type="http://schemas.openxmlformats.org/officeDocument/2006/relationships/slide" Target="slide225.xml"/><Relationship Id="rId4" Type="http://schemas.openxmlformats.org/officeDocument/2006/relationships/slide" Target="slide220.xml"/></Relationships>
</file>

<file path=ppt/slides/_rels/slide220.xml.rels><?xml version="1.0" encoding="UTF-8" standalone="yes"?>
<Relationships xmlns="http://schemas.openxmlformats.org/package/2006/relationships"><Relationship Id="rId3" Type="http://schemas.openxmlformats.org/officeDocument/2006/relationships/slide" Target="slide215.xml"/><Relationship Id="rId2" Type="http://schemas.openxmlformats.org/officeDocument/2006/relationships/image" Target="../media/image39.png"/><Relationship Id="rId1" Type="http://schemas.openxmlformats.org/officeDocument/2006/relationships/slideLayout" Target="../slideLayouts/slideLayout28.xml"/><Relationship Id="rId5" Type="http://schemas.openxmlformats.org/officeDocument/2006/relationships/slide" Target="slide225.xml"/><Relationship Id="rId4" Type="http://schemas.openxmlformats.org/officeDocument/2006/relationships/slide" Target="slide220.xml"/></Relationships>
</file>

<file path=ppt/slides/_rels/slide221.xml.rels><?xml version="1.0" encoding="UTF-8" standalone="yes"?>
<Relationships xmlns="http://schemas.openxmlformats.org/package/2006/relationships"><Relationship Id="rId3" Type="http://schemas.openxmlformats.org/officeDocument/2006/relationships/slide" Target="slide215.xml"/><Relationship Id="rId2" Type="http://schemas.openxmlformats.org/officeDocument/2006/relationships/image" Target="../media/image40.png"/><Relationship Id="rId1" Type="http://schemas.openxmlformats.org/officeDocument/2006/relationships/slideLayout" Target="../slideLayouts/slideLayout27.xml"/><Relationship Id="rId5" Type="http://schemas.openxmlformats.org/officeDocument/2006/relationships/slide" Target="slide225.xml"/><Relationship Id="rId4" Type="http://schemas.openxmlformats.org/officeDocument/2006/relationships/slide" Target="slide220.xml"/></Relationships>
</file>

<file path=ppt/slides/_rels/slide222.xml.rels><?xml version="1.0" encoding="UTF-8" standalone="yes"?>
<Relationships xmlns="http://schemas.openxmlformats.org/package/2006/relationships"><Relationship Id="rId3" Type="http://schemas.openxmlformats.org/officeDocument/2006/relationships/slide" Target="slide215.xml"/><Relationship Id="rId2" Type="http://schemas.openxmlformats.org/officeDocument/2006/relationships/image" Target="../media/image41.png"/><Relationship Id="rId1" Type="http://schemas.openxmlformats.org/officeDocument/2006/relationships/slideLayout" Target="../slideLayouts/slideLayout28.xml"/><Relationship Id="rId5" Type="http://schemas.openxmlformats.org/officeDocument/2006/relationships/slide" Target="slide225.xml"/><Relationship Id="rId4" Type="http://schemas.openxmlformats.org/officeDocument/2006/relationships/slide" Target="slide220.xml"/></Relationships>
</file>

<file path=ppt/slides/_rels/slide223.xml.rels><?xml version="1.0" encoding="UTF-8" standalone="yes"?>
<Relationships xmlns="http://schemas.openxmlformats.org/package/2006/relationships"><Relationship Id="rId3" Type="http://schemas.openxmlformats.org/officeDocument/2006/relationships/slide" Target="slide215.xml"/><Relationship Id="rId2" Type="http://schemas.openxmlformats.org/officeDocument/2006/relationships/image" Target="../media/image42.png"/><Relationship Id="rId1" Type="http://schemas.openxmlformats.org/officeDocument/2006/relationships/slideLayout" Target="../slideLayouts/slideLayout27.xml"/><Relationship Id="rId5" Type="http://schemas.openxmlformats.org/officeDocument/2006/relationships/slide" Target="slide225.xml"/><Relationship Id="rId4" Type="http://schemas.openxmlformats.org/officeDocument/2006/relationships/slide" Target="slide220.xml"/></Relationships>
</file>

<file path=ppt/slides/_rels/slide224.xml.rels><?xml version="1.0" encoding="UTF-8" standalone="yes"?>
<Relationships xmlns="http://schemas.openxmlformats.org/package/2006/relationships"><Relationship Id="rId3" Type="http://schemas.openxmlformats.org/officeDocument/2006/relationships/slide" Target="slide215.xml"/><Relationship Id="rId2" Type="http://schemas.openxmlformats.org/officeDocument/2006/relationships/image" Target="../media/image43.png"/><Relationship Id="rId1" Type="http://schemas.openxmlformats.org/officeDocument/2006/relationships/slideLayout" Target="../slideLayouts/slideLayout28.xml"/><Relationship Id="rId5" Type="http://schemas.openxmlformats.org/officeDocument/2006/relationships/slide" Target="slide225.xml"/><Relationship Id="rId4" Type="http://schemas.openxmlformats.org/officeDocument/2006/relationships/slide" Target="slide220.xml"/></Relationships>
</file>

<file path=ppt/slides/_rels/slide225.xml.rels><?xml version="1.0" encoding="UTF-8" standalone="yes"?>
<Relationships xmlns="http://schemas.openxmlformats.org/package/2006/relationships"><Relationship Id="rId3" Type="http://schemas.openxmlformats.org/officeDocument/2006/relationships/slide" Target="slide215.xml"/><Relationship Id="rId2" Type="http://schemas.openxmlformats.org/officeDocument/2006/relationships/image" Target="../media/image44.png"/><Relationship Id="rId1" Type="http://schemas.openxmlformats.org/officeDocument/2006/relationships/slideLayout" Target="../slideLayouts/slideLayout27.xml"/><Relationship Id="rId5" Type="http://schemas.openxmlformats.org/officeDocument/2006/relationships/slide" Target="slide225.xml"/><Relationship Id="rId4" Type="http://schemas.openxmlformats.org/officeDocument/2006/relationships/slide" Target="slide220.xml"/></Relationships>
</file>

<file path=ppt/slides/_rels/slide226.xml.rels><?xml version="1.0" encoding="UTF-8" standalone="yes"?>
<Relationships xmlns="http://schemas.openxmlformats.org/package/2006/relationships"><Relationship Id="rId3" Type="http://schemas.openxmlformats.org/officeDocument/2006/relationships/slide" Target="slide215.xml"/><Relationship Id="rId2" Type="http://schemas.openxmlformats.org/officeDocument/2006/relationships/image" Target="../media/image45.png"/><Relationship Id="rId1" Type="http://schemas.openxmlformats.org/officeDocument/2006/relationships/slideLayout" Target="../slideLayouts/slideLayout28.xml"/><Relationship Id="rId5" Type="http://schemas.openxmlformats.org/officeDocument/2006/relationships/slide" Target="slide225.xml"/><Relationship Id="rId4" Type="http://schemas.openxmlformats.org/officeDocument/2006/relationships/slide" Target="slide220.xml"/></Relationships>
</file>

<file path=ppt/slides/_rels/slide227.xml.rels><?xml version="1.0" encoding="UTF-8" standalone="yes"?>
<Relationships xmlns="http://schemas.openxmlformats.org/package/2006/relationships"><Relationship Id="rId3" Type="http://schemas.openxmlformats.org/officeDocument/2006/relationships/slide" Target="slide215.xml"/><Relationship Id="rId2" Type="http://schemas.openxmlformats.org/officeDocument/2006/relationships/image" Target="../media/image46.png"/><Relationship Id="rId1" Type="http://schemas.openxmlformats.org/officeDocument/2006/relationships/slideLayout" Target="../slideLayouts/slideLayout27.xml"/><Relationship Id="rId5" Type="http://schemas.openxmlformats.org/officeDocument/2006/relationships/slide" Target="slide225.xml"/><Relationship Id="rId4" Type="http://schemas.openxmlformats.org/officeDocument/2006/relationships/slide" Target="slide220.xml"/></Relationships>
</file>

<file path=ppt/slides/_rels/slide228.xml.rels><?xml version="1.0" encoding="UTF-8" standalone="yes"?>
<Relationships xmlns="http://schemas.openxmlformats.org/package/2006/relationships"><Relationship Id="rId3" Type="http://schemas.openxmlformats.org/officeDocument/2006/relationships/slide" Target="slide215.xml"/><Relationship Id="rId2" Type="http://schemas.openxmlformats.org/officeDocument/2006/relationships/image" Target="../media/image47.png"/><Relationship Id="rId1" Type="http://schemas.openxmlformats.org/officeDocument/2006/relationships/slideLayout" Target="../slideLayouts/slideLayout28.xml"/><Relationship Id="rId5" Type="http://schemas.openxmlformats.org/officeDocument/2006/relationships/slide" Target="slide225.xml"/><Relationship Id="rId4" Type="http://schemas.openxmlformats.org/officeDocument/2006/relationships/slide" Target="slide220.xml"/></Relationships>
</file>

<file path=ppt/slides/_rels/slide229.xml.rels><?xml version="1.0" encoding="UTF-8" standalone="yes"?>
<Relationships xmlns="http://schemas.openxmlformats.org/package/2006/relationships"><Relationship Id="rId3" Type="http://schemas.openxmlformats.org/officeDocument/2006/relationships/slide" Target="slide215.xml"/><Relationship Id="rId2" Type="http://schemas.openxmlformats.org/officeDocument/2006/relationships/image" Target="../media/image48.png"/><Relationship Id="rId1" Type="http://schemas.openxmlformats.org/officeDocument/2006/relationships/slideLayout" Target="../slideLayouts/slideLayout27.xml"/><Relationship Id="rId5" Type="http://schemas.openxmlformats.org/officeDocument/2006/relationships/slide" Target="slide225.xml"/><Relationship Id="rId4" Type="http://schemas.openxmlformats.org/officeDocument/2006/relationships/slide" Target="slide220.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50.jpeg"/></Relationships>
</file>

<file path=ppt/slides/_rels/slide234.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3" Type="http://schemas.openxmlformats.org/officeDocument/2006/relationships/slide" Target="slide248.xml"/><Relationship Id="rId7" Type="http://schemas.openxmlformats.org/officeDocument/2006/relationships/image" Target="../media/image51.png"/><Relationship Id="rId2" Type="http://schemas.openxmlformats.org/officeDocument/2006/relationships/slide" Target="slide243.xml"/><Relationship Id="rId1" Type="http://schemas.openxmlformats.org/officeDocument/2006/relationships/slideLayout" Target="../slideLayouts/slideLayout27.xml"/><Relationship Id="rId6" Type="http://schemas.openxmlformats.org/officeDocument/2006/relationships/slide" Target="slide261.xml"/><Relationship Id="rId5" Type="http://schemas.openxmlformats.org/officeDocument/2006/relationships/slide" Target="slide258.xml"/><Relationship Id="rId4" Type="http://schemas.openxmlformats.org/officeDocument/2006/relationships/slide" Target="slide253.xml"/></Relationships>
</file>

<file path=ppt/slides/_rels/slide244.xml.rels><?xml version="1.0" encoding="UTF-8" standalone="yes"?>
<Relationships xmlns="http://schemas.openxmlformats.org/package/2006/relationships"><Relationship Id="rId3" Type="http://schemas.openxmlformats.org/officeDocument/2006/relationships/slide" Target="slide243.xml"/><Relationship Id="rId7" Type="http://schemas.openxmlformats.org/officeDocument/2006/relationships/slide" Target="slide261.xml"/><Relationship Id="rId2" Type="http://schemas.openxmlformats.org/officeDocument/2006/relationships/image" Target="../media/image52.png"/><Relationship Id="rId1" Type="http://schemas.openxmlformats.org/officeDocument/2006/relationships/slideLayout" Target="../slideLayouts/slideLayout28.xml"/><Relationship Id="rId6" Type="http://schemas.openxmlformats.org/officeDocument/2006/relationships/slide" Target="slide258.xml"/><Relationship Id="rId5" Type="http://schemas.openxmlformats.org/officeDocument/2006/relationships/slide" Target="slide253.xml"/><Relationship Id="rId4" Type="http://schemas.openxmlformats.org/officeDocument/2006/relationships/slide" Target="slide248.xml"/></Relationships>
</file>

<file path=ppt/slides/_rels/slide245.xml.rels><?xml version="1.0" encoding="UTF-8" standalone="yes"?>
<Relationships xmlns="http://schemas.openxmlformats.org/package/2006/relationships"><Relationship Id="rId3" Type="http://schemas.openxmlformats.org/officeDocument/2006/relationships/slide" Target="slide243.xml"/><Relationship Id="rId7" Type="http://schemas.openxmlformats.org/officeDocument/2006/relationships/slide" Target="slide261.xml"/><Relationship Id="rId2" Type="http://schemas.openxmlformats.org/officeDocument/2006/relationships/image" Target="../media/image53.png"/><Relationship Id="rId1" Type="http://schemas.openxmlformats.org/officeDocument/2006/relationships/slideLayout" Target="../slideLayouts/slideLayout27.xml"/><Relationship Id="rId6" Type="http://schemas.openxmlformats.org/officeDocument/2006/relationships/slide" Target="slide258.xml"/><Relationship Id="rId5" Type="http://schemas.openxmlformats.org/officeDocument/2006/relationships/slide" Target="slide253.xml"/><Relationship Id="rId4" Type="http://schemas.openxmlformats.org/officeDocument/2006/relationships/slide" Target="slide248.xml"/></Relationships>
</file>

<file path=ppt/slides/_rels/slide246.xml.rels><?xml version="1.0" encoding="UTF-8" standalone="yes"?>
<Relationships xmlns="http://schemas.openxmlformats.org/package/2006/relationships"><Relationship Id="rId3" Type="http://schemas.openxmlformats.org/officeDocument/2006/relationships/slide" Target="slide243.xml"/><Relationship Id="rId7" Type="http://schemas.openxmlformats.org/officeDocument/2006/relationships/slide" Target="slide261.xml"/><Relationship Id="rId2" Type="http://schemas.openxmlformats.org/officeDocument/2006/relationships/image" Target="../media/image54.png"/><Relationship Id="rId1" Type="http://schemas.openxmlformats.org/officeDocument/2006/relationships/slideLayout" Target="../slideLayouts/slideLayout28.xml"/><Relationship Id="rId6" Type="http://schemas.openxmlformats.org/officeDocument/2006/relationships/slide" Target="slide258.xml"/><Relationship Id="rId5" Type="http://schemas.openxmlformats.org/officeDocument/2006/relationships/slide" Target="slide253.xml"/><Relationship Id="rId4" Type="http://schemas.openxmlformats.org/officeDocument/2006/relationships/slide" Target="slide248.xml"/></Relationships>
</file>

<file path=ppt/slides/_rels/slide247.xml.rels><?xml version="1.0" encoding="UTF-8" standalone="yes"?>
<Relationships xmlns="http://schemas.openxmlformats.org/package/2006/relationships"><Relationship Id="rId3" Type="http://schemas.openxmlformats.org/officeDocument/2006/relationships/slide" Target="slide243.xml"/><Relationship Id="rId7" Type="http://schemas.openxmlformats.org/officeDocument/2006/relationships/slide" Target="slide261.xml"/><Relationship Id="rId2" Type="http://schemas.openxmlformats.org/officeDocument/2006/relationships/image" Target="../media/image55.png"/><Relationship Id="rId1" Type="http://schemas.openxmlformats.org/officeDocument/2006/relationships/slideLayout" Target="../slideLayouts/slideLayout27.xml"/><Relationship Id="rId6" Type="http://schemas.openxmlformats.org/officeDocument/2006/relationships/slide" Target="slide258.xml"/><Relationship Id="rId5" Type="http://schemas.openxmlformats.org/officeDocument/2006/relationships/slide" Target="slide253.xml"/><Relationship Id="rId4" Type="http://schemas.openxmlformats.org/officeDocument/2006/relationships/slide" Target="slide248.xml"/></Relationships>
</file>

<file path=ppt/slides/_rels/slide248.xml.rels><?xml version="1.0" encoding="UTF-8" standalone="yes"?>
<Relationships xmlns="http://schemas.openxmlformats.org/package/2006/relationships"><Relationship Id="rId3" Type="http://schemas.openxmlformats.org/officeDocument/2006/relationships/slide" Target="slide243.xml"/><Relationship Id="rId7" Type="http://schemas.openxmlformats.org/officeDocument/2006/relationships/slide" Target="slide261.xml"/><Relationship Id="rId2" Type="http://schemas.openxmlformats.org/officeDocument/2006/relationships/image" Target="../media/image56.png"/><Relationship Id="rId1" Type="http://schemas.openxmlformats.org/officeDocument/2006/relationships/slideLayout" Target="../slideLayouts/slideLayout28.xml"/><Relationship Id="rId6" Type="http://schemas.openxmlformats.org/officeDocument/2006/relationships/slide" Target="slide258.xml"/><Relationship Id="rId5" Type="http://schemas.openxmlformats.org/officeDocument/2006/relationships/slide" Target="slide253.xml"/><Relationship Id="rId4" Type="http://schemas.openxmlformats.org/officeDocument/2006/relationships/slide" Target="slide248.xml"/></Relationships>
</file>

<file path=ppt/slides/_rels/slide249.xml.rels><?xml version="1.0" encoding="UTF-8" standalone="yes"?>
<Relationships xmlns="http://schemas.openxmlformats.org/package/2006/relationships"><Relationship Id="rId3" Type="http://schemas.openxmlformats.org/officeDocument/2006/relationships/slide" Target="slide243.xml"/><Relationship Id="rId7" Type="http://schemas.openxmlformats.org/officeDocument/2006/relationships/slide" Target="slide261.xml"/><Relationship Id="rId2" Type="http://schemas.openxmlformats.org/officeDocument/2006/relationships/image" Target="../media/image57.png"/><Relationship Id="rId1" Type="http://schemas.openxmlformats.org/officeDocument/2006/relationships/slideLayout" Target="../slideLayouts/slideLayout27.xml"/><Relationship Id="rId6" Type="http://schemas.openxmlformats.org/officeDocument/2006/relationships/slide" Target="slide258.xml"/><Relationship Id="rId5" Type="http://schemas.openxmlformats.org/officeDocument/2006/relationships/slide" Target="slide253.xml"/><Relationship Id="rId4" Type="http://schemas.openxmlformats.org/officeDocument/2006/relationships/slide" Target="slide248.xml"/></Relationships>
</file>

<file path=ppt/slides/_rels/slide250.xml.rels><?xml version="1.0" encoding="UTF-8" standalone="yes"?>
<Relationships xmlns="http://schemas.openxmlformats.org/package/2006/relationships"><Relationship Id="rId3" Type="http://schemas.openxmlformats.org/officeDocument/2006/relationships/slide" Target="slide243.xml"/><Relationship Id="rId7" Type="http://schemas.openxmlformats.org/officeDocument/2006/relationships/slide" Target="slide261.xml"/><Relationship Id="rId2" Type="http://schemas.openxmlformats.org/officeDocument/2006/relationships/image" Target="../media/image58.png"/><Relationship Id="rId1" Type="http://schemas.openxmlformats.org/officeDocument/2006/relationships/slideLayout" Target="../slideLayouts/slideLayout28.xml"/><Relationship Id="rId6" Type="http://schemas.openxmlformats.org/officeDocument/2006/relationships/slide" Target="slide258.xml"/><Relationship Id="rId5" Type="http://schemas.openxmlformats.org/officeDocument/2006/relationships/slide" Target="slide253.xml"/><Relationship Id="rId4" Type="http://schemas.openxmlformats.org/officeDocument/2006/relationships/slide" Target="slide248.xml"/></Relationships>
</file>

<file path=ppt/slides/_rels/slide251.xml.rels><?xml version="1.0" encoding="UTF-8" standalone="yes"?>
<Relationships xmlns="http://schemas.openxmlformats.org/package/2006/relationships"><Relationship Id="rId3" Type="http://schemas.openxmlformats.org/officeDocument/2006/relationships/slide" Target="slide243.xml"/><Relationship Id="rId7" Type="http://schemas.openxmlformats.org/officeDocument/2006/relationships/slide" Target="slide261.xml"/><Relationship Id="rId2" Type="http://schemas.openxmlformats.org/officeDocument/2006/relationships/image" Target="../media/image54.png"/><Relationship Id="rId1" Type="http://schemas.openxmlformats.org/officeDocument/2006/relationships/slideLayout" Target="../slideLayouts/slideLayout28.xml"/><Relationship Id="rId6" Type="http://schemas.openxmlformats.org/officeDocument/2006/relationships/slide" Target="slide258.xml"/><Relationship Id="rId5" Type="http://schemas.openxmlformats.org/officeDocument/2006/relationships/slide" Target="slide253.xml"/><Relationship Id="rId4" Type="http://schemas.openxmlformats.org/officeDocument/2006/relationships/slide" Target="slide248.xml"/></Relationships>
</file>

<file path=ppt/slides/_rels/slide252.xml.rels><?xml version="1.0" encoding="UTF-8" standalone="yes"?>
<Relationships xmlns="http://schemas.openxmlformats.org/package/2006/relationships"><Relationship Id="rId3" Type="http://schemas.openxmlformats.org/officeDocument/2006/relationships/slide" Target="slide243.xml"/><Relationship Id="rId7" Type="http://schemas.openxmlformats.org/officeDocument/2006/relationships/slide" Target="slide261.xml"/><Relationship Id="rId2" Type="http://schemas.openxmlformats.org/officeDocument/2006/relationships/image" Target="../media/image55.png"/><Relationship Id="rId1" Type="http://schemas.openxmlformats.org/officeDocument/2006/relationships/slideLayout" Target="../slideLayouts/slideLayout27.xml"/><Relationship Id="rId6" Type="http://schemas.openxmlformats.org/officeDocument/2006/relationships/slide" Target="slide258.xml"/><Relationship Id="rId5" Type="http://schemas.openxmlformats.org/officeDocument/2006/relationships/slide" Target="slide253.xml"/><Relationship Id="rId4" Type="http://schemas.openxmlformats.org/officeDocument/2006/relationships/slide" Target="slide248.xml"/></Relationships>
</file>

<file path=ppt/slides/_rels/slide253.xml.rels><?xml version="1.0" encoding="UTF-8" standalone="yes"?>
<Relationships xmlns="http://schemas.openxmlformats.org/package/2006/relationships"><Relationship Id="rId3" Type="http://schemas.openxmlformats.org/officeDocument/2006/relationships/slide" Target="slide243.xml"/><Relationship Id="rId7" Type="http://schemas.openxmlformats.org/officeDocument/2006/relationships/slide" Target="slide261.xml"/><Relationship Id="rId2" Type="http://schemas.openxmlformats.org/officeDocument/2006/relationships/image" Target="../media/image59.png"/><Relationship Id="rId1" Type="http://schemas.openxmlformats.org/officeDocument/2006/relationships/slideLayout" Target="../slideLayouts/slideLayout27.xml"/><Relationship Id="rId6" Type="http://schemas.openxmlformats.org/officeDocument/2006/relationships/slide" Target="slide258.xml"/><Relationship Id="rId5" Type="http://schemas.openxmlformats.org/officeDocument/2006/relationships/slide" Target="slide253.xml"/><Relationship Id="rId4" Type="http://schemas.openxmlformats.org/officeDocument/2006/relationships/slide" Target="slide248.xml"/></Relationships>
</file>

<file path=ppt/slides/_rels/slide254.xml.rels><?xml version="1.0" encoding="UTF-8" standalone="yes"?>
<Relationships xmlns="http://schemas.openxmlformats.org/package/2006/relationships"><Relationship Id="rId3" Type="http://schemas.openxmlformats.org/officeDocument/2006/relationships/slide" Target="slide243.xml"/><Relationship Id="rId7" Type="http://schemas.openxmlformats.org/officeDocument/2006/relationships/slide" Target="slide261.xml"/><Relationship Id="rId2" Type="http://schemas.openxmlformats.org/officeDocument/2006/relationships/image" Target="../media/image60.png"/><Relationship Id="rId1" Type="http://schemas.openxmlformats.org/officeDocument/2006/relationships/slideLayout" Target="../slideLayouts/slideLayout28.xml"/><Relationship Id="rId6" Type="http://schemas.openxmlformats.org/officeDocument/2006/relationships/slide" Target="slide258.xml"/><Relationship Id="rId5" Type="http://schemas.openxmlformats.org/officeDocument/2006/relationships/slide" Target="slide253.xml"/><Relationship Id="rId4" Type="http://schemas.openxmlformats.org/officeDocument/2006/relationships/slide" Target="slide248.xml"/></Relationships>
</file>

<file path=ppt/slides/_rels/slide255.xml.rels><?xml version="1.0" encoding="UTF-8" standalone="yes"?>
<Relationships xmlns="http://schemas.openxmlformats.org/package/2006/relationships"><Relationship Id="rId3" Type="http://schemas.openxmlformats.org/officeDocument/2006/relationships/slide" Target="slide243.xml"/><Relationship Id="rId7" Type="http://schemas.openxmlformats.org/officeDocument/2006/relationships/slide" Target="slide261.xml"/><Relationship Id="rId2" Type="http://schemas.openxmlformats.org/officeDocument/2006/relationships/image" Target="../media/image61.png"/><Relationship Id="rId1" Type="http://schemas.openxmlformats.org/officeDocument/2006/relationships/slideLayout" Target="../slideLayouts/slideLayout27.xml"/><Relationship Id="rId6" Type="http://schemas.openxmlformats.org/officeDocument/2006/relationships/slide" Target="slide258.xml"/><Relationship Id="rId5" Type="http://schemas.openxmlformats.org/officeDocument/2006/relationships/slide" Target="slide253.xml"/><Relationship Id="rId4" Type="http://schemas.openxmlformats.org/officeDocument/2006/relationships/slide" Target="slide248.xml"/></Relationships>
</file>

<file path=ppt/slides/_rels/slide256.xml.rels><?xml version="1.0" encoding="UTF-8" standalone="yes"?>
<Relationships xmlns="http://schemas.openxmlformats.org/package/2006/relationships"><Relationship Id="rId3" Type="http://schemas.openxmlformats.org/officeDocument/2006/relationships/slide" Target="slide243.xml"/><Relationship Id="rId7" Type="http://schemas.openxmlformats.org/officeDocument/2006/relationships/slide" Target="slide261.xml"/><Relationship Id="rId2" Type="http://schemas.openxmlformats.org/officeDocument/2006/relationships/image" Target="../media/image54.png"/><Relationship Id="rId1" Type="http://schemas.openxmlformats.org/officeDocument/2006/relationships/slideLayout" Target="../slideLayouts/slideLayout28.xml"/><Relationship Id="rId6" Type="http://schemas.openxmlformats.org/officeDocument/2006/relationships/slide" Target="slide258.xml"/><Relationship Id="rId5" Type="http://schemas.openxmlformats.org/officeDocument/2006/relationships/slide" Target="slide253.xml"/><Relationship Id="rId4" Type="http://schemas.openxmlformats.org/officeDocument/2006/relationships/slide" Target="slide248.xml"/></Relationships>
</file>

<file path=ppt/slides/_rels/slide257.xml.rels><?xml version="1.0" encoding="UTF-8" standalone="yes"?>
<Relationships xmlns="http://schemas.openxmlformats.org/package/2006/relationships"><Relationship Id="rId3" Type="http://schemas.openxmlformats.org/officeDocument/2006/relationships/slide" Target="slide243.xml"/><Relationship Id="rId7" Type="http://schemas.openxmlformats.org/officeDocument/2006/relationships/slide" Target="slide261.xml"/><Relationship Id="rId2" Type="http://schemas.openxmlformats.org/officeDocument/2006/relationships/image" Target="../media/image55.png"/><Relationship Id="rId1" Type="http://schemas.openxmlformats.org/officeDocument/2006/relationships/slideLayout" Target="../slideLayouts/slideLayout27.xml"/><Relationship Id="rId6" Type="http://schemas.openxmlformats.org/officeDocument/2006/relationships/slide" Target="slide258.xml"/><Relationship Id="rId5" Type="http://schemas.openxmlformats.org/officeDocument/2006/relationships/slide" Target="slide253.xml"/><Relationship Id="rId4" Type="http://schemas.openxmlformats.org/officeDocument/2006/relationships/slide" Target="slide248.xml"/></Relationships>
</file>

<file path=ppt/slides/_rels/slide258.xml.rels><?xml version="1.0" encoding="UTF-8" standalone="yes"?>
<Relationships xmlns="http://schemas.openxmlformats.org/package/2006/relationships"><Relationship Id="rId3" Type="http://schemas.openxmlformats.org/officeDocument/2006/relationships/slide" Target="slide243.xml"/><Relationship Id="rId7" Type="http://schemas.openxmlformats.org/officeDocument/2006/relationships/slide" Target="slide261.xml"/><Relationship Id="rId2" Type="http://schemas.openxmlformats.org/officeDocument/2006/relationships/image" Target="../media/image62.png"/><Relationship Id="rId1" Type="http://schemas.openxmlformats.org/officeDocument/2006/relationships/slideLayout" Target="../slideLayouts/slideLayout28.xml"/><Relationship Id="rId6" Type="http://schemas.openxmlformats.org/officeDocument/2006/relationships/slide" Target="slide258.xml"/><Relationship Id="rId5" Type="http://schemas.openxmlformats.org/officeDocument/2006/relationships/slide" Target="slide253.xml"/><Relationship Id="rId4" Type="http://schemas.openxmlformats.org/officeDocument/2006/relationships/slide" Target="slide248.xml"/></Relationships>
</file>

<file path=ppt/slides/_rels/slide259.xml.rels><?xml version="1.0" encoding="UTF-8" standalone="yes"?>
<Relationships xmlns="http://schemas.openxmlformats.org/package/2006/relationships"><Relationship Id="rId3" Type="http://schemas.openxmlformats.org/officeDocument/2006/relationships/slide" Target="slide243.xml"/><Relationship Id="rId7" Type="http://schemas.openxmlformats.org/officeDocument/2006/relationships/slide" Target="slide261.xml"/><Relationship Id="rId2" Type="http://schemas.openxmlformats.org/officeDocument/2006/relationships/image" Target="../media/image63.png"/><Relationship Id="rId1" Type="http://schemas.openxmlformats.org/officeDocument/2006/relationships/slideLayout" Target="../slideLayouts/slideLayout27.xml"/><Relationship Id="rId6" Type="http://schemas.openxmlformats.org/officeDocument/2006/relationships/slide" Target="slide258.xml"/><Relationship Id="rId5" Type="http://schemas.openxmlformats.org/officeDocument/2006/relationships/slide" Target="slide253.xml"/><Relationship Id="rId4" Type="http://schemas.openxmlformats.org/officeDocument/2006/relationships/slide" Target="slide248.xml"/></Relationships>
</file>

<file path=ppt/slides/_rels/slide260.xml.rels><?xml version="1.0" encoding="UTF-8" standalone="yes"?>
<Relationships xmlns="http://schemas.openxmlformats.org/package/2006/relationships"><Relationship Id="rId3" Type="http://schemas.openxmlformats.org/officeDocument/2006/relationships/slide" Target="slide243.xml"/><Relationship Id="rId7" Type="http://schemas.openxmlformats.org/officeDocument/2006/relationships/slide" Target="slide261.xml"/><Relationship Id="rId2" Type="http://schemas.openxmlformats.org/officeDocument/2006/relationships/image" Target="../media/image64.png"/><Relationship Id="rId1" Type="http://schemas.openxmlformats.org/officeDocument/2006/relationships/slideLayout" Target="../slideLayouts/slideLayout28.xml"/><Relationship Id="rId6" Type="http://schemas.openxmlformats.org/officeDocument/2006/relationships/slide" Target="slide258.xml"/><Relationship Id="rId5" Type="http://schemas.openxmlformats.org/officeDocument/2006/relationships/slide" Target="slide253.xml"/><Relationship Id="rId4" Type="http://schemas.openxmlformats.org/officeDocument/2006/relationships/slide" Target="slide248.xml"/></Relationships>
</file>

<file path=ppt/slides/_rels/slide261.xml.rels><?xml version="1.0" encoding="UTF-8" standalone="yes"?>
<Relationships xmlns="http://schemas.openxmlformats.org/package/2006/relationships"><Relationship Id="rId3" Type="http://schemas.openxmlformats.org/officeDocument/2006/relationships/slide" Target="slide243.xml"/><Relationship Id="rId7" Type="http://schemas.openxmlformats.org/officeDocument/2006/relationships/slide" Target="slide261.xml"/><Relationship Id="rId2" Type="http://schemas.openxmlformats.org/officeDocument/2006/relationships/image" Target="../media/image54.png"/><Relationship Id="rId1" Type="http://schemas.openxmlformats.org/officeDocument/2006/relationships/slideLayout" Target="../slideLayouts/slideLayout28.xml"/><Relationship Id="rId6" Type="http://schemas.openxmlformats.org/officeDocument/2006/relationships/slide" Target="slide258.xml"/><Relationship Id="rId5" Type="http://schemas.openxmlformats.org/officeDocument/2006/relationships/slide" Target="slide253.xml"/><Relationship Id="rId4" Type="http://schemas.openxmlformats.org/officeDocument/2006/relationships/slide" Target="slide248.xml"/></Relationships>
</file>

<file path=ppt/slides/_rels/slide262.xml.rels><?xml version="1.0" encoding="UTF-8" standalone="yes"?>
<Relationships xmlns="http://schemas.openxmlformats.org/package/2006/relationships"><Relationship Id="rId3" Type="http://schemas.openxmlformats.org/officeDocument/2006/relationships/slide" Target="slide243.xml"/><Relationship Id="rId7" Type="http://schemas.openxmlformats.org/officeDocument/2006/relationships/slide" Target="slide261.xml"/><Relationship Id="rId2" Type="http://schemas.openxmlformats.org/officeDocument/2006/relationships/image" Target="../media/image55.png"/><Relationship Id="rId1" Type="http://schemas.openxmlformats.org/officeDocument/2006/relationships/slideLayout" Target="../slideLayouts/slideLayout27.xml"/><Relationship Id="rId6" Type="http://schemas.openxmlformats.org/officeDocument/2006/relationships/slide" Target="slide258.xml"/><Relationship Id="rId5" Type="http://schemas.openxmlformats.org/officeDocument/2006/relationships/slide" Target="slide253.xml"/><Relationship Id="rId4" Type="http://schemas.openxmlformats.org/officeDocument/2006/relationships/slide" Target="slide248.xml"/></Relationships>
</file>

<file path=ppt/slides/_rels/slide26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80898" name="직사각형 4"/>
          <p:cNvSpPr>
            <a:spLocks noChangeArrowheads="1"/>
          </p:cNvSpPr>
          <p:nvPr/>
        </p:nvSpPr>
        <p:spPr bwMode="auto">
          <a:xfrm>
            <a:off x="488504" y="520511"/>
            <a:ext cx="11214992" cy="5139869"/>
          </a:xfrm>
          <a:prstGeom prst="rect">
            <a:avLst/>
          </a:prstGeom>
          <a:noFill/>
          <a:ln w="9525">
            <a:noFill/>
            <a:miter lim="800000"/>
            <a:headEnd/>
            <a:tailEnd/>
          </a:ln>
        </p:spPr>
        <p:txBody>
          <a:bodyPr wrap="square">
            <a:spAutoFit/>
          </a:bodyPr>
          <a:lstStyle/>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800" b="0" i="0" u="none" strike="noStrike" kern="1200" cap="none" spc="0" normalizeH="0" baseline="0" noProof="0" dirty="0">
              <a:ln>
                <a:noFill/>
              </a:ln>
              <a:solidFill>
                <a:prstClr val="white">
                  <a:lumMod val="65000"/>
                </a:prstClr>
              </a:solidFill>
              <a:effectLst/>
              <a:uLnTx/>
              <a:uFillTx/>
              <a:latin typeface="HY울릉도M" pitchFamily="18" charset="-127"/>
              <a:ea typeface="HY울릉도M" pitchFamily="18" charset="-127"/>
              <a:cs typeface="+mn-cs"/>
            </a:endParaRPr>
          </a:p>
        </p:txBody>
      </p:sp>
      <p:sp>
        <p:nvSpPr>
          <p:cNvPr id="4" name="직사각형 3">
            <a:extLst>
              <a:ext uri="{FF2B5EF4-FFF2-40B4-BE49-F238E27FC236}">
                <a16:creationId xmlns:a16="http://schemas.microsoft.com/office/drawing/2014/main" id="{425AEA77-ABD8-4E38-9847-13FE5B0E17E1}"/>
              </a:ext>
            </a:extLst>
          </p:cNvPr>
          <p:cNvSpPr>
            <a:spLocks noChangeArrowheads="1"/>
          </p:cNvSpPr>
          <p:nvPr/>
        </p:nvSpPr>
        <p:spPr bwMode="auto">
          <a:xfrm>
            <a:off x="119336" y="2636912"/>
            <a:ext cx="12072664" cy="1087862"/>
          </a:xfrm>
          <a:prstGeom prst="rect">
            <a:avLst/>
          </a:prstGeom>
          <a:noFill/>
          <a:ln w="9525">
            <a:noFill/>
            <a:miter lim="800000"/>
            <a:headEnd/>
            <a:tailEnd/>
          </a:ln>
        </p:spPr>
        <p:txBody>
          <a:bodyPr wrap="square">
            <a:spAutoFit/>
          </a:bodyPr>
          <a:lstStyle/>
          <a:p>
            <a:pPr indent="-180340" algn="ctr" latinLnBrk="1">
              <a:lnSpc>
                <a:spcPct val="120000"/>
              </a:lnSpc>
              <a:spcAft>
                <a:spcPts val="0"/>
              </a:spcAft>
              <a:defRPr/>
            </a:pPr>
            <a:r>
              <a:rPr lang="ko-KR" altLang="en-US" sz="3600" b="1" kern="100" dirty="0">
                <a:solidFill>
                  <a:prstClr val="black"/>
                </a:solidFill>
                <a:latin typeface="맑은 고딕" charset="-127"/>
                <a:ea typeface="맑은 고딕" charset="-127"/>
                <a:cs typeface="Times New Roman" charset="0"/>
              </a:rPr>
              <a:t>하나가 되라</a:t>
            </a:r>
          </a:p>
          <a:p>
            <a:pPr indent="-180340" algn="ctr" latinLnBrk="1">
              <a:lnSpc>
                <a:spcPct val="120000"/>
              </a:lnSpc>
              <a:spcAft>
                <a:spcPts val="0"/>
              </a:spcAft>
              <a:defRPr/>
            </a:pPr>
            <a:r>
              <a:rPr lang="en-US" altLang="ko-Kore-KR" sz="2000" b="1" dirty="0">
                <a:solidFill>
                  <a:srgbClr val="7F7F7F"/>
                </a:solidFill>
                <a:ea typeface="HY목각파임B" pitchFamily="18" charset="-127"/>
              </a:rPr>
              <a:t>Be United</a:t>
            </a:r>
            <a:r>
              <a:rPr lang="en-US" altLang="ko-KR" sz="2000" b="1" dirty="0">
                <a:solidFill>
                  <a:srgbClr val="7F7F7F"/>
                </a:solidFill>
                <a:latin typeface="HY목각파임B" pitchFamily="18" charset="-127"/>
                <a:ea typeface="HY목각파임B" pitchFamily="18" charset="-127"/>
              </a:rPr>
              <a:t> </a:t>
            </a: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p:txBody>
      </p:sp>
    </p:spTree>
    <p:extLst>
      <p:ext uri="{BB962C8B-B14F-4D97-AF65-F5344CB8AC3E}">
        <p14:creationId xmlns:p14="http://schemas.microsoft.com/office/powerpoint/2010/main" val="2928806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p:cNvSpPr/>
          <p:nvPr/>
        </p:nvSpPr>
        <p:spPr>
          <a:xfrm>
            <a:off x="1703389" y="1916114"/>
            <a:ext cx="8785225" cy="1939925"/>
          </a:xfrm>
          <a:prstGeom prst="rect">
            <a:avLst/>
          </a:prstGeom>
        </p:spPr>
        <p:txBody>
          <a:bodyPr>
            <a:spAutoFit/>
          </a:bodyPr>
          <a:lstStyle/>
          <a:p>
            <a:pPr algn="ctr" eaLnBrk="1" latinLnBrk="1" hangingPunct="1">
              <a:defRPr/>
            </a:pPr>
            <a:r>
              <a:rPr lang="ko-KR" altLang="en-US" sz="7000" b="1" dirty="0">
                <a:solidFill>
                  <a:prstClr val="black"/>
                </a:solidFill>
                <a:latin typeface="HY목각파임B" pitchFamily="18" charset="-127"/>
                <a:ea typeface="HY목각파임B" pitchFamily="18" charset="-127"/>
              </a:rPr>
              <a:t>신앙고백</a:t>
            </a:r>
            <a:endParaRPr lang="en-US" altLang="ko-KR" sz="7000" b="1" dirty="0">
              <a:solidFill>
                <a:prstClr val="black"/>
              </a:solidFill>
              <a:latin typeface="HY목각파임B" pitchFamily="18" charset="-127"/>
              <a:ea typeface="HY목각파임B" pitchFamily="18" charset="-127"/>
            </a:endParaRPr>
          </a:p>
          <a:p>
            <a:pPr algn="ctr" eaLnBrk="1" latinLnBrk="1" hangingPunct="1">
              <a:defRPr/>
            </a:pPr>
            <a:r>
              <a:rPr lang="en-US" altLang="ko-KR" sz="5000" b="1" dirty="0">
                <a:solidFill>
                  <a:srgbClr val="889C6F">
                    <a:lumMod val="75000"/>
                  </a:srgbClr>
                </a:solidFill>
                <a:latin typeface="HY목각파임B" pitchFamily="18" charset="-127"/>
                <a:ea typeface="HY목각파임B" pitchFamily="18" charset="-127"/>
              </a:rPr>
              <a:t>The Apostles' Creed</a:t>
            </a:r>
            <a:endParaRPr lang="ko-KR" altLang="en-US" sz="5000" b="1" dirty="0">
              <a:solidFill>
                <a:srgbClr val="889C6F">
                  <a:lumMod val="75000"/>
                </a:srgbClr>
              </a:solidFill>
              <a:latin typeface="HY목각파임B" pitchFamily="18" charset="-127"/>
              <a:ea typeface="HY목각파임B" pitchFamily="18" charset="-127"/>
            </a:endParaRPr>
          </a:p>
        </p:txBody>
      </p:sp>
    </p:spTree>
    <p:extLst>
      <p:ext uri="{BB962C8B-B14F-4D97-AF65-F5344CB8AC3E}">
        <p14:creationId xmlns:p14="http://schemas.microsoft.com/office/powerpoint/2010/main" val="331866209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7282" name="직사각형 5"/>
          <p:cNvSpPr>
            <a:spLocks noChangeArrowheads="1"/>
          </p:cNvSpPr>
          <p:nvPr/>
        </p:nvSpPr>
        <p:spPr bwMode="auto">
          <a:xfrm>
            <a:off x="0" y="139701"/>
            <a:ext cx="12192000" cy="4074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algn="ctr" eaLnBrk="1" latinLnBrk="1" hangingPunct="1">
              <a:lnSpc>
                <a:spcPct val="120000"/>
              </a:lnSpc>
            </a:pPr>
            <a:r>
              <a:rPr lang="ko-KR" altLang="en-US" sz="4400" b="1" dirty="0">
                <a:solidFill>
                  <a:srgbClr val="000000"/>
                </a:solidFill>
                <a:latin typeface="맑은 고딕" charset="0"/>
                <a:ea typeface="맑은 고딕" charset="0"/>
              </a:rPr>
              <a:t>전능하사 천지를 만드신</a:t>
            </a:r>
            <a:endParaRPr lang="en-US" altLang="ko-KR" sz="4400" b="1" dirty="0">
              <a:solidFill>
                <a:srgbClr val="000000"/>
              </a:solidFill>
              <a:latin typeface="맑은 고딕" charset="0"/>
              <a:ea typeface="맑은 고딕" charset="0"/>
            </a:endParaRPr>
          </a:p>
          <a:p>
            <a:pPr algn="ctr" eaLnBrk="1" latinLnBrk="1" hangingPunct="1">
              <a:lnSpc>
                <a:spcPct val="120000"/>
              </a:lnSpc>
            </a:pPr>
            <a:r>
              <a:rPr lang="ko-KR" altLang="en-US" sz="4400" b="1" dirty="0">
                <a:solidFill>
                  <a:srgbClr val="000000"/>
                </a:solidFill>
                <a:latin typeface="맑은 고딕" charset="0"/>
                <a:ea typeface="맑은 고딕" charset="0"/>
              </a:rPr>
              <a:t>하나님 아버지를 내가 믿사오며</a:t>
            </a:r>
            <a:r>
              <a:rPr lang="en-US" altLang="ko-KR" sz="4400" b="1" dirty="0">
                <a:solidFill>
                  <a:srgbClr val="000000"/>
                </a:solidFill>
                <a:latin typeface="맑은 고딕" charset="0"/>
                <a:ea typeface="맑은 고딕" charset="0"/>
              </a:rPr>
              <a:t>,</a:t>
            </a:r>
          </a:p>
          <a:p>
            <a:pPr algn="ctr" eaLnBrk="1" latinLnBrk="1" hangingPunct="1">
              <a:lnSpc>
                <a:spcPct val="120000"/>
              </a:lnSpc>
            </a:pPr>
            <a:endParaRPr lang="en-US" altLang="ko-KR" sz="4400" b="1" dirty="0">
              <a:solidFill>
                <a:srgbClr val="000000"/>
              </a:solidFill>
              <a:latin typeface="맑은 고딕" charset="0"/>
              <a:ea typeface="맑은 고딕" charset="0"/>
            </a:endParaRPr>
          </a:p>
          <a:p>
            <a:pPr algn="ctr" eaLnBrk="1" latinLnBrk="1" hangingPunct="1">
              <a:lnSpc>
                <a:spcPct val="120000"/>
              </a:lnSpc>
            </a:pPr>
            <a:r>
              <a:rPr lang="en-US" altLang="ko-KR" sz="4400" b="1" dirty="0">
                <a:solidFill>
                  <a:srgbClr val="000000"/>
                </a:solidFill>
                <a:latin typeface="맑은 고딕" charset="0"/>
                <a:ea typeface="맑은 고딕" charset="0"/>
              </a:rPr>
              <a:t>I believe in God the Father Almighty,</a:t>
            </a:r>
          </a:p>
          <a:p>
            <a:pPr algn="ctr" eaLnBrk="1" latinLnBrk="1" hangingPunct="1">
              <a:lnSpc>
                <a:spcPct val="120000"/>
              </a:lnSpc>
            </a:pPr>
            <a:r>
              <a:rPr lang="en-US" altLang="ko-KR" sz="4400" b="1" dirty="0">
                <a:solidFill>
                  <a:srgbClr val="000000"/>
                </a:solidFill>
                <a:latin typeface="맑은 고딕" charset="0"/>
                <a:ea typeface="맑은 고딕" charset="0"/>
              </a:rPr>
              <a:t>Maker of heaven and earth,</a:t>
            </a:r>
          </a:p>
        </p:txBody>
      </p:sp>
    </p:spTree>
    <p:extLst>
      <p:ext uri="{BB962C8B-B14F-4D97-AF65-F5344CB8AC3E}">
        <p14:creationId xmlns:p14="http://schemas.microsoft.com/office/powerpoint/2010/main" val="3141858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7282" name="직사각형 5"/>
          <p:cNvSpPr>
            <a:spLocks noChangeArrowheads="1"/>
          </p:cNvSpPr>
          <p:nvPr/>
        </p:nvSpPr>
        <p:spPr bwMode="auto">
          <a:xfrm>
            <a:off x="0" y="139701"/>
            <a:ext cx="12192000" cy="4074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algn="ctr" eaLnBrk="1" latinLnBrk="1" hangingPunct="1">
              <a:lnSpc>
                <a:spcPct val="120000"/>
              </a:lnSpc>
            </a:pPr>
            <a:r>
              <a:rPr lang="ko-KR" altLang="en-US" sz="4400" b="1" dirty="0">
                <a:solidFill>
                  <a:srgbClr val="000000"/>
                </a:solidFill>
                <a:latin typeface="맑은 고딕" charset="0"/>
                <a:ea typeface="맑은 고딕" charset="0"/>
              </a:rPr>
              <a:t>그 외아들 우리 주</a:t>
            </a:r>
            <a:endParaRPr lang="en-US" altLang="ko-KR" sz="4400" b="1" dirty="0">
              <a:solidFill>
                <a:srgbClr val="000000"/>
              </a:solidFill>
              <a:latin typeface="맑은 고딕" charset="0"/>
              <a:ea typeface="맑은 고딕" charset="0"/>
            </a:endParaRPr>
          </a:p>
          <a:p>
            <a:pPr algn="ctr" eaLnBrk="1" latinLnBrk="1" hangingPunct="1">
              <a:lnSpc>
                <a:spcPct val="120000"/>
              </a:lnSpc>
            </a:pPr>
            <a:r>
              <a:rPr lang="ko-KR" altLang="en-US" sz="4400" b="1" dirty="0">
                <a:solidFill>
                  <a:srgbClr val="000000"/>
                </a:solidFill>
                <a:latin typeface="맑은 고딕" charset="0"/>
                <a:ea typeface="맑은 고딕" charset="0"/>
              </a:rPr>
              <a:t>예수 그리스도를</a:t>
            </a:r>
            <a:r>
              <a:rPr lang="en-US" altLang="ko-KR" sz="4400" b="1" dirty="0">
                <a:solidFill>
                  <a:srgbClr val="000000"/>
                </a:solidFill>
                <a:latin typeface="맑은 고딕" charset="0"/>
                <a:ea typeface="맑은 고딕" charset="0"/>
              </a:rPr>
              <a:t> </a:t>
            </a:r>
            <a:r>
              <a:rPr lang="ko-KR" altLang="en-US" sz="4400" b="1" dirty="0" err="1">
                <a:solidFill>
                  <a:srgbClr val="000000"/>
                </a:solidFill>
                <a:latin typeface="맑은 고딕" charset="0"/>
                <a:ea typeface="맑은 고딕" charset="0"/>
              </a:rPr>
              <a:t>믿사오니</a:t>
            </a:r>
            <a:r>
              <a:rPr lang="en-US" altLang="ko-KR" sz="4400" b="1" dirty="0">
                <a:solidFill>
                  <a:srgbClr val="000000"/>
                </a:solidFill>
                <a:latin typeface="맑은 고딕" charset="0"/>
                <a:ea typeface="맑은 고딕" charset="0"/>
              </a:rPr>
              <a:t>,</a:t>
            </a:r>
          </a:p>
          <a:p>
            <a:pPr algn="ctr" eaLnBrk="1" latinLnBrk="1" hangingPunct="1">
              <a:lnSpc>
                <a:spcPct val="120000"/>
              </a:lnSpc>
            </a:pPr>
            <a:endParaRPr lang="en-US" altLang="ko-KR" sz="4400" b="1" dirty="0">
              <a:solidFill>
                <a:srgbClr val="000000"/>
              </a:solidFill>
              <a:latin typeface="맑은 고딕" charset="0"/>
              <a:ea typeface="맑은 고딕" charset="0"/>
            </a:endParaRPr>
          </a:p>
          <a:p>
            <a:pPr algn="ctr" eaLnBrk="1" latinLnBrk="1" hangingPunct="1">
              <a:lnSpc>
                <a:spcPct val="120000"/>
              </a:lnSpc>
            </a:pPr>
            <a:r>
              <a:rPr lang="en-US" altLang="ko-KR" sz="4400" b="1" dirty="0">
                <a:solidFill>
                  <a:srgbClr val="000000"/>
                </a:solidFill>
                <a:latin typeface="맑은 고딕" charset="0"/>
                <a:ea typeface="맑은 고딕" charset="0"/>
              </a:rPr>
              <a:t>and in Jesus Christ,</a:t>
            </a:r>
          </a:p>
          <a:p>
            <a:pPr algn="ctr" eaLnBrk="1" latinLnBrk="1" hangingPunct="1">
              <a:lnSpc>
                <a:spcPct val="120000"/>
              </a:lnSpc>
            </a:pPr>
            <a:r>
              <a:rPr lang="en-US" altLang="ko-KR" sz="4400" b="1" dirty="0">
                <a:solidFill>
                  <a:srgbClr val="000000"/>
                </a:solidFill>
                <a:latin typeface="맑은 고딕" charset="0"/>
                <a:ea typeface="맑은 고딕" charset="0"/>
              </a:rPr>
              <a:t>His only Son our Lord,</a:t>
            </a:r>
          </a:p>
        </p:txBody>
      </p:sp>
    </p:spTree>
    <p:extLst>
      <p:ext uri="{BB962C8B-B14F-4D97-AF65-F5344CB8AC3E}">
        <p14:creationId xmlns:p14="http://schemas.microsoft.com/office/powerpoint/2010/main" val="3358067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7282" name="직사각형 5"/>
          <p:cNvSpPr>
            <a:spLocks noChangeArrowheads="1"/>
          </p:cNvSpPr>
          <p:nvPr/>
        </p:nvSpPr>
        <p:spPr bwMode="auto">
          <a:xfrm>
            <a:off x="0" y="139701"/>
            <a:ext cx="12192000" cy="4074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algn="ctr" eaLnBrk="1" latinLnBrk="1" hangingPunct="1">
              <a:lnSpc>
                <a:spcPct val="120000"/>
              </a:lnSpc>
            </a:pPr>
            <a:r>
              <a:rPr lang="ko-KR" altLang="en-US" sz="4400" b="1" dirty="0">
                <a:solidFill>
                  <a:srgbClr val="000000"/>
                </a:solidFill>
                <a:latin typeface="맑은 고딕" charset="0"/>
                <a:ea typeface="맑은 고딕" charset="0"/>
              </a:rPr>
              <a:t>이는 성령으로 잉태하사</a:t>
            </a:r>
            <a:endParaRPr lang="en-US" altLang="ko-KR" sz="4400" b="1" dirty="0">
              <a:solidFill>
                <a:srgbClr val="000000"/>
              </a:solidFill>
              <a:latin typeface="맑은 고딕" charset="0"/>
              <a:ea typeface="맑은 고딕" charset="0"/>
            </a:endParaRPr>
          </a:p>
          <a:p>
            <a:pPr algn="ctr" eaLnBrk="1" latinLnBrk="1" hangingPunct="1">
              <a:lnSpc>
                <a:spcPct val="120000"/>
              </a:lnSpc>
            </a:pPr>
            <a:r>
              <a:rPr lang="ko-KR" altLang="en-US" sz="4400" b="1" dirty="0">
                <a:solidFill>
                  <a:srgbClr val="000000"/>
                </a:solidFill>
                <a:latin typeface="맑은 고딕" charset="0"/>
                <a:ea typeface="맑은 고딕" charset="0"/>
              </a:rPr>
              <a:t>동정녀 마리아에게 나시고</a:t>
            </a:r>
            <a:r>
              <a:rPr lang="en-US" altLang="ko-KR" sz="4400" b="1" dirty="0">
                <a:solidFill>
                  <a:srgbClr val="000000"/>
                </a:solidFill>
                <a:latin typeface="맑은 고딕" charset="0"/>
                <a:ea typeface="맑은 고딕" charset="0"/>
              </a:rPr>
              <a:t>,</a:t>
            </a:r>
          </a:p>
          <a:p>
            <a:pPr algn="ctr" eaLnBrk="1" latinLnBrk="1" hangingPunct="1">
              <a:lnSpc>
                <a:spcPct val="120000"/>
              </a:lnSpc>
            </a:pPr>
            <a:endParaRPr lang="en-US" altLang="ko-KR" sz="4400" b="1" dirty="0">
              <a:solidFill>
                <a:srgbClr val="000000"/>
              </a:solidFill>
              <a:latin typeface="맑은 고딕" charset="0"/>
              <a:ea typeface="맑은 고딕" charset="0"/>
            </a:endParaRPr>
          </a:p>
          <a:p>
            <a:pPr algn="ctr" eaLnBrk="1" latinLnBrk="1" hangingPunct="1">
              <a:lnSpc>
                <a:spcPct val="120000"/>
              </a:lnSpc>
            </a:pPr>
            <a:r>
              <a:rPr lang="en-US" altLang="ko-KR" sz="4400" b="1" dirty="0">
                <a:solidFill>
                  <a:srgbClr val="000000"/>
                </a:solidFill>
                <a:latin typeface="맑은 고딕" charset="0"/>
                <a:ea typeface="맑은 고딕" charset="0"/>
              </a:rPr>
              <a:t>who was conceived by the Holy Spirit,</a:t>
            </a:r>
          </a:p>
          <a:p>
            <a:pPr algn="ctr" eaLnBrk="1" latinLnBrk="1" hangingPunct="1">
              <a:lnSpc>
                <a:spcPct val="120000"/>
              </a:lnSpc>
            </a:pPr>
            <a:r>
              <a:rPr lang="en-US" altLang="ko-KR" sz="4400" b="1" dirty="0">
                <a:solidFill>
                  <a:srgbClr val="000000"/>
                </a:solidFill>
                <a:latin typeface="맑은 고딕" charset="0"/>
                <a:ea typeface="맑은 고딕" charset="0"/>
              </a:rPr>
              <a:t>born of the Virgin Mary,</a:t>
            </a:r>
          </a:p>
        </p:txBody>
      </p:sp>
    </p:spTree>
    <p:extLst>
      <p:ext uri="{BB962C8B-B14F-4D97-AF65-F5344CB8AC3E}">
        <p14:creationId xmlns:p14="http://schemas.microsoft.com/office/powerpoint/2010/main" val="17007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8306" name="직사각형 5"/>
          <p:cNvSpPr>
            <a:spLocks noChangeArrowheads="1"/>
          </p:cNvSpPr>
          <p:nvPr/>
        </p:nvSpPr>
        <p:spPr bwMode="auto">
          <a:xfrm>
            <a:off x="0" y="188640"/>
            <a:ext cx="12192000" cy="4074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algn="ctr" eaLnBrk="1" latinLnBrk="1" hangingPunct="1">
              <a:lnSpc>
                <a:spcPct val="120000"/>
              </a:lnSpc>
            </a:pPr>
            <a:r>
              <a:rPr lang="ko-KR" altLang="en-US" sz="4400" b="1" dirty="0">
                <a:solidFill>
                  <a:srgbClr val="000000"/>
                </a:solidFill>
                <a:latin typeface="맑은 고딕" charset="0"/>
                <a:ea typeface="맑은 고딕" charset="0"/>
              </a:rPr>
              <a:t>본디오 빌라도에게 고난을 </a:t>
            </a:r>
            <a:r>
              <a:rPr lang="ko-KR" altLang="en-US" sz="4400" b="1" dirty="0" err="1">
                <a:solidFill>
                  <a:srgbClr val="000000"/>
                </a:solidFill>
                <a:latin typeface="맑은 고딕" charset="0"/>
                <a:ea typeface="맑은 고딕" charset="0"/>
              </a:rPr>
              <a:t>받으사</a:t>
            </a:r>
            <a:r>
              <a:rPr lang="en-US" altLang="ko-KR" sz="4400" b="1" dirty="0">
                <a:solidFill>
                  <a:srgbClr val="000000"/>
                </a:solidFill>
                <a:latin typeface="맑은 고딕" charset="0"/>
                <a:ea typeface="맑은 고딕" charset="0"/>
              </a:rPr>
              <a:t>,</a:t>
            </a:r>
          </a:p>
          <a:p>
            <a:pPr algn="ctr" eaLnBrk="1" latinLnBrk="1" hangingPunct="1">
              <a:lnSpc>
                <a:spcPct val="120000"/>
              </a:lnSpc>
            </a:pPr>
            <a:r>
              <a:rPr lang="ko-KR" altLang="en-US" sz="4400" b="1" dirty="0">
                <a:solidFill>
                  <a:srgbClr val="000000"/>
                </a:solidFill>
                <a:latin typeface="맑은 고딕" charset="0"/>
                <a:ea typeface="맑은 고딕" charset="0"/>
              </a:rPr>
              <a:t>십자가에 못박혀 죽으시고</a:t>
            </a:r>
            <a:endParaRPr lang="en-US" altLang="ko-KR" sz="4400" b="1" dirty="0">
              <a:solidFill>
                <a:srgbClr val="000000"/>
              </a:solidFill>
              <a:latin typeface="맑은 고딕" charset="0"/>
              <a:ea typeface="맑은 고딕" charset="0"/>
            </a:endParaRPr>
          </a:p>
          <a:p>
            <a:pPr algn="ctr" eaLnBrk="1" latinLnBrk="1" hangingPunct="1">
              <a:lnSpc>
                <a:spcPct val="120000"/>
              </a:lnSpc>
            </a:pPr>
            <a:endParaRPr lang="en-US" altLang="ko-KR" sz="4400" b="1" dirty="0">
              <a:solidFill>
                <a:srgbClr val="000000"/>
              </a:solidFill>
              <a:latin typeface="맑은 고딕" charset="0"/>
              <a:ea typeface="맑은 고딕" charset="0"/>
            </a:endParaRPr>
          </a:p>
          <a:p>
            <a:pPr algn="ctr" eaLnBrk="1" latinLnBrk="1" hangingPunct="1">
              <a:lnSpc>
                <a:spcPct val="120000"/>
              </a:lnSpc>
            </a:pPr>
            <a:r>
              <a:rPr lang="en-US" altLang="ko-KR" sz="4400" b="1" dirty="0">
                <a:solidFill>
                  <a:srgbClr val="000000"/>
                </a:solidFill>
                <a:latin typeface="맑은 고딕" charset="0"/>
                <a:ea typeface="맑은 고딕" charset="0"/>
              </a:rPr>
              <a:t>suffered under Pontius Pilate,</a:t>
            </a:r>
          </a:p>
          <a:p>
            <a:pPr algn="ctr" eaLnBrk="1" latinLnBrk="1" hangingPunct="1">
              <a:lnSpc>
                <a:spcPct val="120000"/>
              </a:lnSpc>
            </a:pPr>
            <a:r>
              <a:rPr lang="en-US" altLang="ko-KR" sz="4400" b="1" dirty="0">
                <a:solidFill>
                  <a:srgbClr val="000000"/>
                </a:solidFill>
                <a:latin typeface="맑은 고딕" charset="0"/>
                <a:ea typeface="맑은 고딕" charset="0"/>
              </a:rPr>
              <a:t>was crucified, dead, and buried;</a:t>
            </a:r>
          </a:p>
        </p:txBody>
      </p:sp>
    </p:spTree>
    <p:extLst>
      <p:ext uri="{BB962C8B-B14F-4D97-AF65-F5344CB8AC3E}">
        <p14:creationId xmlns:p14="http://schemas.microsoft.com/office/powerpoint/2010/main" val="1072580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8306" name="직사각형 5"/>
          <p:cNvSpPr>
            <a:spLocks noChangeArrowheads="1"/>
          </p:cNvSpPr>
          <p:nvPr/>
        </p:nvSpPr>
        <p:spPr bwMode="auto">
          <a:xfrm>
            <a:off x="0" y="188640"/>
            <a:ext cx="12192000" cy="4887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algn="ctr" eaLnBrk="1" latinLnBrk="1" hangingPunct="1">
              <a:lnSpc>
                <a:spcPct val="120000"/>
              </a:lnSpc>
            </a:pPr>
            <a:r>
              <a:rPr lang="ko-KR" altLang="en-US" sz="4400" b="1" dirty="0">
                <a:solidFill>
                  <a:srgbClr val="000000"/>
                </a:solidFill>
                <a:latin typeface="맑은 고딕" charset="0"/>
                <a:ea typeface="맑은 고딕" charset="0"/>
              </a:rPr>
              <a:t>장사한 지 사흘 만에</a:t>
            </a:r>
            <a:endParaRPr lang="en-US" altLang="ko-KR" sz="4400" b="1" dirty="0">
              <a:solidFill>
                <a:srgbClr val="000000"/>
              </a:solidFill>
              <a:latin typeface="맑은 고딕" charset="0"/>
              <a:ea typeface="맑은 고딕" charset="0"/>
            </a:endParaRPr>
          </a:p>
          <a:p>
            <a:pPr algn="ctr" eaLnBrk="1" latinLnBrk="1" hangingPunct="1">
              <a:lnSpc>
                <a:spcPct val="120000"/>
              </a:lnSpc>
            </a:pPr>
            <a:r>
              <a:rPr lang="ko-KR" altLang="en-US" sz="4400" b="1" dirty="0">
                <a:solidFill>
                  <a:srgbClr val="000000"/>
                </a:solidFill>
                <a:latin typeface="맑은 고딕" charset="0"/>
                <a:ea typeface="맑은 고딕" charset="0"/>
              </a:rPr>
              <a:t>죽은 자 가운데서 다시 살아나시며</a:t>
            </a:r>
            <a:endParaRPr lang="en-US" altLang="ko-KR" sz="4400" b="1" dirty="0">
              <a:solidFill>
                <a:srgbClr val="000000"/>
              </a:solidFill>
              <a:latin typeface="맑은 고딕" charset="0"/>
              <a:ea typeface="맑은 고딕" charset="0"/>
            </a:endParaRPr>
          </a:p>
          <a:p>
            <a:pPr algn="ctr" eaLnBrk="1" latinLnBrk="1" hangingPunct="1">
              <a:lnSpc>
                <a:spcPct val="120000"/>
              </a:lnSpc>
            </a:pPr>
            <a:endParaRPr lang="en-US" altLang="ko-KR" sz="4400" b="1" dirty="0">
              <a:solidFill>
                <a:srgbClr val="000000"/>
              </a:solidFill>
              <a:latin typeface="맑은 고딕" charset="0"/>
              <a:ea typeface="맑은 고딕" charset="0"/>
            </a:endParaRPr>
          </a:p>
          <a:p>
            <a:pPr algn="ctr" eaLnBrk="1" latinLnBrk="1" hangingPunct="1">
              <a:lnSpc>
                <a:spcPct val="120000"/>
              </a:lnSpc>
            </a:pPr>
            <a:r>
              <a:rPr lang="en-US" altLang="ko-KR" sz="4400" b="1" dirty="0">
                <a:solidFill>
                  <a:srgbClr val="000000"/>
                </a:solidFill>
                <a:latin typeface="맑은 고딕" charset="0"/>
                <a:ea typeface="맑은 고딕" charset="0"/>
              </a:rPr>
              <a:t>He descended into hell,</a:t>
            </a:r>
          </a:p>
          <a:p>
            <a:pPr algn="ctr" eaLnBrk="1" latinLnBrk="1" hangingPunct="1">
              <a:lnSpc>
                <a:spcPct val="120000"/>
              </a:lnSpc>
            </a:pPr>
            <a:r>
              <a:rPr lang="en-US" altLang="ko-KR" sz="4400" b="1" dirty="0">
                <a:solidFill>
                  <a:srgbClr val="000000"/>
                </a:solidFill>
                <a:latin typeface="맑은 고딕" charset="0"/>
                <a:ea typeface="맑은 고딕" charset="0"/>
              </a:rPr>
              <a:t>The third day He rose again from</a:t>
            </a:r>
          </a:p>
          <a:p>
            <a:pPr algn="ctr" eaLnBrk="1" latinLnBrk="1" hangingPunct="1">
              <a:lnSpc>
                <a:spcPct val="120000"/>
              </a:lnSpc>
            </a:pPr>
            <a:r>
              <a:rPr lang="en-US" altLang="ko-KR" sz="4400" b="1" dirty="0">
                <a:solidFill>
                  <a:srgbClr val="000000"/>
                </a:solidFill>
                <a:latin typeface="맑은 고딕" charset="0"/>
                <a:ea typeface="맑은 고딕" charset="0"/>
              </a:rPr>
              <a:t>the dead;</a:t>
            </a:r>
            <a:endParaRPr lang="ko-KR" altLang="en-US" sz="4400" b="1" dirty="0">
              <a:solidFill>
                <a:srgbClr val="000000"/>
              </a:solidFill>
              <a:latin typeface="맑은 고딕" charset="0"/>
              <a:ea typeface="맑은 고딕" charset="0"/>
            </a:endParaRPr>
          </a:p>
        </p:txBody>
      </p:sp>
    </p:spTree>
    <p:extLst>
      <p:ext uri="{BB962C8B-B14F-4D97-AF65-F5344CB8AC3E}">
        <p14:creationId xmlns:p14="http://schemas.microsoft.com/office/powerpoint/2010/main" val="912228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8306" name="직사각형 5"/>
          <p:cNvSpPr>
            <a:spLocks noChangeArrowheads="1"/>
          </p:cNvSpPr>
          <p:nvPr/>
        </p:nvSpPr>
        <p:spPr bwMode="auto">
          <a:xfrm>
            <a:off x="0" y="188640"/>
            <a:ext cx="12192000" cy="4887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algn="ctr" eaLnBrk="1" latinLnBrk="1" hangingPunct="1">
              <a:lnSpc>
                <a:spcPct val="120000"/>
              </a:lnSpc>
            </a:pPr>
            <a:r>
              <a:rPr lang="ko-KR" altLang="en-US" sz="4400" b="1" dirty="0">
                <a:solidFill>
                  <a:srgbClr val="000000"/>
                </a:solidFill>
                <a:latin typeface="맑은 고딕" charset="0"/>
                <a:ea typeface="맑은 고딕" charset="0"/>
              </a:rPr>
              <a:t>하늘에 </a:t>
            </a:r>
            <a:r>
              <a:rPr lang="ko-KR" altLang="en-US" sz="4400" b="1" dirty="0" err="1">
                <a:solidFill>
                  <a:srgbClr val="000000"/>
                </a:solidFill>
                <a:latin typeface="맑은 고딕" charset="0"/>
                <a:ea typeface="맑은 고딕" charset="0"/>
              </a:rPr>
              <a:t>오르사</a:t>
            </a:r>
            <a:r>
              <a:rPr lang="en-US" altLang="ko-KR" sz="4400" b="1" dirty="0">
                <a:solidFill>
                  <a:srgbClr val="000000"/>
                </a:solidFill>
                <a:latin typeface="맑은 고딕" charset="0"/>
                <a:ea typeface="맑은 고딕" charset="0"/>
              </a:rPr>
              <a:t>,</a:t>
            </a:r>
          </a:p>
          <a:p>
            <a:pPr algn="ctr" eaLnBrk="1" latinLnBrk="1" hangingPunct="1">
              <a:lnSpc>
                <a:spcPct val="120000"/>
              </a:lnSpc>
            </a:pPr>
            <a:r>
              <a:rPr lang="ko-KR" altLang="en-US" sz="4400" b="1" dirty="0">
                <a:solidFill>
                  <a:srgbClr val="000000"/>
                </a:solidFill>
                <a:latin typeface="맑은 고딕" charset="0"/>
                <a:ea typeface="맑은 고딕" charset="0"/>
              </a:rPr>
              <a:t>전능하신 하나님 우편에 앉아 계시다가</a:t>
            </a:r>
            <a:endParaRPr lang="en-US" altLang="ko-KR" sz="4400" b="1" dirty="0">
              <a:solidFill>
                <a:srgbClr val="000000"/>
              </a:solidFill>
              <a:latin typeface="맑은 고딕" charset="0"/>
              <a:ea typeface="맑은 고딕" charset="0"/>
            </a:endParaRPr>
          </a:p>
          <a:p>
            <a:pPr algn="ctr" eaLnBrk="1" latinLnBrk="1" hangingPunct="1">
              <a:lnSpc>
                <a:spcPct val="120000"/>
              </a:lnSpc>
            </a:pPr>
            <a:endParaRPr lang="en-US" altLang="ko-KR" sz="4400" b="1" dirty="0">
              <a:solidFill>
                <a:srgbClr val="000000"/>
              </a:solidFill>
              <a:latin typeface="맑은 고딕" charset="0"/>
              <a:ea typeface="맑은 고딕" charset="0"/>
            </a:endParaRPr>
          </a:p>
          <a:p>
            <a:pPr algn="ctr" eaLnBrk="1" latinLnBrk="1" hangingPunct="1">
              <a:lnSpc>
                <a:spcPct val="120000"/>
              </a:lnSpc>
            </a:pPr>
            <a:r>
              <a:rPr lang="en-US" altLang="ko-KR" sz="4400" b="1" dirty="0">
                <a:solidFill>
                  <a:srgbClr val="000000"/>
                </a:solidFill>
                <a:latin typeface="맑은 고딕" charset="0"/>
                <a:ea typeface="맑은 고딕" charset="0"/>
              </a:rPr>
              <a:t>He ascended into heaven,</a:t>
            </a:r>
          </a:p>
          <a:p>
            <a:pPr algn="ctr" eaLnBrk="1" latinLnBrk="1" hangingPunct="1">
              <a:lnSpc>
                <a:spcPct val="120000"/>
              </a:lnSpc>
            </a:pPr>
            <a:r>
              <a:rPr lang="en-US" altLang="ko-KR" sz="4400" b="1" dirty="0">
                <a:solidFill>
                  <a:srgbClr val="000000"/>
                </a:solidFill>
                <a:latin typeface="맑은 고딕" charset="0"/>
                <a:ea typeface="맑은 고딕" charset="0"/>
              </a:rPr>
              <a:t>and </a:t>
            </a:r>
            <a:r>
              <a:rPr lang="en-US" altLang="ko-KR" sz="4400" b="1" dirty="0" err="1">
                <a:solidFill>
                  <a:srgbClr val="000000"/>
                </a:solidFill>
                <a:latin typeface="맑은 고딕" charset="0"/>
                <a:ea typeface="맑은 고딕" charset="0"/>
              </a:rPr>
              <a:t>sitteth</a:t>
            </a:r>
            <a:r>
              <a:rPr lang="en-US" altLang="ko-KR" sz="4400" b="1" dirty="0">
                <a:solidFill>
                  <a:srgbClr val="000000"/>
                </a:solidFill>
                <a:latin typeface="맑은 고딕" charset="0"/>
                <a:ea typeface="맑은 고딕" charset="0"/>
              </a:rPr>
              <a:t> on the right hand</a:t>
            </a:r>
          </a:p>
          <a:p>
            <a:pPr algn="ctr" eaLnBrk="1" latinLnBrk="1" hangingPunct="1">
              <a:lnSpc>
                <a:spcPct val="120000"/>
              </a:lnSpc>
            </a:pPr>
            <a:r>
              <a:rPr lang="en-US" altLang="ko-KR" sz="4400" b="1" dirty="0">
                <a:solidFill>
                  <a:srgbClr val="000000"/>
                </a:solidFill>
                <a:latin typeface="맑은 고딕" charset="0"/>
                <a:ea typeface="맑은 고딕" charset="0"/>
              </a:rPr>
              <a:t>of God the Father Almighty;</a:t>
            </a:r>
            <a:endParaRPr lang="ko-KR" altLang="en-US" sz="4400" b="1" dirty="0">
              <a:solidFill>
                <a:srgbClr val="000000"/>
              </a:solidFill>
              <a:latin typeface="맑은 고딕" charset="0"/>
              <a:ea typeface="맑은 고딕" charset="0"/>
            </a:endParaRPr>
          </a:p>
        </p:txBody>
      </p:sp>
    </p:spTree>
    <p:extLst>
      <p:ext uri="{BB962C8B-B14F-4D97-AF65-F5344CB8AC3E}">
        <p14:creationId xmlns:p14="http://schemas.microsoft.com/office/powerpoint/2010/main" val="1209304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9330" name="직사각형 5"/>
          <p:cNvSpPr>
            <a:spLocks noChangeArrowheads="1"/>
          </p:cNvSpPr>
          <p:nvPr/>
        </p:nvSpPr>
        <p:spPr bwMode="auto">
          <a:xfrm>
            <a:off x="0" y="116632"/>
            <a:ext cx="12192000" cy="4074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algn="ctr" eaLnBrk="1" latinLnBrk="1" hangingPunct="1">
              <a:lnSpc>
                <a:spcPct val="120000"/>
              </a:lnSpc>
            </a:pPr>
            <a:r>
              <a:rPr lang="ko-KR" altLang="en-US" sz="4400" b="1" dirty="0">
                <a:solidFill>
                  <a:srgbClr val="000000"/>
                </a:solidFill>
                <a:latin typeface="맑은 고딕" charset="0"/>
                <a:ea typeface="맑은 고딕" charset="0"/>
              </a:rPr>
              <a:t>거기로부터 </a:t>
            </a:r>
            <a:r>
              <a:rPr lang="en-US" altLang="ko-KR" sz="4400" b="1" dirty="0">
                <a:solidFill>
                  <a:srgbClr val="000000"/>
                </a:solidFill>
                <a:latin typeface="맑은 고딕" charset="0"/>
                <a:ea typeface="맑은 고딕" charset="0"/>
              </a:rPr>
              <a:t>(</a:t>
            </a:r>
            <a:r>
              <a:rPr lang="ko-KR" altLang="en-US" sz="4400" b="1" dirty="0">
                <a:solidFill>
                  <a:srgbClr val="000000"/>
                </a:solidFill>
                <a:latin typeface="맑은 고딕" charset="0"/>
                <a:ea typeface="맑은 고딕" charset="0"/>
              </a:rPr>
              <a:t>저리로서</a:t>
            </a:r>
            <a:r>
              <a:rPr lang="en-US" altLang="ko-KR" sz="4400" b="1" dirty="0">
                <a:solidFill>
                  <a:srgbClr val="000000"/>
                </a:solidFill>
                <a:latin typeface="맑은 고딕" charset="0"/>
                <a:ea typeface="맑은 고딕" charset="0"/>
              </a:rPr>
              <a:t>)</a:t>
            </a:r>
            <a:r>
              <a:rPr lang="ko-KR" altLang="en-US" sz="4400" b="1" dirty="0">
                <a:solidFill>
                  <a:srgbClr val="000000"/>
                </a:solidFill>
                <a:latin typeface="맑은 고딕" charset="0"/>
                <a:ea typeface="맑은 고딕" charset="0"/>
              </a:rPr>
              <a:t> 산 자와 죽은 자를</a:t>
            </a:r>
            <a:endParaRPr lang="en-US" altLang="ko-KR" sz="4400" b="1" dirty="0">
              <a:solidFill>
                <a:srgbClr val="000000"/>
              </a:solidFill>
              <a:latin typeface="맑은 고딕" charset="0"/>
              <a:ea typeface="맑은 고딕" charset="0"/>
            </a:endParaRPr>
          </a:p>
          <a:p>
            <a:pPr algn="ctr" eaLnBrk="1" latinLnBrk="1" hangingPunct="1">
              <a:lnSpc>
                <a:spcPct val="120000"/>
              </a:lnSpc>
            </a:pPr>
            <a:r>
              <a:rPr lang="ko-KR" altLang="en-US" sz="4400" b="1" dirty="0">
                <a:solidFill>
                  <a:srgbClr val="000000"/>
                </a:solidFill>
                <a:latin typeface="맑은 고딕" charset="0"/>
                <a:ea typeface="맑은 고딕" charset="0"/>
              </a:rPr>
              <a:t>심판하러</a:t>
            </a:r>
            <a:r>
              <a:rPr lang="en-US" altLang="ko-KR" sz="4400" b="1" dirty="0">
                <a:solidFill>
                  <a:srgbClr val="000000"/>
                </a:solidFill>
                <a:latin typeface="맑은 고딕" charset="0"/>
                <a:ea typeface="맑은 고딕" charset="0"/>
              </a:rPr>
              <a:t> </a:t>
            </a:r>
            <a:r>
              <a:rPr lang="ko-KR" altLang="en-US" sz="4400" b="1" dirty="0">
                <a:solidFill>
                  <a:srgbClr val="000000"/>
                </a:solidFill>
                <a:latin typeface="맑은 고딕" charset="0"/>
                <a:ea typeface="맑은 고딕" charset="0"/>
              </a:rPr>
              <a:t>오시리라</a:t>
            </a:r>
            <a:r>
              <a:rPr lang="en-US" altLang="ko-KR" sz="4400" b="1" dirty="0">
                <a:solidFill>
                  <a:srgbClr val="000000"/>
                </a:solidFill>
                <a:latin typeface="맑은 고딕" charset="0"/>
                <a:ea typeface="맑은 고딕" charset="0"/>
              </a:rPr>
              <a:t>.</a:t>
            </a:r>
          </a:p>
          <a:p>
            <a:pPr algn="ctr" eaLnBrk="1" latinLnBrk="1" hangingPunct="1">
              <a:lnSpc>
                <a:spcPct val="120000"/>
              </a:lnSpc>
            </a:pPr>
            <a:endParaRPr lang="en-US" altLang="ko-KR" sz="4400" b="1" dirty="0">
              <a:solidFill>
                <a:srgbClr val="000000"/>
              </a:solidFill>
              <a:latin typeface="맑은 고딕" charset="0"/>
              <a:ea typeface="맑은 고딕" charset="0"/>
            </a:endParaRPr>
          </a:p>
          <a:p>
            <a:pPr algn="ctr" eaLnBrk="1" latinLnBrk="1" hangingPunct="1">
              <a:lnSpc>
                <a:spcPct val="120000"/>
              </a:lnSpc>
            </a:pPr>
            <a:r>
              <a:rPr lang="en-US" altLang="ko-KR" sz="4400" b="1" dirty="0">
                <a:solidFill>
                  <a:srgbClr val="000000"/>
                </a:solidFill>
                <a:latin typeface="맑은 고딕" charset="0"/>
                <a:ea typeface="맑은 고딕" charset="0"/>
              </a:rPr>
              <a:t>from thence He shall come to judge</a:t>
            </a:r>
          </a:p>
          <a:p>
            <a:pPr algn="ctr" eaLnBrk="1" latinLnBrk="1" hangingPunct="1">
              <a:lnSpc>
                <a:spcPct val="120000"/>
              </a:lnSpc>
            </a:pPr>
            <a:r>
              <a:rPr lang="en-US" altLang="ko-KR" sz="4400" b="1" dirty="0">
                <a:solidFill>
                  <a:srgbClr val="000000"/>
                </a:solidFill>
                <a:latin typeface="맑은 고딕" charset="0"/>
                <a:ea typeface="맑은 고딕" charset="0"/>
              </a:rPr>
              <a:t>the living and the dead.</a:t>
            </a:r>
            <a:endParaRPr lang="ko-KR" altLang="en-US" sz="4400" b="1" dirty="0">
              <a:solidFill>
                <a:srgbClr val="000000"/>
              </a:solidFill>
              <a:latin typeface="맑은 고딕" charset="0"/>
              <a:ea typeface="맑은 고딕" charset="0"/>
            </a:endParaRPr>
          </a:p>
        </p:txBody>
      </p:sp>
    </p:spTree>
    <p:extLst>
      <p:ext uri="{BB962C8B-B14F-4D97-AF65-F5344CB8AC3E}">
        <p14:creationId xmlns:p14="http://schemas.microsoft.com/office/powerpoint/2010/main" val="184338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9330" name="직사각형 5"/>
          <p:cNvSpPr>
            <a:spLocks noChangeArrowheads="1"/>
          </p:cNvSpPr>
          <p:nvPr/>
        </p:nvSpPr>
        <p:spPr bwMode="auto">
          <a:xfrm>
            <a:off x="0" y="116632"/>
            <a:ext cx="12192000" cy="569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algn="ctr" eaLnBrk="1" latinLnBrk="1" hangingPunct="1">
              <a:lnSpc>
                <a:spcPct val="120000"/>
              </a:lnSpc>
            </a:pPr>
            <a:r>
              <a:rPr lang="ko-KR" altLang="en-US" sz="4400" b="1" dirty="0">
                <a:solidFill>
                  <a:srgbClr val="000000"/>
                </a:solidFill>
                <a:latin typeface="맑은 고딕" charset="0"/>
                <a:ea typeface="맑은 고딕" charset="0"/>
              </a:rPr>
              <a:t>성령을 믿사오며</a:t>
            </a:r>
            <a:r>
              <a:rPr lang="en-US" altLang="ko-KR" sz="4400" b="1" dirty="0">
                <a:solidFill>
                  <a:srgbClr val="000000"/>
                </a:solidFill>
                <a:latin typeface="맑은 고딕" charset="0"/>
                <a:ea typeface="맑은 고딕" charset="0"/>
              </a:rPr>
              <a:t>, </a:t>
            </a:r>
            <a:br>
              <a:rPr lang="en-US" altLang="ko-KR" sz="4400" b="1" dirty="0">
                <a:solidFill>
                  <a:srgbClr val="000000"/>
                </a:solidFill>
                <a:latin typeface="맑은 고딕" charset="0"/>
                <a:ea typeface="맑은 고딕" charset="0"/>
              </a:rPr>
            </a:br>
            <a:r>
              <a:rPr lang="ko-KR" altLang="en-US" sz="4400" b="1" dirty="0">
                <a:solidFill>
                  <a:srgbClr val="000000"/>
                </a:solidFill>
                <a:latin typeface="맑은 고딕" charset="0"/>
                <a:ea typeface="맑은 고딕" charset="0"/>
              </a:rPr>
              <a:t>거룩한 공회와</a:t>
            </a:r>
            <a:r>
              <a:rPr lang="en-US" altLang="ko-KR" sz="4400" b="1" dirty="0">
                <a:solidFill>
                  <a:srgbClr val="000000"/>
                </a:solidFill>
                <a:latin typeface="맑은 고딕" charset="0"/>
                <a:ea typeface="맑은 고딕" charset="0"/>
              </a:rPr>
              <a:t>,</a:t>
            </a:r>
          </a:p>
          <a:p>
            <a:pPr algn="ctr" eaLnBrk="1" latinLnBrk="1" hangingPunct="1">
              <a:lnSpc>
                <a:spcPct val="120000"/>
              </a:lnSpc>
            </a:pPr>
            <a:r>
              <a:rPr lang="ko-KR" altLang="en-US" sz="4400" b="1" dirty="0">
                <a:solidFill>
                  <a:srgbClr val="000000"/>
                </a:solidFill>
                <a:latin typeface="맑은 고딕" charset="0"/>
                <a:ea typeface="맑은 고딕" charset="0"/>
              </a:rPr>
              <a:t>성도가 서로 교통하는 것과</a:t>
            </a:r>
            <a:r>
              <a:rPr lang="en-US" altLang="ko-KR" sz="4400" b="1" dirty="0">
                <a:solidFill>
                  <a:srgbClr val="000000"/>
                </a:solidFill>
                <a:latin typeface="맑은 고딕" charset="0"/>
                <a:ea typeface="맑은 고딕" charset="0"/>
              </a:rPr>
              <a:t>,</a:t>
            </a:r>
          </a:p>
          <a:p>
            <a:pPr algn="ctr" eaLnBrk="1" latinLnBrk="1" hangingPunct="1">
              <a:lnSpc>
                <a:spcPct val="120000"/>
              </a:lnSpc>
            </a:pPr>
            <a:endParaRPr lang="en-US" altLang="ko-KR" sz="4400" b="1" dirty="0">
              <a:solidFill>
                <a:srgbClr val="000000"/>
              </a:solidFill>
              <a:latin typeface="맑은 고딕" charset="0"/>
              <a:ea typeface="맑은 고딕" charset="0"/>
            </a:endParaRPr>
          </a:p>
          <a:p>
            <a:pPr algn="ctr" eaLnBrk="1" latinLnBrk="1" hangingPunct="1">
              <a:lnSpc>
                <a:spcPct val="120000"/>
              </a:lnSpc>
            </a:pPr>
            <a:r>
              <a:rPr lang="en-US" altLang="ko-KR" sz="4400" b="1" dirty="0">
                <a:solidFill>
                  <a:srgbClr val="000000"/>
                </a:solidFill>
                <a:latin typeface="맑은 고딕" charset="0"/>
                <a:ea typeface="맑은 고딕" charset="0"/>
              </a:rPr>
              <a:t>I believe in the Holy Spirit;</a:t>
            </a:r>
          </a:p>
          <a:p>
            <a:pPr algn="ctr" eaLnBrk="1" latinLnBrk="1" hangingPunct="1">
              <a:lnSpc>
                <a:spcPct val="120000"/>
              </a:lnSpc>
            </a:pPr>
            <a:r>
              <a:rPr lang="en-US" altLang="ko-KR" sz="4400" b="1" dirty="0">
                <a:solidFill>
                  <a:srgbClr val="000000"/>
                </a:solidFill>
                <a:latin typeface="맑은 고딕" charset="0"/>
                <a:ea typeface="맑은 고딕" charset="0"/>
              </a:rPr>
              <a:t>The Holy universal church;</a:t>
            </a:r>
          </a:p>
          <a:p>
            <a:pPr algn="ctr" eaLnBrk="1" latinLnBrk="1" hangingPunct="1">
              <a:lnSpc>
                <a:spcPct val="120000"/>
              </a:lnSpc>
            </a:pPr>
            <a:r>
              <a:rPr lang="en-US" altLang="ko-KR" sz="4400" b="1" dirty="0">
                <a:solidFill>
                  <a:srgbClr val="000000"/>
                </a:solidFill>
                <a:latin typeface="맑은 고딕" charset="0"/>
                <a:ea typeface="맑은 고딕" charset="0"/>
              </a:rPr>
              <a:t>The Communion of Saints;</a:t>
            </a:r>
            <a:endParaRPr lang="ko-KR" altLang="en-US" sz="4400" b="1" dirty="0">
              <a:solidFill>
                <a:srgbClr val="000000"/>
              </a:solidFill>
              <a:latin typeface="맑은 고딕" charset="0"/>
              <a:ea typeface="맑은 고딕" charset="0"/>
            </a:endParaRPr>
          </a:p>
        </p:txBody>
      </p:sp>
    </p:spTree>
    <p:extLst>
      <p:ext uri="{BB962C8B-B14F-4D97-AF65-F5344CB8AC3E}">
        <p14:creationId xmlns:p14="http://schemas.microsoft.com/office/powerpoint/2010/main" val="4027852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9330" name="직사각형 5"/>
          <p:cNvSpPr>
            <a:spLocks noChangeArrowheads="1"/>
          </p:cNvSpPr>
          <p:nvPr/>
        </p:nvSpPr>
        <p:spPr bwMode="auto">
          <a:xfrm>
            <a:off x="0" y="116632"/>
            <a:ext cx="12192000" cy="569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algn="ctr" eaLnBrk="1" latinLnBrk="1" hangingPunct="1">
              <a:lnSpc>
                <a:spcPct val="120000"/>
              </a:lnSpc>
            </a:pPr>
            <a:r>
              <a:rPr lang="ko-KR" altLang="en-US" sz="4400" b="1" dirty="0">
                <a:solidFill>
                  <a:srgbClr val="000000"/>
                </a:solidFill>
                <a:latin typeface="맑은 고딕" charset="0"/>
                <a:ea typeface="맑은 고딕" charset="0"/>
              </a:rPr>
              <a:t>죄를 사하여 주시는 것과</a:t>
            </a:r>
            <a:r>
              <a:rPr lang="en-US" altLang="ko-KR" sz="4400" b="1" dirty="0">
                <a:solidFill>
                  <a:srgbClr val="000000"/>
                </a:solidFill>
                <a:latin typeface="맑은 고딕" charset="0"/>
                <a:ea typeface="맑은 고딕" charset="0"/>
              </a:rPr>
              <a:t>,</a:t>
            </a:r>
          </a:p>
          <a:p>
            <a:pPr algn="ctr" eaLnBrk="1" latinLnBrk="1" hangingPunct="1">
              <a:lnSpc>
                <a:spcPct val="120000"/>
              </a:lnSpc>
            </a:pPr>
            <a:r>
              <a:rPr lang="ko-KR" altLang="en-US" sz="4400" b="1" dirty="0">
                <a:solidFill>
                  <a:srgbClr val="000000"/>
                </a:solidFill>
                <a:latin typeface="맑은 고딕" charset="0"/>
                <a:ea typeface="맑은 고딕" charset="0"/>
              </a:rPr>
              <a:t>몸이 다시 사는 것과</a:t>
            </a:r>
            <a:r>
              <a:rPr lang="en-US" altLang="ko-KR" sz="4400" b="1" dirty="0">
                <a:solidFill>
                  <a:srgbClr val="000000"/>
                </a:solidFill>
                <a:latin typeface="맑은 고딕" charset="0"/>
                <a:ea typeface="맑은 고딕" charset="0"/>
              </a:rPr>
              <a:t>,</a:t>
            </a:r>
          </a:p>
          <a:p>
            <a:pPr algn="ctr" eaLnBrk="1" latinLnBrk="1" hangingPunct="1">
              <a:lnSpc>
                <a:spcPct val="120000"/>
              </a:lnSpc>
            </a:pPr>
            <a:r>
              <a:rPr lang="ko-KR" altLang="en-US" sz="4400" b="1" dirty="0">
                <a:solidFill>
                  <a:srgbClr val="000000"/>
                </a:solidFill>
                <a:latin typeface="맑은 고딕" charset="0"/>
                <a:ea typeface="맑은 고딕" charset="0"/>
              </a:rPr>
              <a:t>영원히 사는 것을 믿사옵나이다</a:t>
            </a:r>
            <a:r>
              <a:rPr lang="en-US" altLang="ko-KR" sz="4400" b="1" dirty="0">
                <a:solidFill>
                  <a:srgbClr val="000000"/>
                </a:solidFill>
                <a:latin typeface="맑은 고딕" charset="0"/>
                <a:ea typeface="맑은 고딕" charset="0"/>
              </a:rPr>
              <a:t>. </a:t>
            </a:r>
            <a:r>
              <a:rPr lang="ko-KR" altLang="en-US" sz="4400" b="1" dirty="0">
                <a:solidFill>
                  <a:srgbClr val="000000"/>
                </a:solidFill>
                <a:latin typeface="맑은 고딕" charset="0"/>
                <a:ea typeface="맑은 고딕" charset="0"/>
              </a:rPr>
              <a:t>아멘</a:t>
            </a:r>
            <a:r>
              <a:rPr lang="en-US" altLang="ko-KR" sz="4400" b="1" dirty="0">
                <a:solidFill>
                  <a:srgbClr val="000000"/>
                </a:solidFill>
                <a:latin typeface="맑은 고딕" charset="0"/>
                <a:ea typeface="맑은 고딕" charset="0"/>
              </a:rPr>
              <a:t>.</a:t>
            </a:r>
          </a:p>
          <a:p>
            <a:pPr algn="ctr" eaLnBrk="1" latinLnBrk="1" hangingPunct="1">
              <a:lnSpc>
                <a:spcPct val="120000"/>
              </a:lnSpc>
            </a:pPr>
            <a:endParaRPr lang="en-US" altLang="ko-KR" sz="4400" b="1" dirty="0">
              <a:solidFill>
                <a:srgbClr val="000000"/>
              </a:solidFill>
              <a:latin typeface="맑은 고딕" charset="0"/>
              <a:ea typeface="맑은 고딕" charset="0"/>
            </a:endParaRPr>
          </a:p>
          <a:p>
            <a:pPr algn="ctr" eaLnBrk="1" latinLnBrk="1" hangingPunct="1">
              <a:lnSpc>
                <a:spcPct val="120000"/>
              </a:lnSpc>
            </a:pPr>
            <a:r>
              <a:rPr lang="en-US" altLang="ko-KR" sz="4400" b="1" dirty="0">
                <a:solidFill>
                  <a:srgbClr val="000000"/>
                </a:solidFill>
                <a:latin typeface="맑은 고딕" charset="0"/>
                <a:ea typeface="맑은 고딕" charset="0"/>
              </a:rPr>
              <a:t>The forgiveness of sins</a:t>
            </a:r>
          </a:p>
          <a:p>
            <a:pPr algn="ctr" eaLnBrk="1" latinLnBrk="1" hangingPunct="1">
              <a:lnSpc>
                <a:spcPct val="120000"/>
              </a:lnSpc>
            </a:pPr>
            <a:r>
              <a:rPr lang="en-US" altLang="ko-KR" sz="4400" b="1" dirty="0">
                <a:solidFill>
                  <a:srgbClr val="000000"/>
                </a:solidFill>
                <a:latin typeface="맑은 고딕" charset="0"/>
                <a:ea typeface="맑은 고딕" charset="0"/>
              </a:rPr>
              <a:t>The resurrection of the body;</a:t>
            </a:r>
          </a:p>
          <a:p>
            <a:pPr algn="ctr" eaLnBrk="1" latinLnBrk="1" hangingPunct="1">
              <a:lnSpc>
                <a:spcPct val="120000"/>
              </a:lnSpc>
            </a:pPr>
            <a:r>
              <a:rPr lang="en-US" altLang="ko-KR" sz="4400" b="1" dirty="0">
                <a:solidFill>
                  <a:srgbClr val="000000"/>
                </a:solidFill>
                <a:latin typeface="맑은 고딕" charset="0"/>
                <a:ea typeface="맑은 고딕" charset="0"/>
              </a:rPr>
              <a:t>And the life everlasting. Amen.</a:t>
            </a:r>
            <a:endParaRPr lang="ko-KR" altLang="en-US" sz="4400" b="1" dirty="0">
              <a:solidFill>
                <a:srgbClr val="000000"/>
              </a:solidFill>
              <a:latin typeface="맑은 고딕" charset="0"/>
              <a:ea typeface="맑은 고딕" charset="0"/>
            </a:endParaRPr>
          </a:p>
        </p:txBody>
      </p:sp>
    </p:spTree>
    <p:extLst>
      <p:ext uri="{BB962C8B-B14F-4D97-AF65-F5344CB8AC3E}">
        <p14:creationId xmlns:p14="http://schemas.microsoft.com/office/powerpoint/2010/main" val="3272934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p:cNvSpPr/>
          <p:nvPr/>
        </p:nvSpPr>
        <p:spPr>
          <a:xfrm>
            <a:off x="1524000" y="908050"/>
            <a:ext cx="9144000" cy="3500510"/>
          </a:xfrm>
          <a:prstGeom prst="rect">
            <a:avLst/>
          </a:prstGeom>
        </p:spPr>
        <p:txBody>
          <a:bodyPr>
            <a:spAutoFit/>
          </a:bodyPr>
          <a:lstStyle/>
          <a:p>
            <a:pPr algn="ctr" eaLnBrk="1" latinLnBrk="1" hangingPunct="1">
              <a:defRPr/>
            </a:pPr>
            <a:r>
              <a:rPr lang="ko-KR" altLang="en-US" sz="7000" b="1" dirty="0" err="1">
                <a:solidFill>
                  <a:prstClr val="black"/>
                </a:solidFill>
                <a:latin typeface="HY목각파임B" pitchFamily="18" charset="-127"/>
                <a:ea typeface="HY목각파임B" pitchFamily="18" charset="-127"/>
              </a:rPr>
              <a:t>영광송</a:t>
            </a:r>
            <a:endParaRPr lang="en-US" altLang="ko-KR" sz="7000" b="1" dirty="0">
              <a:solidFill>
                <a:prstClr val="black"/>
              </a:solidFill>
              <a:latin typeface="HY목각파임B" pitchFamily="18" charset="-127"/>
              <a:ea typeface="HY목각파임B" pitchFamily="18" charset="-127"/>
            </a:endParaRPr>
          </a:p>
          <a:p>
            <a:pPr algn="ctr" eaLnBrk="1" latinLnBrk="1" hangingPunct="1">
              <a:defRPr/>
            </a:pPr>
            <a:r>
              <a:rPr lang="en-US" altLang="ko-KR" b="1" dirty="0">
                <a:solidFill>
                  <a:srgbClr val="889C6F">
                    <a:lumMod val="75000"/>
                  </a:srgbClr>
                </a:solidFill>
                <a:latin typeface="HY목각파임B" pitchFamily="18" charset="-127"/>
                <a:ea typeface="HY목각파임B" pitchFamily="18" charset="-127"/>
              </a:rPr>
              <a:t>Doxology</a:t>
            </a:r>
          </a:p>
          <a:p>
            <a:pPr algn="ctr" eaLnBrk="1" latinLnBrk="1" hangingPunct="1">
              <a:lnSpc>
                <a:spcPct val="150000"/>
              </a:lnSpc>
              <a:defRPr/>
            </a:pPr>
            <a:r>
              <a:rPr lang="en-US" altLang="ko-KR" sz="7000" b="1" dirty="0">
                <a:solidFill>
                  <a:prstClr val="black"/>
                </a:solidFill>
                <a:latin typeface="HY강B" pitchFamily="18" charset="-127"/>
                <a:ea typeface="HY강B" pitchFamily="18" charset="-127"/>
              </a:rPr>
              <a:t>5</a:t>
            </a:r>
            <a:r>
              <a:rPr lang="ko-KR" altLang="en-US" sz="7000" b="1" dirty="0">
                <a:solidFill>
                  <a:prstClr val="black"/>
                </a:solidFill>
                <a:latin typeface="HY강B" pitchFamily="18" charset="-127"/>
                <a:ea typeface="HY강B" pitchFamily="18" charset="-127"/>
              </a:rPr>
              <a:t>장</a:t>
            </a:r>
          </a:p>
        </p:txBody>
      </p:sp>
    </p:spTree>
    <p:extLst>
      <p:ext uri="{BB962C8B-B14F-4D97-AF65-F5344CB8AC3E}">
        <p14:creationId xmlns:p14="http://schemas.microsoft.com/office/powerpoint/2010/main" val="25306580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그림 1">
            <a:extLst>
              <a:ext uri="{FF2B5EF4-FFF2-40B4-BE49-F238E27FC236}">
                <a16:creationId xmlns:a16="http://schemas.microsoft.com/office/drawing/2014/main" id="{384294F0-C18F-7F5B-19D6-08DABDC68027}"/>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그림 1">
            <a:extLst>
              <a:ext uri="{FF2B5EF4-FFF2-40B4-BE49-F238E27FC236}">
                <a16:creationId xmlns:a16="http://schemas.microsoft.com/office/drawing/2014/main" id="{39E6A70A-94DB-2241-7D48-36172557E125}"/>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그림 4">
            <a:extLst>
              <a:ext uri="{FF2B5EF4-FFF2-40B4-BE49-F238E27FC236}">
                <a16:creationId xmlns:a16="http://schemas.microsoft.com/office/drawing/2014/main" id="{38CAFCFA-E441-3643-2B09-A9D0BDB55E81}"/>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p:cNvSpPr/>
          <p:nvPr/>
        </p:nvSpPr>
        <p:spPr>
          <a:xfrm>
            <a:off x="1524000" y="908051"/>
            <a:ext cx="9144000" cy="3346622"/>
          </a:xfrm>
          <a:prstGeom prst="rect">
            <a:avLst/>
          </a:prstGeom>
        </p:spPr>
        <p:txBody>
          <a:bodyPr>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ko-KR" altLang="en-US" sz="7000" b="1" i="0" u="none" strike="noStrike" kern="1200" cap="none" spc="0" normalizeH="0" baseline="0" noProof="0" dirty="0">
                <a:ln>
                  <a:noFill/>
                </a:ln>
                <a:solidFill>
                  <a:prstClr val="black"/>
                </a:solidFill>
                <a:effectLst/>
                <a:uLnTx/>
                <a:uFillTx/>
                <a:latin typeface="HY목각파임B" pitchFamily="18" charset="-127"/>
                <a:ea typeface="HY목각파임B" pitchFamily="18" charset="-127"/>
                <a:cs typeface="+mn-cs"/>
              </a:rPr>
              <a:t>성시교독</a:t>
            </a:r>
            <a:endParaRPr kumimoji="1" lang="en-US" altLang="ko-KR" sz="7000" b="1" i="0" u="none" strike="noStrike" kern="1200" cap="none" spc="0" normalizeH="0" baseline="0" noProof="0" dirty="0">
              <a:ln>
                <a:noFill/>
              </a:ln>
              <a:solidFill>
                <a:prstClr val="black"/>
              </a:solidFill>
              <a:effectLst/>
              <a:uLnTx/>
              <a:uFillTx/>
              <a:latin typeface="HY목각파임B" pitchFamily="18" charset="-127"/>
              <a:ea typeface="HY목각파임B" pitchFamily="18" charset="-127"/>
              <a:cs typeface="+mn-cs"/>
            </a:endParaRPr>
          </a:p>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5000" b="1" i="0" u="none" strike="noStrike" kern="1200" cap="none" spc="0" normalizeH="0" baseline="0" noProof="0" dirty="0">
                <a:ln>
                  <a:noFill/>
                </a:ln>
                <a:solidFill>
                  <a:srgbClr val="889C6F">
                    <a:lumMod val="75000"/>
                  </a:srgbClr>
                </a:solidFill>
                <a:effectLst/>
                <a:uLnTx/>
                <a:uFillTx/>
                <a:latin typeface="HY목각파임B" pitchFamily="18" charset="-127"/>
                <a:ea typeface="HY목각파임B" pitchFamily="18" charset="-127"/>
                <a:cs typeface="+mn-cs"/>
              </a:rPr>
              <a:t>Responsive Reading</a:t>
            </a:r>
          </a:p>
          <a:p>
            <a:pPr marL="0" marR="0" lvl="0" indent="0" algn="ctr" defTabSz="914400" rtl="0" eaLnBrk="1" fontAlgn="base" latinLnBrk="1" hangingPunct="1">
              <a:lnSpc>
                <a:spcPct val="150000"/>
              </a:lnSpc>
              <a:spcBef>
                <a:spcPct val="0"/>
              </a:spcBef>
              <a:spcAft>
                <a:spcPct val="0"/>
              </a:spcAft>
              <a:buClrTx/>
              <a:buSzTx/>
              <a:buFontTx/>
              <a:buNone/>
              <a:tabLst/>
              <a:defRPr/>
            </a:pPr>
            <a:r>
              <a:rPr kumimoji="1" lang="en-US" altLang="ko-KR" sz="7000" b="1" i="0" u="none" strike="noStrike" kern="1200" cap="none" spc="0" normalizeH="0" baseline="0" noProof="0" dirty="0">
                <a:ln>
                  <a:noFill/>
                </a:ln>
                <a:solidFill>
                  <a:prstClr val="black"/>
                </a:solidFill>
                <a:effectLst/>
                <a:uLnTx/>
                <a:uFillTx/>
                <a:latin typeface="HY강B" pitchFamily="18" charset="-127"/>
                <a:ea typeface="HY강B" pitchFamily="18" charset="-127"/>
                <a:cs typeface="+mn-cs"/>
              </a:rPr>
              <a:t>136</a:t>
            </a:r>
            <a:r>
              <a:rPr kumimoji="1" lang="ko-KR" altLang="en-US" sz="7000" b="1" i="0" u="none" strike="noStrike" kern="1200" cap="none" spc="0" normalizeH="0" baseline="0" noProof="0" dirty="0">
                <a:ln>
                  <a:noFill/>
                </a:ln>
                <a:solidFill>
                  <a:prstClr val="black"/>
                </a:solidFill>
                <a:effectLst/>
                <a:uLnTx/>
                <a:uFillTx/>
                <a:latin typeface="HY강B" pitchFamily="18" charset="-127"/>
                <a:ea typeface="HY강B" pitchFamily="18" charset="-127"/>
                <a:cs typeface="+mn-cs"/>
              </a:rPr>
              <a:t>번</a:t>
            </a:r>
          </a:p>
        </p:txBody>
      </p:sp>
    </p:spTree>
    <p:extLst>
      <p:ext uri="{BB962C8B-B14F-4D97-AF65-F5344CB8AC3E}">
        <p14:creationId xmlns:p14="http://schemas.microsoft.com/office/powerpoint/2010/main" val="3038601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defRPr/>
            </a:pPr>
            <a:r>
              <a:rPr lang="ko-KR" altLang="en-US" sz="4400" dirty="0">
                <a:latin typeface="+mn-ea"/>
              </a:rPr>
              <a:t>그 후에 내가 내 영을 만민에게 부어 주리니 </a:t>
            </a:r>
          </a:p>
          <a:p>
            <a:pPr algn="l">
              <a:defRPr/>
            </a:pPr>
            <a:r>
              <a:rPr lang="en-US" altLang="ko-KR" sz="4400" dirty="0">
                <a:latin typeface="+mn-ea"/>
              </a:rPr>
              <a:t>"And afterward, I will pour out my Spirit on all people.</a:t>
            </a:r>
          </a:p>
          <a:p>
            <a:pPr algn="l">
              <a:defRPr/>
            </a:pPr>
            <a:endParaRPr lang="en-US" altLang="ko-KR" sz="4400" dirty="0">
              <a:latin typeface="+mn-ea"/>
            </a:endParaRPr>
          </a:p>
          <a:p>
            <a:pPr algn="l">
              <a:defRPr/>
            </a:pPr>
            <a:r>
              <a:rPr lang="ko-KR" altLang="en-US" sz="4400" b="1" dirty="0">
                <a:latin typeface="+mn-ea"/>
              </a:rPr>
              <a:t>너희 자녀들이 장래 일을 말할 것이며 </a:t>
            </a:r>
          </a:p>
          <a:p>
            <a:pPr algn="l">
              <a:defRPr/>
            </a:pPr>
            <a:r>
              <a:rPr lang="en-US" altLang="ko-KR" sz="4400" b="1" dirty="0">
                <a:latin typeface="+mn-ea"/>
              </a:rPr>
              <a:t>Your sons and daughters will prophesy,</a:t>
            </a:r>
            <a:endParaRPr lang="en-US" altLang="ko-KR" sz="4800" b="1" dirty="0">
              <a:latin typeface="맑은 고딕" pitchFamily="50" charset="-127"/>
            </a:endParaRPr>
          </a:p>
        </p:txBody>
      </p:sp>
    </p:spTree>
    <p:extLst>
      <p:ext uri="{BB962C8B-B14F-4D97-AF65-F5344CB8AC3E}">
        <p14:creationId xmlns:p14="http://schemas.microsoft.com/office/powerpoint/2010/main" val="12046789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defRPr/>
            </a:pPr>
            <a:r>
              <a:rPr lang="ko-KR" altLang="en-US" sz="4400" dirty="0">
                <a:latin typeface="+mn-ea"/>
              </a:rPr>
              <a:t>너희 늙은이는 꿈을 꾸며 너희 젊은이는 이상을 볼 것이며 </a:t>
            </a:r>
          </a:p>
          <a:p>
            <a:pPr algn="l">
              <a:defRPr/>
            </a:pPr>
            <a:r>
              <a:rPr lang="en-US" altLang="ko-KR" sz="4400" dirty="0">
                <a:latin typeface="+mn-ea"/>
              </a:rPr>
              <a:t>your old men will dream dreams, your young men will see visions.</a:t>
            </a:r>
          </a:p>
          <a:p>
            <a:pPr algn="l">
              <a:defRPr/>
            </a:pPr>
            <a:endParaRPr lang="en-US" altLang="ko-KR" sz="4400" dirty="0">
              <a:latin typeface="+mn-ea"/>
            </a:endParaRPr>
          </a:p>
          <a:p>
            <a:pPr algn="l">
              <a:defRPr/>
            </a:pPr>
            <a:r>
              <a:rPr lang="ko-KR" altLang="en-US" sz="4400" b="1" dirty="0">
                <a:latin typeface="+mn-ea"/>
              </a:rPr>
              <a:t>그 때에 내가 또 내 영을 남종과 여종에게 부어 줄 것이며</a:t>
            </a:r>
          </a:p>
          <a:p>
            <a:pPr algn="l">
              <a:defRPr/>
            </a:pPr>
            <a:r>
              <a:rPr lang="en-US" altLang="ko-KR" sz="4400" b="1" dirty="0">
                <a:latin typeface="+mn-ea"/>
              </a:rPr>
              <a:t>Even on my servants, both men and women, I will pour out my Spirit in those days.</a:t>
            </a:r>
            <a:endParaRPr lang="en-US" altLang="ko-KR" sz="4800" b="1" dirty="0">
              <a:latin typeface="맑은 고딕" pitchFamily="50" charset="-127"/>
            </a:endParaRPr>
          </a:p>
        </p:txBody>
      </p:sp>
    </p:spTree>
    <p:extLst>
      <p:ext uri="{BB962C8B-B14F-4D97-AF65-F5344CB8AC3E}">
        <p14:creationId xmlns:p14="http://schemas.microsoft.com/office/powerpoint/2010/main" val="40181839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defRPr/>
            </a:pPr>
            <a:r>
              <a:rPr lang="ko-KR" altLang="en-US" sz="4400" dirty="0">
                <a:latin typeface="+mn-ea"/>
              </a:rPr>
              <a:t>내가 이적을 하늘과 땅에 </a:t>
            </a:r>
            <a:r>
              <a:rPr lang="ko-KR" altLang="en-US" sz="4400" dirty="0" err="1">
                <a:latin typeface="+mn-ea"/>
              </a:rPr>
              <a:t>베풀리니</a:t>
            </a:r>
            <a:r>
              <a:rPr lang="ko-KR" altLang="en-US" sz="4400" dirty="0">
                <a:latin typeface="+mn-ea"/>
              </a:rPr>
              <a:t> 곧 피와 불과 연기 기둥이라</a:t>
            </a:r>
          </a:p>
          <a:p>
            <a:pPr algn="l">
              <a:defRPr/>
            </a:pPr>
            <a:r>
              <a:rPr lang="en-US" altLang="ko-KR" sz="4400" dirty="0">
                <a:latin typeface="+mn-ea"/>
              </a:rPr>
              <a:t>I will show wonders in the heavens and on the earth, blood and fire and billows of smoke.</a:t>
            </a:r>
          </a:p>
          <a:p>
            <a:pPr algn="l">
              <a:defRPr/>
            </a:pPr>
            <a:endParaRPr lang="en-US" altLang="ko-KR" sz="4400" dirty="0">
              <a:latin typeface="+mn-ea"/>
            </a:endParaRPr>
          </a:p>
          <a:p>
            <a:pPr algn="l">
              <a:defRPr/>
            </a:pPr>
            <a:r>
              <a:rPr lang="ko-KR" altLang="en-US" sz="4400" b="1" dirty="0">
                <a:latin typeface="+mn-ea"/>
              </a:rPr>
              <a:t>여호와의 크고 두려운 날이 이르기 전에 </a:t>
            </a:r>
          </a:p>
          <a:p>
            <a:pPr algn="l">
              <a:defRPr/>
            </a:pPr>
            <a:r>
              <a:rPr lang="en-US" altLang="ko-KR" sz="4400" b="1" dirty="0">
                <a:latin typeface="+mn-ea"/>
              </a:rPr>
              <a:t>The sun will be turned to darkness and the moon to blood</a:t>
            </a:r>
            <a:endParaRPr lang="en-US" altLang="ko-KR" sz="4800" b="1" dirty="0">
              <a:latin typeface="맑은 고딕" pitchFamily="50" charset="-127"/>
            </a:endParaRPr>
          </a:p>
        </p:txBody>
      </p:sp>
    </p:spTree>
    <p:extLst>
      <p:ext uri="{BB962C8B-B14F-4D97-AF65-F5344CB8AC3E}">
        <p14:creationId xmlns:p14="http://schemas.microsoft.com/office/powerpoint/2010/main" val="5790552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94656" y="188640"/>
            <a:ext cx="12097344"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defRPr/>
            </a:pPr>
            <a:r>
              <a:rPr lang="ko-KR" altLang="en-US" sz="4400" dirty="0">
                <a:latin typeface="+mn-ea"/>
              </a:rPr>
              <a:t>해가 어두워지고 달이 핏빛 같이 </a:t>
            </a:r>
            <a:r>
              <a:rPr lang="ko-KR" altLang="en-US" sz="4400" dirty="0" err="1">
                <a:latin typeface="+mn-ea"/>
              </a:rPr>
              <a:t>변하려니와</a:t>
            </a:r>
            <a:endParaRPr lang="ko-KR" altLang="en-US" sz="4400" dirty="0">
              <a:latin typeface="+mn-ea"/>
            </a:endParaRPr>
          </a:p>
          <a:p>
            <a:pPr algn="l">
              <a:defRPr/>
            </a:pPr>
            <a:r>
              <a:rPr lang="en-US" altLang="ko-KR" sz="4400" dirty="0">
                <a:latin typeface="+mn-ea"/>
              </a:rPr>
              <a:t>before the coming of the great and dreadful day of the LORD.</a:t>
            </a:r>
          </a:p>
          <a:p>
            <a:pPr algn="l">
              <a:defRPr/>
            </a:pPr>
            <a:endParaRPr lang="en-US" altLang="ko-KR" sz="4400" dirty="0">
              <a:latin typeface="+mn-ea"/>
            </a:endParaRPr>
          </a:p>
          <a:p>
            <a:pPr algn="l">
              <a:defRPr/>
            </a:pPr>
            <a:r>
              <a:rPr lang="ko-KR" altLang="en-US" sz="4400" b="1" dirty="0">
                <a:latin typeface="+mn-ea"/>
              </a:rPr>
              <a:t>누구든지 여호와의 이름을 부르는 자는 구원을 </a:t>
            </a:r>
            <a:r>
              <a:rPr lang="ko-KR" altLang="en-US" sz="4400" b="1" dirty="0" err="1">
                <a:latin typeface="+mn-ea"/>
              </a:rPr>
              <a:t>얻으리니</a:t>
            </a:r>
            <a:r>
              <a:rPr lang="ko-KR" altLang="en-US" sz="4400" b="1" dirty="0">
                <a:latin typeface="+mn-ea"/>
              </a:rPr>
              <a:t> </a:t>
            </a:r>
          </a:p>
          <a:p>
            <a:pPr algn="l">
              <a:defRPr/>
            </a:pPr>
            <a:r>
              <a:rPr lang="en-US" altLang="ko-KR" sz="4400" b="1" dirty="0">
                <a:latin typeface="+mn-ea"/>
              </a:rPr>
              <a:t>And everyone who calls on the name of the LORD will be saved;</a:t>
            </a:r>
            <a:endParaRPr lang="en-US" altLang="ko-KR" sz="4800" b="1" dirty="0">
              <a:latin typeface="맑은 고딕" pitchFamily="50" charset="-127"/>
            </a:endParaRPr>
          </a:p>
        </p:txBody>
      </p:sp>
    </p:spTree>
    <p:extLst>
      <p:ext uri="{BB962C8B-B14F-4D97-AF65-F5344CB8AC3E}">
        <p14:creationId xmlns:p14="http://schemas.microsoft.com/office/powerpoint/2010/main" val="13670231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94656" y="188640"/>
            <a:ext cx="12097344"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defRPr/>
            </a:pPr>
            <a:r>
              <a:rPr lang="ko-KR" altLang="en-US" sz="4400" dirty="0">
                <a:latin typeface="+mn-ea"/>
              </a:rPr>
              <a:t>이는 나 여호와의 </a:t>
            </a:r>
            <a:r>
              <a:rPr lang="ko-KR" altLang="en-US" sz="4400" dirty="0" err="1">
                <a:latin typeface="+mn-ea"/>
              </a:rPr>
              <a:t>말대로</a:t>
            </a:r>
            <a:r>
              <a:rPr lang="ko-KR" altLang="en-US" sz="4400" dirty="0">
                <a:latin typeface="+mn-ea"/>
              </a:rPr>
              <a:t> 시온 산과 예루살렘에서 피할 자가 있을 것임이요 </a:t>
            </a:r>
          </a:p>
          <a:p>
            <a:pPr algn="l">
              <a:defRPr/>
            </a:pPr>
            <a:r>
              <a:rPr lang="en-US" altLang="ko-KR" sz="4400" dirty="0">
                <a:latin typeface="+mn-ea"/>
              </a:rPr>
              <a:t>for on Mount Zion and in Jerusalem there will be deliverance, as the LORD has said,</a:t>
            </a:r>
          </a:p>
          <a:p>
            <a:pPr algn="l">
              <a:defRPr/>
            </a:pPr>
            <a:endParaRPr lang="en-US" altLang="ko-KR" sz="4400" dirty="0">
              <a:latin typeface="+mn-ea"/>
            </a:endParaRPr>
          </a:p>
          <a:p>
            <a:pPr algn="l">
              <a:defRPr/>
            </a:pPr>
            <a:r>
              <a:rPr lang="ko-KR" altLang="en-US" sz="4400" b="1" dirty="0">
                <a:latin typeface="+mn-ea"/>
              </a:rPr>
              <a:t>남은 자 중에 나 여호와의 부름을 받을 자가 있을 </a:t>
            </a:r>
            <a:r>
              <a:rPr lang="ko-KR" altLang="en-US" sz="4400" b="1" dirty="0" err="1">
                <a:latin typeface="+mn-ea"/>
              </a:rPr>
              <a:t>것임이니라</a:t>
            </a:r>
            <a:endParaRPr lang="ko-KR" altLang="en-US" sz="4400" b="1" dirty="0">
              <a:latin typeface="+mn-ea"/>
            </a:endParaRPr>
          </a:p>
          <a:p>
            <a:pPr algn="l">
              <a:defRPr/>
            </a:pPr>
            <a:r>
              <a:rPr lang="en-US" altLang="ko-KR" sz="4400" b="1" dirty="0">
                <a:latin typeface="+mn-ea"/>
              </a:rPr>
              <a:t>even among the survivors whom the LORD calls.</a:t>
            </a:r>
            <a:endParaRPr lang="en-US" altLang="ko-KR" sz="4800" b="1" dirty="0">
              <a:latin typeface="맑은 고딕" pitchFamily="50" charset="-127"/>
            </a:endParaRPr>
          </a:p>
        </p:txBody>
      </p:sp>
    </p:spTree>
    <p:extLst>
      <p:ext uri="{BB962C8B-B14F-4D97-AF65-F5344CB8AC3E}">
        <p14:creationId xmlns:p14="http://schemas.microsoft.com/office/powerpoint/2010/main" val="35795240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p:cNvSpPr/>
          <p:nvPr/>
        </p:nvSpPr>
        <p:spPr>
          <a:xfrm>
            <a:off x="1524000" y="908051"/>
            <a:ext cx="9144000" cy="3346622"/>
          </a:xfrm>
          <a:prstGeom prst="rect">
            <a:avLst/>
          </a:prstGeom>
        </p:spPr>
        <p:txBody>
          <a:bodyPr>
            <a:spAutoFit/>
          </a:bodyPr>
          <a:lstStyle/>
          <a:p>
            <a:pPr algn="ctr" eaLnBrk="1" latinLnBrk="1" hangingPunct="1">
              <a:defRPr/>
            </a:pPr>
            <a:r>
              <a:rPr lang="ko-KR" altLang="en-US" sz="7000" b="1" dirty="0">
                <a:solidFill>
                  <a:prstClr val="black"/>
                </a:solidFill>
                <a:latin typeface="HY목각파임B" pitchFamily="18" charset="-127"/>
                <a:ea typeface="HY목각파임B" pitchFamily="18" charset="-127"/>
              </a:rPr>
              <a:t>찬양과 경배</a:t>
            </a:r>
            <a:endParaRPr lang="en-US" altLang="ko-KR" sz="7000" b="1" dirty="0">
              <a:solidFill>
                <a:prstClr val="black"/>
              </a:solidFill>
              <a:latin typeface="HY목각파임B" pitchFamily="18" charset="-127"/>
              <a:ea typeface="HY목각파임B" pitchFamily="18" charset="-127"/>
            </a:endParaRPr>
          </a:p>
          <a:p>
            <a:pPr algn="ctr" eaLnBrk="1" latinLnBrk="1" hangingPunct="1">
              <a:defRPr/>
            </a:pPr>
            <a:r>
              <a:rPr lang="en-US" altLang="ko-KR" sz="5000" b="1" dirty="0">
                <a:solidFill>
                  <a:srgbClr val="889C6F">
                    <a:lumMod val="75000"/>
                  </a:srgbClr>
                </a:solidFill>
                <a:latin typeface="HY목각파임B" pitchFamily="18" charset="-127"/>
                <a:ea typeface="HY목각파임B" pitchFamily="18" charset="-127"/>
              </a:rPr>
              <a:t>Praise &amp; Worship</a:t>
            </a:r>
          </a:p>
          <a:p>
            <a:pPr algn="ctr" eaLnBrk="1" latinLnBrk="1" hangingPunct="1">
              <a:lnSpc>
                <a:spcPct val="150000"/>
              </a:lnSpc>
              <a:defRPr/>
            </a:pPr>
            <a:r>
              <a:rPr lang="en-US" altLang="ko-KR" sz="7000" b="1" dirty="0">
                <a:solidFill>
                  <a:prstClr val="black"/>
                </a:solidFill>
                <a:latin typeface="HY강B" pitchFamily="18" charset="-127"/>
                <a:ea typeface="HY강B" pitchFamily="18" charset="-127"/>
              </a:rPr>
              <a:t>26</a:t>
            </a:r>
            <a:r>
              <a:rPr lang="ko-KR" altLang="en-US" sz="7000" b="1" dirty="0">
                <a:solidFill>
                  <a:prstClr val="black"/>
                </a:solidFill>
                <a:latin typeface="HY강B" pitchFamily="18" charset="-127"/>
                <a:ea typeface="HY강B" pitchFamily="18" charset="-127"/>
              </a:rPr>
              <a:t>장</a:t>
            </a:r>
          </a:p>
        </p:txBody>
      </p:sp>
    </p:spTree>
    <p:extLst>
      <p:ext uri="{BB962C8B-B14F-4D97-AF65-F5344CB8AC3E}">
        <p14:creationId xmlns:p14="http://schemas.microsoft.com/office/powerpoint/2010/main" val="38121425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AutoShape 13">
            <a:hlinkClick r:id="rId2" action="ppaction://hlinksldjump"/>
            <a:extLst>
              <a:ext uri="{FF2B5EF4-FFF2-40B4-BE49-F238E27FC236}">
                <a16:creationId xmlns:a16="http://schemas.microsoft.com/office/drawing/2014/main" id="{2B151DB1-5E2D-02FE-D847-744FB71D0976}"/>
              </a:ext>
            </a:extLst>
          </p:cNvPr>
          <p:cNvSpPr>
            <a:spLocks noChangeArrowheads="1"/>
          </p:cNvSpPr>
          <p:nvPr/>
        </p:nvSpPr>
        <p:spPr bwMode="auto">
          <a:xfrm>
            <a:off x="3386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1.Praise the Savior, ye who </a:t>
            </a:r>
            <a:endParaRPr lang="ko-KR" altLang="en-US" sz="1467">
              <a:solidFill>
                <a:srgbClr val="FF0000"/>
              </a:solidFill>
            </a:endParaRPr>
          </a:p>
        </p:txBody>
      </p:sp>
      <p:sp>
        <p:nvSpPr>
          <p:cNvPr id="2051" name="AutoShape 14">
            <a:hlinkClick r:id="rId3" action="ppaction://hlinksldjump"/>
            <a:extLst>
              <a:ext uri="{FF2B5EF4-FFF2-40B4-BE49-F238E27FC236}">
                <a16:creationId xmlns:a16="http://schemas.microsoft.com/office/drawing/2014/main" id="{9A9C14ED-2F05-8423-6013-3043EB70D62E}"/>
              </a:ext>
            </a:extLst>
          </p:cNvPr>
          <p:cNvSpPr>
            <a:spLocks noChangeArrowheads="1"/>
          </p:cNvSpPr>
          <p:nvPr/>
        </p:nvSpPr>
        <p:spPr bwMode="auto">
          <a:xfrm>
            <a:off x="3238501"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2.Keep us, Lord, O keep us </a:t>
            </a:r>
            <a:endParaRPr lang="ko-KR" altLang="en-US" sz="1467"/>
          </a:p>
        </p:txBody>
      </p:sp>
      <p:sp>
        <p:nvSpPr>
          <p:cNvPr id="2052" name="AutoShape 15">
            <a:hlinkClick r:id="rId4" action="ppaction://hlinksldjump"/>
            <a:extLst>
              <a:ext uri="{FF2B5EF4-FFF2-40B4-BE49-F238E27FC236}">
                <a16:creationId xmlns:a16="http://schemas.microsoft.com/office/drawing/2014/main" id="{10BCBDEE-32D0-E902-780E-CC48B9864DEC}"/>
              </a:ext>
            </a:extLst>
          </p:cNvPr>
          <p:cNvSpPr>
            <a:spLocks noChangeArrowheads="1"/>
          </p:cNvSpPr>
          <p:nvPr/>
        </p:nvSpPr>
        <p:spPr bwMode="auto">
          <a:xfrm>
            <a:off x="6138334"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3.Jesus is the name that </a:t>
            </a:r>
            <a:endParaRPr lang="ko-KR" altLang="en-US" sz="1467"/>
          </a:p>
        </p:txBody>
      </p:sp>
      <p:sp>
        <p:nvSpPr>
          <p:cNvPr id="2053" name="AutoShape 16">
            <a:hlinkClick r:id="rId5" action="ppaction://hlinksldjump"/>
            <a:extLst>
              <a:ext uri="{FF2B5EF4-FFF2-40B4-BE49-F238E27FC236}">
                <a16:creationId xmlns:a16="http://schemas.microsoft.com/office/drawing/2014/main" id="{2C225858-3B93-2DB1-DB5A-9C36D3BA2844}"/>
              </a:ext>
            </a:extLst>
          </p:cNvPr>
          <p:cNvSpPr>
            <a:spLocks noChangeArrowheads="1"/>
          </p:cNvSpPr>
          <p:nvPr/>
        </p:nvSpPr>
        <p:spPr bwMode="auto">
          <a:xfrm>
            <a:off x="90381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4.Trust in Him, ye saints </a:t>
            </a:r>
            <a:endParaRPr lang="ko-KR" altLang="en-US" sz="1467"/>
          </a:p>
        </p:txBody>
      </p:sp>
      <p:sp>
        <p:nvSpPr>
          <p:cNvPr id="2054" name="AutoShape 13">
            <a:hlinkClick r:id="rId2" action="ppaction://hlinksldjump"/>
            <a:extLst>
              <a:ext uri="{FF2B5EF4-FFF2-40B4-BE49-F238E27FC236}">
                <a16:creationId xmlns:a16="http://schemas.microsoft.com/office/drawing/2014/main" id="{D7D8DE75-1C33-FF35-BA08-94EECC147A38}"/>
              </a:ext>
            </a:extLst>
          </p:cNvPr>
          <p:cNvSpPr>
            <a:spLocks noChangeArrowheads="1"/>
          </p:cNvSpPr>
          <p:nvPr/>
        </p:nvSpPr>
        <p:spPr bwMode="auto">
          <a:xfrm>
            <a:off x="3386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a:t>
            </a:r>
            <a:r>
              <a:rPr lang="ko-KR" altLang="en-US" sz="1467">
                <a:solidFill>
                  <a:srgbClr val="FF0000"/>
                </a:solidFill>
              </a:rPr>
              <a:t>구세주를 아는 이들</a:t>
            </a:r>
          </a:p>
        </p:txBody>
      </p:sp>
      <p:sp>
        <p:nvSpPr>
          <p:cNvPr id="2055" name="AutoShape 14">
            <a:hlinkClick r:id="rId3" action="ppaction://hlinksldjump"/>
            <a:extLst>
              <a:ext uri="{FF2B5EF4-FFF2-40B4-BE49-F238E27FC236}">
                <a16:creationId xmlns:a16="http://schemas.microsoft.com/office/drawing/2014/main" id="{46ACE819-81BD-3D95-1380-066056C268C1}"/>
              </a:ext>
            </a:extLst>
          </p:cNvPr>
          <p:cNvSpPr>
            <a:spLocks noChangeArrowheads="1"/>
          </p:cNvSpPr>
          <p:nvPr/>
        </p:nvSpPr>
        <p:spPr bwMode="auto">
          <a:xfrm>
            <a:off x="3238501"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주를 알지 못한 이들</a:t>
            </a:r>
          </a:p>
        </p:txBody>
      </p:sp>
      <p:sp>
        <p:nvSpPr>
          <p:cNvPr id="2056" name="AutoShape 15">
            <a:hlinkClick r:id="rId4" action="ppaction://hlinksldjump"/>
            <a:extLst>
              <a:ext uri="{FF2B5EF4-FFF2-40B4-BE49-F238E27FC236}">
                <a16:creationId xmlns:a16="http://schemas.microsoft.com/office/drawing/2014/main" id="{3A14B41B-449A-F770-43AF-1473D9EC9E25}"/>
              </a:ext>
            </a:extLst>
          </p:cNvPr>
          <p:cNvSpPr>
            <a:spLocks noChangeArrowheads="1"/>
          </p:cNvSpPr>
          <p:nvPr/>
        </p:nvSpPr>
        <p:spPr bwMode="auto">
          <a:xfrm>
            <a:off x="6138334"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약한 사람 도움 받아</a:t>
            </a:r>
          </a:p>
        </p:txBody>
      </p:sp>
      <p:sp>
        <p:nvSpPr>
          <p:cNvPr id="2057" name="AutoShape 16">
            <a:hlinkClick r:id="rId5" action="ppaction://hlinksldjump"/>
            <a:extLst>
              <a:ext uri="{FF2B5EF4-FFF2-40B4-BE49-F238E27FC236}">
                <a16:creationId xmlns:a16="http://schemas.microsoft.com/office/drawing/2014/main" id="{F5D6FA62-E36F-3B94-3588-930D437F7324}"/>
              </a:ext>
            </a:extLst>
          </p:cNvPr>
          <p:cNvSpPr>
            <a:spLocks noChangeArrowheads="1"/>
          </p:cNvSpPr>
          <p:nvPr/>
        </p:nvSpPr>
        <p:spPr bwMode="auto">
          <a:xfrm>
            <a:off x="90381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진리 되신 우리 주는</a:t>
            </a:r>
          </a:p>
        </p:txBody>
      </p:sp>
      <p:pic>
        <p:nvPicPr>
          <p:cNvPr id="2058" name="그림 2">
            <a:extLst>
              <a:ext uri="{FF2B5EF4-FFF2-40B4-BE49-F238E27FC236}">
                <a16:creationId xmlns:a16="http://schemas.microsoft.com/office/drawing/2014/main" id="{8ABBA780-A63D-576B-3A8A-AD34DFD080A3}"/>
              </a:ext>
            </a:extLst>
          </p:cNvPr>
          <p:cNvPicPr>
            <a:picLocks/>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그림 1">
            <a:extLst>
              <a:ext uri="{FF2B5EF4-FFF2-40B4-BE49-F238E27FC236}">
                <a16:creationId xmlns:a16="http://schemas.microsoft.com/office/drawing/2014/main" id="{154B560B-E184-D81C-E5B2-D119F01AB8E9}"/>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AutoShape 13">
            <a:hlinkClick r:id="rId3" action="ppaction://hlinksldjump"/>
            <a:extLst>
              <a:ext uri="{FF2B5EF4-FFF2-40B4-BE49-F238E27FC236}">
                <a16:creationId xmlns:a16="http://schemas.microsoft.com/office/drawing/2014/main" id="{6D64B8E5-9257-FEF4-516E-A1066CD308E1}"/>
              </a:ext>
            </a:extLst>
          </p:cNvPr>
          <p:cNvSpPr>
            <a:spLocks noChangeArrowheads="1"/>
          </p:cNvSpPr>
          <p:nvPr/>
        </p:nvSpPr>
        <p:spPr bwMode="auto">
          <a:xfrm>
            <a:off x="3386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1.Praise the Savior, ye who </a:t>
            </a:r>
            <a:endParaRPr lang="ko-KR" altLang="en-US" sz="1467">
              <a:solidFill>
                <a:srgbClr val="FF0000"/>
              </a:solidFill>
            </a:endParaRPr>
          </a:p>
        </p:txBody>
      </p:sp>
      <p:sp>
        <p:nvSpPr>
          <p:cNvPr id="3076" name="AutoShape 14">
            <a:hlinkClick r:id="rId4" action="ppaction://hlinksldjump"/>
            <a:extLst>
              <a:ext uri="{FF2B5EF4-FFF2-40B4-BE49-F238E27FC236}">
                <a16:creationId xmlns:a16="http://schemas.microsoft.com/office/drawing/2014/main" id="{D8330A9E-D2F6-EAD6-F141-91760E42E6EA}"/>
              </a:ext>
            </a:extLst>
          </p:cNvPr>
          <p:cNvSpPr>
            <a:spLocks noChangeArrowheads="1"/>
          </p:cNvSpPr>
          <p:nvPr/>
        </p:nvSpPr>
        <p:spPr bwMode="auto">
          <a:xfrm>
            <a:off x="3238501"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2.Keep us, Lord, O keep us </a:t>
            </a:r>
            <a:endParaRPr lang="ko-KR" altLang="en-US" sz="1467"/>
          </a:p>
        </p:txBody>
      </p:sp>
      <p:sp>
        <p:nvSpPr>
          <p:cNvPr id="3077" name="AutoShape 15">
            <a:hlinkClick r:id="rId5" action="ppaction://hlinksldjump"/>
            <a:extLst>
              <a:ext uri="{FF2B5EF4-FFF2-40B4-BE49-F238E27FC236}">
                <a16:creationId xmlns:a16="http://schemas.microsoft.com/office/drawing/2014/main" id="{E2CD7F34-4DE4-F789-118C-AD19857371C9}"/>
              </a:ext>
            </a:extLst>
          </p:cNvPr>
          <p:cNvSpPr>
            <a:spLocks noChangeArrowheads="1"/>
          </p:cNvSpPr>
          <p:nvPr/>
        </p:nvSpPr>
        <p:spPr bwMode="auto">
          <a:xfrm>
            <a:off x="6138334"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3.Jesus is the name that </a:t>
            </a:r>
            <a:endParaRPr lang="ko-KR" altLang="en-US" sz="1467"/>
          </a:p>
        </p:txBody>
      </p:sp>
      <p:sp>
        <p:nvSpPr>
          <p:cNvPr id="3078" name="AutoShape 16">
            <a:hlinkClick r:id="rId6" action="ppaction://hlinksldjump"/>
            <a:extLst>
              <a:ext uri="{FF2B5EF4-FFF2-40B4-BE49-F238E27FC236}">
                <a16:creationId xmlns:a16="http://schemas.microsoft.com/office/drawing/2014/main" id="{0B7A764C-D59F-3D9E-3A54-2564A11C9D05}"/>
              </a:ext>
            </a:extLst>
          </p:cNvPr>
          <p:cNvSpPr>
            <a:spLocks noChangeArrowheads="1"/>
          </p:cNvSpPr>
          <p:nvPr/>
        </p:nvSpPr>
        <p:spPr bwMode="auto">
          <a:xfrm>
            <a:off x="90381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4.Trust in Him, ye saints </a:t>
            </a:r>
            <a:endParaRPr lang="ko-KR" altLang="en-US" sz="1467"/>
          </a:p>
        </p:txBody>
      </p:sp>
      <p:sp>
        <p:nvSpPr>
          <p:cNvPr id="3079" name="AutoShape 13">
            <a:hlinkClick r:id="rId3" action="ppaction://hlinksldjump"/>
            <a:extLst>
              <a:ext uri="{FF2B5EF4-FFF2-40B4-BE49-F238E27FC236}">
                <a16:creationId xmlns:a16="http://schemas.microsoft.com/office/drawing/2014/main" id="{8455A100-1CAB-E1FE-65A1-0AF5A9BCE092}"/>
              </a:ext>
            </a:extLst>
          </p:cNvPr>
          <p:cNvSpPr>
            <a:spLocks noChangeArrowheads="1"/>
          </p:cNvSpPr>
          <p:nvPr/>
        </p:nvSpPr>
        <p:spPr bwMode="auto">
          <a:xfrm>
            <a:off x="3386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a:t>
            </a:r>
            <a:r>
              <a:rPr lang="ko-KR" altLang="en-US" sz="1467">
                <a:solidFill>
                  <a:srgbClr val="FF0000"/>
                </a:solidFill>
              </a:rPr>
              <a:t>구세주를 아는 이들</a:t>
            </a:r>
          </a:p>
        </p:txBody>
      </p:sp>
      <p:sp>
        <p:nvSpPr>
          <p:cNvPr id="3080" name="AutoShape 14">
            <a:hlinkClick r:id="rId4" action="ppaction://hlinksldjump"/>
            <a:extLst>
              <a:ext uri="{FF2B5EF4-FFF2-40B4-BE49-F238E27FC236}">
                <a16:creationId xmlns:a16="http://schemas.microsoft.com/office/drawing/2014/main" id="{10B94A03-6A92-01E2-E759-A31EB8CDDC6F}"/>
              </a:ext>
            </a:extLst>
          </p:cNvPr>
          <p:cNvSpPr>
            <a:spLocks noChangeArrowheads="1"/>
          </p:cNvSpPr>
          <p:nvPr/>
        </p:nvSpPr>
        <p:spPr bwMode="auto">
          <a:xfrm>
            <a:off x="3238501"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주를 알지 못한 이들</a:t>
            </a:r>
          </a:p>
        </p:txBody>
      </p:sp>
      <p:sp>
        <p:nvSpPr>
          <p:cNvPr id="3081" name="AutoShape 15">
            <a:hlinkClick r:id="rId5" action="ppaction://hlinksldjump"/>
            <a:extLst>
              <a:ext uri="{FF2B5EF4-FFF2-40B4-BE49-F238E27FC236}">
                <a16:creationId xmlns:a16="http://schemas.microsoft.com/office/drawing/2014/main" id="{19BF7FFA-6065-9EFC-325D-E5DDCF73FD66}"/>
              </a:ext>
            </a:extLst>
          </p:cNvPr>
          <p:cNvSpPr>
            <a:spLocks noChangeArrowheads="1"/>
          </p:cNvSpPr>
          <p:nvPr/>
        </p:nvSpPr>
        <p:spPr bwMode="auto">
          <a:xfrm>
            <a:off x="6138334"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약한 사람 도움 받아</a:t>
            </a:r>
          </a:p>
        </p:txBody>
      </p:sp>
      <p:sp>
        <p:nvSpPr>
          <p:cNvPr id="3082" name="AutoShape 16">
            <a:hlinkClick r:id="rId6" action="ppaction://hlinksldjump"/>
            <a:extLst>
              <a:ext uri="{FF2B5EF4-FFF2-40B4-BE49-F238E27FC236}">
                <a16:creationId xmlns:a16="http://schemas.microsoft.com/office/drawing/2014/main" id="{DFEA0CF4-438A-2A5C-EB50-C89EB9BDE2C0}"/>
              </a:ext>
            </a:extLst>
          </p:cNvPr>
          <p:cNvSpPr>
            <a:spLocks noChangeArrowheads="1"/>
          </p:cNvSpPr>
          <p:nvPr/>
        </p:nvSpPr>
        <p:spPr bwMode="auto">
          <a:xfrm>
            <a:off x="90381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진리 되신 우리 주는</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그림 1">
            <a:extLst>
              <a:ext uri="{FF2B5EF4-FFF2-40B4-BE49-F238E27FC236}">
                <a16:creationId xmlns:a16="http://schemas.microsoft.com/office/drawing/2014/main" id="{BFC2F918-990F-2485-1D96-CC9C8DAF4EF1}"/>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AutoShape 13">
            <a:hlinkClick r:id="rId3" action="ppaction://hlinksldjump"/>
            <a:extLst>
              <a:ext uri="{FF2B5EF4-FFF2-40B4-BE49-F238E27FC236}">
                <a16:creationId xmlns:a16="http://schemas.microsoft.com/office/drawing/2014/main" id="{755952D3-061B-EEBA-E431-A13E47FCA603}"/>
              </a:ext>
            </a:extLst>
          </p:cNvPr>
          <p:cNvSpPr>
            <a:spLocks noChangeArrowheads="1"/>
          </p:cNvSpPr>
          <p:nvPr/>
        </p:nvSpPr>
        <p:spPr bwMode="auto">
          <a:xfrm>
            <a:off x="3386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1.Praise the Savior, ye who </a:t>
            </a:r>
            <a:endParaRPr lang="ko-KR" altLang="en-US" sz="1467"/>
          </a:p>
        </p:txBody>
      </p:sp>
      <p:sp>
        <p:nvSpPr>
          <p:cNvPr id="4100" name="AutoShape 14">
            <a:hlinkClick r:id="rId4" action="ppaction://hlinksldjump"/>
            <a:extLst>
              <a:ext uri="{FF2B5EF4-FFF2-40B4-BE49-F238E27FC236}">
                <a16:creationId xmlns:a16="http://schemas.microsoft.com/office/drawing/2014/main" id="{7B3D8269-7F44-26C0-84A9-8F40302995F0}"/>
              </a:ext>
            </a:extLst>
          </p:cNvPr>
          <p:cNvSpPr>
            <a:spLocks noChangeArrowheads="1"/>
          </p:cNvSpPr>
          <p:nvPr/>
        </p:nvSpPr>
        <p:spPr bwMode="auto">
          <a:xfrm>
            <a:off x="3238501"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2.Keep us, Lord, O keep us </a:t>
            </a:r>
            <a:endParaRPr lang="ko-KR" altLang="en-US" sz="1467">
              <a:solidFill>
                <a:srgbClr val="FF0000"/>
              </a:solidFill>
            </a:endParaRPr>
          </a:p>
        </p:txBody>
      </p:sp>
      <p:sp>
        <p:nvSpPr>
          <p:cNvPr id="4101" name="AutoShape 15">
            <a:hlinkClick r:id="rId5" action="ppaction://hlinksldjump"/>
            <a:extLst>
              <a:ext uri="{FF2B5EF4-FFF2-40B4-BE49-F238E27FC236}">
                <a16:creationId xmlns:a16="http://schemas.microsoft.com/office/drawing/2014/main" id="{CF63A478-1BA2-3418-9AE2-D572B059B4A5}"/>
              </a:ext>
            </a:extLst>
          </p:cNvPr>
          <p:cNvSpPr>
            <a:spLocks noChangeArrowheads="1"/>
          </p:cNvSpPr>
          <p:nvPr/>
        </p:nvSpPr>
        <p:spPr bwMode="auto">
          <a:xfrm>
            <a:off x="6138334"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3.Jesus is the name that </a:t>
            </a:r>
            <a:endParaRPr lang="ko-KR" altLang="en-US" sz="1467"/>
          </a:p>
        </p:txBody>
      </p:sp>
      <p:sp>
        <p:nvSpPr>
          <p:cNvPr id="4102" name="AutoShape 16">
            <a:hlinkClick r:id="rId6" action="ppaction://hlinksldjump"/>
            <a:extLst>
              <a:ext uri="{FF2B5EF4-FFF2-40B4-BE49-F238E27FC236}">
                <a16:creationId xmlns:a16="http://schemas.microsoft.com/office/drawing/2014/main" id="{091F00F3-6498-7924-0813-0EE2000D4178}"/>
              </a:ext>
            </a:extLst>
          </p:cNvPr>
          <p:cNvSpPr>
            <a:spLocks noChangeArrowheads="1"/>
          </p:cNvSpPr>
          <p:nvPr/>
        </p:nvSpPr>
        <p:spPr bwMode="auto">
          <a:xfrm>
            <a:off x="90381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4.Trust in Him, ye saints </a:t>
            </a:r>
            <a:endParaRPr lang="ko-KR" altLang="en-US" sz="1467"/>
          </a:p>
        </p:txBody>
      </p:sp>
      <p:sp>
        <p:nvSpPr>
          <p:cNvPr id="4103" name="AutoShape 13">
            <a:hlinkClick r:id="rId3" action="ppaction://hlinksldjump"/>
            <a:extLst>
              <a:ext uri="{FF2B5EF4-FFF2-40B4-BE49-F238E27FC236}">
                <a16:creationId xmlns:a16="http://schemas.microsoft.com/office/drawing/2014/main" id="{6E35792C-CE27-A163-2C15-C36BF553C77E}"/>
              </a:ext>
            </a:extLst>
          </p:cNvPr>
          <p:cNvSpPr>
            <a:spLocks noChangeArrowheads="1"/>
          </p:cNvSpPr>
          <p:nvPr/>
        </p:nvSpPr>
        <p:spPr bwMode="auto">
          <a:xfrm>
            <a:off x="3386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구세주를 아는 이들</a:t>
            </a:r>
          </a:p>
        </p:txBody>
      </p:sp>
      <p:sp>
        <p:nvSpPr>
          <p:cNvPr id="4104" name="AutoShape 14">
            <a:hlinkClick r:id="rId4" action="ppaction://hlinksldjump"/>
            <a:extLst>
              <a:ext uri="{FF2B5EF4-FFF2-40B4-BE49-F238E27FC236}">
                <a16:creationId xmlns:a16="http://schemas.microsoft.com/office/drawing/2014/main" id="{F9891256-769F-932D-900D-9E4CAE9EB55A}"/>
              </a:ext>
            </a:extLst>
          </p:cNvPr>
          <p:cNvSpPr>
            <a:spLocks noChangeArrowheads="1"/>
          </p:cNvSpPr>
          <p:nvPr/>
        </p:nvSpPr>
        <p:spPr bwMode="auto">
          <a:xfrm>
            <a:off x="3238501"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a:t>
            </a:r>
            <a:r>
              <a:rPr lang="ko-KR" altLang="en-US" sz="1467">
                <a:solidFill>
                  <a:srgbClr val="FF0000"/>
                </a:solidFill>
              </a:rPr>
              <a:t>주를 알지 못한 이들</a:t>
            </a:r>
          </a:p>
        </p:txBody>
      </p:sp>
      <p:sp>
        <p:nvSpPr>
          <p:cNvPr id="4105" name="AutoShape 15">
            <a:hlinkClick r:id="rId5" action="ppaction://hlinksldjump"/>
            <a:extLst>
              <a:ext uri="{FF2B5EF4-FFF2-40B4-BE49-F238E27FC236}">
                <a16:creationId xmlns:a16="http://schemas.microsoft.com/office/drawing/2014/main" id="{B544F3E0-018D-AE00-E4F3-C6F9BAF0AFAB}"/>
              </a:ext>
            </a:extLst>
          </p:cNvPr>
          <p:cNvSpPr>
            <a:spLocks noChangeArrowheads="1"/>
          </p:cNvSpPr>
          <p:nvPr/>
        </p:nvSpPr>
        <p:spPr bwMode="auto">
          <a:xfrm>
            <a:off x="6138334"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약한 사람 도움 받아</a:t>
            </a:r>
          </a:p>
        </p:txBody>
      </p:sp>
      <p:sp>
        <p:nvSpPr>
          <p:cNvPr id="4106" name="AutoShape 16">
            <a:hlinkClick r:id="rId6" action="ppaction://hlinksldjump"/>
            <a:extLst>
              <a:ext uri="{FF2B5EF4-FFF2-40B4-BE49-F238E27FC236}">
                <a16:creationId xmlns:a16="http://schemas.microsoft.com/office/drawing/2014/main" id="{A3244EB4-E88F-7B05-351A-2E96561074E1}"/>
              </a:ext>
            </a:extLst>
          </p:cNvPr>
          <p:cNvSpPr>
            <a:spLocks noChangeArrowheads="1"/>
          </p:cNvSpPr>
          <p:nvPr/>
        </p:nvSpPr>
        <p:spPr bwMode="auto">
          <a:xfrm>
            <a:off x="90381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진리 되신 우리 주는</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그림 1">
            <a:extLst>
              <a:ext uri="{FF2B5EF4-FFF2-40B4-BE49-F238E27FC236}">
                <a16:creationId xmlns:a16="http://schemas.microsoft.com/office/drawing/2014/main" id="{BC07FF72-9380-0848-A2F7-794750B2B043}"/>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AutoShape 13">
            <a:hlinkClick r:id="rId3" action="ppaction://hlinksldjump"/>
            <a:extLst>
              <a:ext uri="{FF2B5EF4-FFF2-40B4-BE49-F238E27FC236}">
                <a16:creationId xmlns:a16="http://schemas.microsoft.com/office/drawing/2014/main" id="{CC7BDF7B-F89F-582C-7C45-61D5801D16E1}"/>
              </a:ext>
            </a:extLst>
          </p:cNvPr>
          <p:cNvSpPr>
            <a:spLocks noChangeArrowheads="1"/>
          </p:cNvSpPr>
          <p:nvPr/>
        </p:nvSpPr>
        <p:spPr bwMode="auto">
          <a:xfrm>
            <a:off x="3386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1.Praise the Savior, ye who </a:t>
            </a:r>
            <a:endParaRPr lang="ko-KR" altLang="en-US" sz="1467"/>
          </a:p>
        </p:txBody>
      </p:sp>
      <p:sp>
        <p:nvSpPr>
          <p:cNvPr id="5124" name="AutoShape 14">
            <a:hlinkClick r:id="rId4" action="ppaction://hlinksldjump"/>
            <a:extLst>
              <a:ext uri="{FF2B5EF4-FFF2-40B4-BE49-F238E27FC236}">
                <a16:creationId xmlns:a16="http://schemas.microsoft.com/office/drawing/2014/main" id="{0F75FDFF-C1BB-8362-E216-BC162DFC9F6D}"/>
              </a:ext>
            </a:extLst>
          </p:cNvPr>
          <p:cNvSpPr>
            <a:spLocks noChangeArrowheads="1"/>
          </p:cNvSpPr>
          <p:nvPr/>
        </p:nvSpPr>
        <p:spPr bwMode="auto">
          <a:xfrm>
            <a:off x="3238501"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2.Keep us, Lord, O keep us </a:t>
            </a:r>
            <a:endParaRPr lang="ko-KR" altLang="en-US" sz="1467">
              <a:solidFill>
                <a:srgbClr val="FF0000"/>
              </a:solidFill>
            </a:endParaRPr>
          </a:p>
        </p:txBody>
      </p:sp>
      <p:sp>
        <p:nvSpPr>
          <p:cNvPr id="5125" name="AutoShape 15">
            <a:hlinkClick r:id="rId5" action="ppaction://hlinksldjump"/>
            <a:extLst>
              <a:ext uri="{FF2B5EF4-FFF2-40B4-BE49-F238E27FC236}">
                <a16:creationId xmlns:a16="http://schemas.microsoft.com/office/drawing/2014/main" id="{D8EB9B27-3CFF-CBBB-0DF9-0442B67A4CDA}"/>
              </a:ext>
            </a:extLst>
          </p:cNvPr>
          <p:cNvSpPr>
            <a:spLocks noChangeArrowheads="1"/>
          </p:cNvSpPr>
          <p:nvPr/>
        </p:nvSpPr>
        <p:spPr bwMode="auto">
          <a:xfrm>
            <a:off x="6138334"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3.Jesus is the name that </a:t>
            </a:r>
            <a:endParaRPr lang="ko-KR" altLang="en-US" sz="1467"/>
          </a:p>
        </p:txBody>
      </p:sp>
      <p:sp>
        <p:nvSpPr>
          <p:cNvPr id="5126" name="AutoShape 16">
            <a:hlinkClick r:id="rId6" action="ppaction://hlinksldjump"/>
            <a:extLst>
              <a:ext uri="{FF2B5EF4-FFF2-40B4-BE49-F238E27FC236}">
                <a16:creationId xmlns:a16="http://schemas.microsoft.com/office/drawing/2014/main" id="{CFE3B7CB-35EB-51E2-2467-32B9C4D35AA5}"/>
              </a:ext>
            </a:extLst>
          </p:cNvPr>
          <p:cNvSpPr>
            <a:spLocks noChangeArrowheads="1"/>
          </p:cNvSpPr>
          <p:nvPr/>
        </p:nvSpPr>
        <p:spPr bwMode="auto">
          <a:xfrm>
            <a:off x="90381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4.Trust in Him, ye saints </a:t>
            </a:r>
            <a:endParaRPr lang="ko-KR" altLang="en-US" sz="1467"/>
          </a:p>
        </p:txBody>
      </p:sp>
      <p:sp>
        <p:nvSpPr>
          <p:cNvPr id="5127" name="AutoShape 13">
            <a:hlinkClick r:id="rId3" action="ppaction://hlinksldjump"/>
            <a:extLst>
              <a:ext uri="{FF2B5EF4-FFF2-40B4-BE49-F238E27FC236}">
                <a16:creationId xmlns:a16="http://schemas.microsoft.com/office/drawing/2014/main" id="{67504D3A-F875-3692-5570-0EAE53D1529B}"/>
              </a:ext>
            </a:extLst>
          </p:cNvPr>
          <p:cNvSpPr>
            <a:spLocks noChangeArrowheads="1"/>
          </p:cNvSpPr>
          <p:nvPr/>
        </p:nvSpPr>
        <p:spPr bwMode="auto">
          <a:xfrm>
            <a:off x="3386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구세주를 아는 이들</a:t>
            </a:r>
          </a:p>
        </p:txBody>
      </p:sp>
      <p:sp>
        <p:nvSpPr>
          <p:cNvPr id="5128" name="AutoShape 14">
            <a:hlinkClick r:id="rId4" action="ppaction://hlinksldjump"/>
            <a:extLst>
              <a:ext uri="{FF2B5EF4-FFF2-40B4-BE49-F238E27FC236}">
                <a16:creationId xmlns:a16="http://schemas.microsoft.com/office/drawing/2014/main" id="{21BABA91-4186-E698-FF34-9177A0CE5B0F}"/>
              </a:ext>
            </a:extLst>
          </p:cNvPr>
          <p:cNvSpPr>
            <a:spLocks noChangeArrowheads="1"/>
          </p:cNvSpPr>
          <p:nvPr/>
        </p:nvSpPr>
        <p:spPr bwMode="auto">
          <a:xfrm>
            <a:off x="3238501"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a:t>
            </a:r>
            <a:r>
              <a:rPr lang="ko-KR" altLang="en-US" sz="1467">
                <a:solidFill>
                  <a:srgbClr val="FF0000"/>
                </a:solidFill>
              </a:rPr>
              <a:t>주를 알지 못한 이들</a:t>
            </a:r>
          </a:p>
        </p:txBody>
      </p:sp>
      <p:sp>
        <p:nvSpPr>
          <p:cNvPr id="5129" name="AutoShape 15">
            <a:hlinkClick r:id="rId5" action="ppaction://hlinksldjump"/>
            <a:extLst>
              <a:ext uri="{FF2B5EF4-FFF2-40B4-BE49-F238E27FC236}">
                <a16:creationId xmlns:a16="http://schemas.microsoft.com/office/drawing/2014/main" id="{4A8B4757-317D-5A9D-3BB9-DB42EAB0ADEC}"/>
              </a:ext>
            </a:extLst>
          </p:cNvPr>
          <p:cNvSpPr>
            <a:spLocks noChangeArrowheads="1"/>
          </p:cNvSpPr>
          <p:nvPr/>
        </p:nvSpPr>
        <p:spPr bwMode="auto">
          <a:xfrm>
            <a:off x="6138334"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약한 사람 도움 받아</a:t>
            </a:r>
          </a:p>
        </p:txBody>
      </p:sp>
      <p:sp>
        <p:nvSpPr>
          <p:cNvPr id="5130" name="AutoShape 16">
            <a:hlinkClick r:id="rId6" action="ppaction://hlinksldjump"/>
            <a:extLst>
              <a:ext uri="{FF2B5EF4-FFF2-40B4-BE49-F238E27FC236}">
                <a16:creationId xmlns:a16="http://schemas.microsoft.com/office/drawing/2014/main" id="{ED0810AA-6B6E-736A-CEA5-AF067568C327}"/>
              </a:ext>
            </a:extLst>
          </p:cNvPr>
          <p:cNvSpPr>
            <a:spLocks noChangeArrowheads="1"/>
          </p:cNvSpPr>
          <p:nvPr/>
        </p:nvSpPr>
        <p:spPr bwMode="auto">
          <a:xfrm>
            <a:off x="90381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진리 되신 우리 주는</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그림 1">
            <a:extLst>
              <a:ext uri="{FF2B5EF4-FFF2-40B4-BE49-F238E27FC236}">
                <a16:creationId xmlns:a16="http://schemas.microsoft.com/office/drawing/2014/main" id="{862D415E-C79E-5326-D5E9-45D5C4278CBC}"/>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7" name="AutoShape 13">
            <a:hlinkClick r:id="rId3" action="ppaction://hlinksldjump"/>
            <a:extLst>
              <a:ext uri="{FF2B5EF4-FFF2-40B4-BE49-F238E27FC236}">
                <a16:creationId xmlns:a16="http://schemas.microsoft.com/office/drawing/2014/main" id="{923EDA99-BBB2-39E3-8C99-DF3537927F96}"/>
              </a:ext>
            </a:extLst>
          </p:cNvPr>
          <p:cNvSpPr>
            <a:spLocks noChangeArrowheads="1"/>
          </p:cNvSpPr>
          <p:nvPr/>
        </p:nvSpPr>
        <p:spPr bwMode="auto">
          <a:xfrm>
            <a:off x="3386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1.Praise the Savior, ye who </a:t>
            </a:r>
            <a:endParaRPr lang="ko-KR" altLang="en-US" sz="1467"/>
          </a:p>
        </p:txBody>
      </p:sp>
      <p:sp>
        <p:nvSpPr>
          <p:cNvPr id="6148" name="AutoShape 14">
            <a:hlinkClick r:id="rId4" action="ppaction://hlinksldjump"/>
            <a:extLst>
              <a:ext uri="{FF2B5EF4-FFF2-40B4-BE49-F238E27FC236}">
                <a16:creationId xmlns:a16="http://schemas.microsoft.com/office/drawing/2014/main" id="{DD5E5242-E579-B39C-5E26-E7127C9B596F}"/>
              </a:ext>
            </a:extLst>
          </p:cNvPr>
          <p:cNvSpPr>
            <a:spLocks noChangeArrowheads="1"/>
          </p:cNvSpPr>
          <p:nvPr/>
        </p:nvSpPr>
        <p:spPr bwMode="auto">
          <a:xfrm>
            <a:off x="3238501"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2.Keep us, Lord, O keep us </a:t>
            </a:r>
            <a:endParaRPr lang="ko-KR" altLang="en-US" sz="1467"/>
          </a:p>
        </p:txBody>
      </p:sp>
      <p:sp>
        <p:nvSpPr>
          <p:cNvPr id="6149" name="AutoShape 15">
            <a:hlinkClick r:id="rId5" action="ppaction://hlinksldjump"/>
            <a:extLst>
              <a:ext uri="{FF2B5EF4-FFF2-40B4-BE49-F238E27FC236}">
                <a16:creationId xmlns:a16="http://schemas.microsoft.com/office/drawing/2014/main" id="{D74040CD-1523-1401-7029-F882E9688316}"/>
              </a:ext>
            </a:extLst>
          </p:cNvPr>
          <p:cNvSpPr>
            <a:spLocks noChangeArrowheads="1"/>
          </p:cNvSpPr>
          <p:nvPr/>
        </p:nvSpPr>
        <p:spPr bwMode="auto">
          <a:xfrm>
            <a:off x="6138334"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3.Jesus is the name that </a:t>
            </a:r>
            <a:endParaRPr lang="ko-KR" altLang="en-US" sz="1467">
              <a:solidFill>
                <a:srgbClr val="FF0000"/>
              </a:solidFill>
            </a:endParaRPr>
          </a:p>
        </p:txBody>
      </p:sp>
      <p:sp>
        <p:nvSpPr>
          <p:cNvPr id="6150" name="AutoShape 16">
            <a:hlinkClick r:id="rId6" action="ppaction://hlinksldjump"/>
            <a:extLst>
              <a:ext uri="{FF2B5EF4-FFF2-40B4-BE49-F238E27FC236}">
                <a16:creationId xmlns:a16="http://schemas.microsoft.com/office/drawing/2014/main" id="{1D2D7BC1-8C3D-E578-9ECF-4B5C6DF1F4E7}"/>
              </a:ext>
            </a:extLst>
          </p:cNvPr>
          <p:cNvSpPr>
            <a:spLocks noChangeArrowheads="1"/>
          </p:cNvSpPr>
          <p:nvPr/>
        </p:nvSpPr>
        <p:spPr bwMode="auto">
          <a:xfrm>
            <a:off x="90381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4.Trust in Him, ye saints </a:t>
            </a:r>
            <a:endParaRPr lang="ko-KR" altLang="en-US" sz="1467"/>
          </a:p>
        </p:txBody>
      </p:sp>
      <p:sp>
        <p:nvSpPr>
          <p:cNvPr id="6151" name="AutoShape 13">
            <a:hlinkClick r:id="rId3" action="ppaction://hlinksldjump"/>
            <a:extLst>
              <a:ext uri="{FF2B5EF4-FFF2-40B4-BE49-F238E27FC236}">
                <a16:creationId xmlns:a16="http://schemas.microsoft.com/office/drawing/2014/main" id="{F386D746-4BAF-0AC4-9A1C-15750A4D2378}"/>
              </a:ext>
            </a:extLst>
          </p:cNvPr>
          <p:cNvSpPr>
            <a:spLocks noChangeArrowheads="1"/>
          </p:cNvSpPr>
          <p:nvPr/>
        </p:nvSpPr>
        <p:spPr bwMode="auto">
          <a:xfrm>
            <a:off x="3386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구세주를 아는 이들</a:t>
            </a:r>
          </a:p>
        </p:txBody>
      </p:sp>
      <p:sp>
        <p:nvSpPr>
          <p:cNvPr id="6152" name="AutoShape 14">
            <a:hlinkClick r:id="rId4" action="ppaction://hlinksldjump"/>
            <a:extLst>
              <a:ext uri="{FF2B5EF4-FFF2-40B4-BE49-F238E27FC236}">
                <a16:creationId xmlns:a16="http://schemas.microsoft.com/office/drawing/2014/main" id="{E6AB6308-F4A8-ED1D-FB4E-6BFA23A47442}"/>
              </a:ext>
            </a:extLst>
          </p:cNvPr>
          <p:cNvSpPr>
            <a:spLocks noChangeArrowheads="1"/>
          </p:cNvSpPr>
          <p:nvPr/>
        </p:nvSpPr>
        <p:spPr bwMode="auto">
          <a:xfrm>
            <a:off x="3238501"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주를 알지 못한 이들</a:t>
            </a:r>
          </a:p>
        </p:txBody>
      </p:sp>
      <p:sp>
        <p:nvSpPr>
          <p:cNvPr id="6153" name="AutoShape 15">
            <a:hlinkClick r:id="rId5" action="ppaction://hlinksldjump"/>
            <a:extLst>
              <a:ext uri="{FF2B5EF4-FFF2-40B4-BE49-F238E27FC236}">
                <a16:creationId xmlns:a16="http://schemas.microsoft.com/office/drawing/2014/main" id="{4CFCD0A6-5D3A-F4BA-34D4-1FA264DEDBFF}"/>
              </a:ext>
            </a:extLst>
          </p:cNvPr>
          <p:cNvSpPr>
            <a:spLocks noChangeArrowheads="1"/>
          </p:cNvSpPr>
          <p:nvPr/>
        </p:nvSpPr>
        <p:spPr bwMode="auto">
          <a:xfrm>
            <a:off x="6138334"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a:t>
            </a:r>
            <a:r>
              <a:rPr lang="ko-KR" altLang="en-US" sz="1467">
                <a:solidFill>
                  <a:srgbClr val="FF0000"/>
                </a:solidFill>
              </a:rPr>
              <a:t>약한 사람 도움 받아</a:t>
            </a:r>
          </a:p>
        </p:txBody>
      </p:sp>
      <p:sp>
        <p:nvSpPr>
          <p:cNvPr id="6154" name="AutoShape 16">
            <a:hlinkClick r:id="rId6" action="ppaction://hlinksldjump"/>
            <a:extLst>
              <a:ext uri="{FF2B5EF4-FFF2-40B4-BE49-F238E27FC236}">
                <a16:creationId xmlns:a16="http://schemas.microsoft.com/office/drawing/2014/main" id="{AC7F1CE4-1389-9FC3-B20C-05479CD9805F}"/>
              </a:ext>
            </a:extLst>
          </p:cNvPr>
          <p:cNvSpPr>
            <a:spLocks noChangeArrowheads="1"/>
          </p:cNvSpPr>
          <p:nvPr/>
        </p:nvSpPr>
        <p:spPr bwMode="auto">
          <a:xfrm>
            <a:off x="90381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진리 되신 우리 주는</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그림 1">
            <a:extLst>
              <a:ext uri="{FF2B5EF4-FFF2-40B4-BE49-F238E27FC236}">
                <a16:creationId xmlns:a16="http://schemas.microsoft.com/office/drawing/2014/main" id="{F0194A32-6C46-7F93-2C9E-8EA4F97EEF66}"/>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AutoShape 13">
            <a:hlinkClick r:id="rId3" action="ppaction://hlinksldjump"/>
            <a:extLst>
              <a:ext uri="{FF2B5EF4-FFF2-40B4-BE49-F238E27FC236}">
                <a16:creationId xmlns:a16="http://schemas.microsoft.com/office/drawing/2014/main" id="{810B437C-DBF3-22F8-F9B5-D67805F02F92}"/>
              </a:ext>
            </a:extLst>
          </p:cNvPr>
          <p:cNvSpPr>
            <a:spLocks noChangeArrowheads="1"/>
          </p:cNvSpPr>
          <p:nvPr/>
        </p:nvSpPr>
        <p:spPr bwMode="auto">
          <a:xfrm>
            <a:off x="3386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1.Praise the Savior, ye who </a:t>
            </a:r>
            <a:endParaRPr lang="ko-KR" altLang="en-US" sz="1467"/>
          </a:p>
        </p:txBody>
      </p:sp>
      <p:sp>
        <p:nvSpPr>
          <p:cNvPr id="7172" name="AutoShape 14">
            <a:hlinkClick r:id="rId4" action="ppaction://hlinksldjump"/>
            <a:extLst>
              <a:ext uri="{FF2B5EF4-FFF2-40B4-BE49-F238E27FC236}">
                <a16:creationId xmlns:a16="http://schemas.microsoft.com/office/drawing/2014/main" id="{964A1186-4053-7AA9-0D22-6D7A3375577E}"/>
              </a:ext>
            </a:extLst>
          </p:cNvPr>
          <p:cNvSpPr>
            <a:spLocks noChangeArrowheads="1"/>
          </p:cNvSpPr>
          <p:nvPr/>
        </p:nvSpPr>
        <p:spPr bwMode="auto">
          <a:xfrm>
            <a:off x="3238501"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2.Keep us, Lord, O keep us </a:t>
            </a:r>
            <a:endParaRPr lang="ko-KR" altLang="en-US" sz="1467"/>
          </a:p>
        </p:txBody>
      </p:sp>
      <p:sp>
        <p:nvSpPr>
          <p:cNvPr id="7173" name="AutoShape 15">
            <a:hlinkClick r:id="rId5" action="ppaction://hlinksldjump"/>
            <a:extLst>
              <a:ext uri="{FF2B5EF4-FFF2-40B4-BE49-F238E27FC236}">
                <a16:creationId xmlns:a16="http://schemas.microsoft.com/office/drawing/2014/main" id="{36864055-B46C-50E6-F647-3B7443006611}"/>
              </a:ext>
            </a:extLst>
          </p:cNvPr>
          <p:cNvSpPr>
            <a:spLocks noChangeArrowheads="1"/>
          </p:cNvSpPr>
          <p:nvPr/>
        </p:nvSpPr>
        <p:spPr bwMode="auto">
          <a:xfrm>
            <a:off x="6138334"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3.Jesus is the name that </a:t>
            </a:r>
            <a:endParaRPr lang="ko-KR" altLang="en-US" sz="1467">
              <a:solidFill>
                <a:srgbClr val="FF0000"/>
              </a:solidFill>
            </a:endParaRPr>
          </a:p>
        </p:txBody>
      </p:sp>
      <p:sp>
        <p:nvSpPr>
          <p:cNvPr id="7174" name="AutoShape 16">
            <a:hlinkClick r:id="rId6" action="ppaction://hlinksldjump"/>
            <a:extLst>
              <a:ext uri="{FF2B5EF4-FFF2-40B4-BE49-F238E27FC236}">
                <a16:creationId xmlns:a16="http://schemas.microsoft.com/office/drawing/2014/main" id="{F1976B6B-0621-2379-D428-E53298AB5805}"/>
              </a:ext>
            </a:extLst>
          </p:cNvPr>
          <p:cNvSpPr>
            <a:spLocks noChangeArrowheads="1"/>
          </p:cNvSpPr>
          <p:nvPr/>
        </p:nvSpPr>
        <p:spPr bwMode="auto">
          <a:xfrm>
            <a:off x="90381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4.Trust in Him, ye saints </a:t>
            </a:r>
            <a:endParaRPr lang="ko-KR" altLang="en-US" sz="1467"/>
          </a:p>
        </p:txBody>
      </p:sp>
      <p:sp>
        <p:nvSpPr>
          <p:cNvPr id="7175" name="AutoShape 13">
            <a:hlinkClick r:id="rId3" action="ppaction://hlinksldjump"/>
            <a:extLst>
              <a:ext uri="{FF2B5EF4-FFF2-40B4-BE49-F238E27FC236}">
                <a16:creationId xmlns:a16="http://schemas.microsoft.com/office/drawing/2014/main" id="{49DCD2D8-5415-7D51-022B-BE2DDE0984A5}"/>
              </a:ext>
            </a:extLst>
          </p:cNvPr>
          <p:cNvSpPr>
            <a:spLocks noChangeArrowheads="1"/>
          </p:cNvSpPr>
          <p:nvPr/>
        </p:nvSpPr>
        <p:spPr bwMode="auto">
          <a:xfrm>
            <a:off x="3386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구세주를 아는 이들</a:t>
            </a:r>
          </a:p>
        </p:txBody>
      </p:sp>
      <p:sp>
        <p:nvSpPr>
          <p:cNvPr id="7176" name="AutoShape 14">
            <a:hlinkClick r:id="rId4" action="ppaction://hlinksldjump"/>
            <a:extLst>
              <a:ext uri="{FF2B5EF4-FFF2-40B4-BE49-F238E27FC236}">
                <a16:creationId xmlns:a16="http://schemas.microsoft.com/office/drawing/2014/main" id="{325307A6-2BE8-C162-3357-31793517EFEB}"/>
              </a:ext>
            </a:extLst>
          </p:cNvPr>
          <p:cNvSpPr>
            <a:spLocks noChangeArrowheads="1"/>
          </p:cNvSpPr>
          <p:nvPr/>
        </p:nvSpPr>
        <p:spPr bwMode="auto">
          <a:xfrm>
            <a:off x="3238501"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주를 알지 못한 이들</a:t>
            </a:r>
          </a:p>
        </p:txBody>
      </p:sp>
      <p:sp>
        <p:nvSpPr>
          <p:cNvPr id="7177" name="AutoShape 15">
            <a:hlinkClick r:id="rId5" action="ppaction://hlinksldjump"/>
            <a:extLst>
              <a:ext uri="{FF2B5EF4-FFF2-40B4-BE49-F238E27FC236}">
                <a16:creationId xmlns:a16="http://schemas.microsoft.com/office/drawing/2014/main" id="{084AF8E5-8472-A068-18BE-8B3FD3421493}"/>
              </a:ext>
            </a:extLst>
          </p:cNvPr>
          <p:cNvSpPr>
            <a:spLocks noChangeArrowheads="1"/>
          </p:cNvSpPr>
          <p:nvPr/>
        </p:nvSpPr>
        <p:spPr bwMode="auto">
          <a:xfrm>
            <a:off x="6138334"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a:t>
            </a:r>
            <a:r>
              <a:rPr lang="ko-KR" altLang="en-US" sz="1467">
                <a:solidFill>
                  <a:srgbClr val="FF0000"/>
                </a:solidFill>
              </a:rPr>
              <a:t>약한 사람 도움 받아</a:t>
            </a:r>
          </a:p>
        </p:txBody>
      </p:sp>
      <p:sp>
        <p:nvSpPr>
          <p:cNvPr id="7178" name="AutoShape 16">
            <a:hlinkClick r:id="rId6" action="ppaction://hlinksldjump"/>
            <a:extLst>
              <a:ext uri="{FF2B5EF4-FFF2-40B4-BE49-F238E27FC236}">
                <a16:creationId xmlns:a16="http://schemas.microsoft.com/office/drawing/2014/main" id="{C1D8058D-320B-B975-259F-E0F214CB345F}"/>
              </a:ext>
            </a:extLst>
          </p:cNvPr>
          <p:cNvSpPr>
            <a:spLocks noChangeArrowheads="1"/>
          </p:cNvSpPr>
          <p:nvPr/>
        </p:nvSpPr>
        <p:spPr bwMode="auto">
          <a:xfrm>
            <a:off x="90381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진리 되신 우리 주는</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그림 1">
            <a:extLst>
              <a:ext uri="{FF2B5EF4-FFF2-40B4-BE49-F238E27FC236}">
                <a16:creationId xmlns:a16="http://schemas.microsoft.com/office/drawing/2014/main" id="{AF145859-B83A-A18B-5FE1-2BF98D2CEBAE}"/>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5" name="AutoShape 13">
            <a:hlinkClick r:id="rId3" action="ppaction://hlinksldjump"/>
            <a:extLst>
              <a:ext uri="{FF2B5EF4-FFF2-40B4-BE49-F238E27FC236}">
                <a16:creationId xmlns:a16="http://schemas.microsoft.com/office/drawing/2014/main" id="{F6E392E1-CD9F-87FA-33A0-D04DB018DB59}"/>
              </a:ext>
            </a:extLst>
          </p:cNvPr>
          <p:cNvSpPr>
            <a:spLocks noChangeArrowheads="1"/>
          </p:cNvSpPr>
          <p:nvPr/>
        </p:nvSpPr>
        <p:spPr bwMode="auto">
          <a:xfrm>
            <a:off x="3386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1.Praise the Savior, ye who </a:t>
            </a:r>
            <a:endParaRPr lang="ko-KR" altLang="en-US" sz="1467"/>
          </a:p>
        </p:txBody>
      </p:sp>
      <p:sp>
        <p:nvSpPr>
          <p:cNvPr id="8196" name="AutoShape 14">
            <a:hlinkClick r:id="rId4" action="ppaction://hlinksldjump"/>
            <a:extLst>
              <a:ext uri="{FF2B5EF4-FFF2-40B4-BE49-F238E27FC236}">
                <a16:creationId xmlns:a16="http://schemas.microsoft.com/office/drawing/2014/main" id="{DD9010F5-3659-FCD9-61AE-8C748DBB720A}"/>
              </a:ext>
            </a:extLst>
          </p:cNvPr>
          <p:cNvSpPr>
            <a:spLocks noChangeArrowheads="1"/>
          </p:cNvSpPr>
          <p:nvPr/>
        </p:nvSpPr>
        <p:spPr bwMode="auto">
          <a:xfrm>
            <a:off x="3238501"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2.Keep us, Lord, O keep us </a:t>
            </a:r>
            <a:endParaRPr lang="ko-KR" altLang="en-US" sz="1467"/>
          </a:p>
        </p:txBody>
      </p:sp>
      <p:sp>
        <p:nvSpPr>
          <p:cNvPr id="8197" name="AutoShape 15">
            <a:hlinkClick r:id="rId5" action="ppaction://hlinksldjump"/>
            <a:extLst>
              <a:ext uri="{FF2B5EF4-FFF2-40B4-BE49-F238E27FC236}">
                <a16:creationId xmlns:a16="http://schemas.microsoft.com/office/drawing/2014/main" id="{AE60E758-3DB1-6D09-5013-BF845A5EEE20}"/>
              </a:ext>
            </a:extLst>
          </p:cNvPr>
          <p:cNvSpPr>
            <a:spLocks noChangeArrowheads="1"/>
          </p:cNvSpPr>
          <p:nvPr/>
        </p:nvSpPr>
        <p:spPr bwMode="auto">
          <a:xfrm>
            <a:off x="6138334"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3.Jesus is the name that </a:t>
            </a:r>
            <a:endParaRPr lang="ko-KR" altLang="en-US" sz="1467"/>
          </a:p>
        </p:txBody>
      </p:sp>
      <p:sp>
        <p:nvSpPr>
          <p:cNvPr id="8198" name="AutoShape 16">
            <a:hlinkClick r:id="rId6" action="ppaction://hlinksldjump"/>
            <a:extLst>
              <a:ext uri="{FF2B5EF4-FFF2-40B4-BE49-F238E27FC236}">
                <a16:creationId xmlns:a16="http://schemas.microsoft.com/office/drawing/2014/main" id="{C760CBB4-CFBF-9C8C-C271-0B7BE3082727}"/>
              </a:ext>
            </a:extLst>
          </p:cNvPr>
          <p:cNvSpPr>
            <a:spLocks noChangeArrowheads="1"/>
          </p:cNvSpPr>
          <p:nvPr/>
        </p:nvSpPr>
        <p:spPr bwMode="auto">
          <a:xfrm>
            <a:off x="90381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4.Trust in Him, ye saints </a:t>
            </a:r>
            <a:endParaRPr lang="ko-KR" altLang="en-US" sz="1467">
              <a:solidFill>
                <a:srgbClr val="FF0000"/>
              </a:solidFill>
            </a:endParaRPr>
          </a:p>
        </p:txBody>
      </p:sp>
      <p:sp>
        <p:nvSpPr>
          <p:cNvPr id="8199" name="AutoShape 13">
            <a:hlinkClick r:id="rId3" action="ppaction://hlinksldjump"/>
            <a:extLst>
              <a:ext uri="{FF2B5EF4-FFF2-40B4-BE49-F238E27FC236}">
                <a16:creationId xmlns:a16="http://schemas.microsoft.com/office/drawing/2014/main" id="{A2617033-17E4-CCEA-AB8C-B9D45423A9E5}"/>
              </a:ext>
            </a:extLst>
          </p:cNvPr>
          <p:cNvSpPr>
            <a:spLocks noChangeArrowheads="1"/>
          </p:cNvSpPr>
          <p:nvPr/>
        </p:nvSpPr>
        <p:spPr bwMode="auto">
          <a:xfrm>
            <a:off x="3386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구세주를 아는 이들</a:t>
            </a:r>
          </a:p>
        </p:txBody>
      </p:sp>
      <p:sp>
        <p:nvSpPr>
          <p:cNvPr id="8200" name="AutoShape 14">
            <a:hlinkClick r:id="rId4" action="ppaction://hlinksldjump"/>
            <a:extLst>
              <a:ext uri="{FF2B5EF4-FFF2-40B4-BE49-F238E27FC236}">
                <a16:creationId xmlns:a16="http://schemas.microsoft.com/office/drawing/2014/main" id="{E79956A7-0F1D-D846-0D91-FB5E06298D52}"/>
              </a:ext>
            </a:extLst>
          </p:cNvPr>
          <p:cNvSpPr>
            <a:spLocks noChangeArrowheads="1"/>
          </p:cNvSpPr>
          <p:nvPr/>
        </p:nvSpPr>
        <p:spPr bwMode="auto">
          <a:xfrm>
            <a:off x="3238501"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주를 알지 못한 이들</a:t>
            </a:r>
          </a:p>
        </p:txBody>
      </p:sp>
      <p:sp>
        <p:nvSpPr>
          <p:cNvPr id="8201" name="AutoShape 15">
            <a:hlinkClick r:id="rId5" action="ppaction://hlinksldjump"/>
            <a:extLst>
              <a:ext uri="{FF2B5EF4-FFF2-40B4-BE49-F238E27FC236}">
                <a16:creationId xmlns:a16="http://schemas.microsoft.com/office/drawing/2014/main" id="{BC95AC20-69ED-303E-439D-2ACD1D192768}"/>
              </a:ext>
            </a:extLst>
          </p:cNvPr>
          <p:cNvSpPr>
            <a:spLocks noChangeArrowheads="1"/>
          </p:cNvSpPr>
          <p:nvPr/>
        </p:nvSpPr>
        <p:spPr bwMode="auto">
          <a:xfrm>
            <a:off x="6138334"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약한 사람 도움 받아</a:t>
            </a:r>
          </a:p>
        </p:txBody>
      </p:sp>
      <p:sp>
        <p:nvSpPr>
          <p:cNvPr id="8202" name="AutoShape 16">
            <a:hlinkClick r:id="rId6" action="ppaction://hlinksldjump"/>
            <a:extLst>
              <a:ext uri="{FF2B5EF4-FFF2-40B4-BE49-F238E27FC236}">
                <a16:creationId xmlns:a16="http://schemas.microsoft.com/office/drawing/2014/main" id="{FBB31AA5-CA55-E2B2-FED7-08625229587C}"/>
              </a:ext>
            </a:extLst>
          </p:cNvPr>
          <p:cNvSpPr>
            <a:spLocks noChangeArrowheads="1"/>
          </p:cNvSpPr>
          <p:nvPr/>
        </p:nvSpPr>
        <p:spPr bwMode="auto">
          <a:xfrm>
            <a:off x="90381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4.</a:t>
            </a:r>
            <a:r>
              <a:rPr lang="ko-KR" altLang="en-US" sz="1467">
                <a:solidFill>
                  <a:srgbClr val="FF0000"/>
                </a:solidFill>
              </a:rPr>
              <a:t>진리 되신 우리 주는</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그림 1">
            <a:extLst>
              <a:ext uri="{FF2B5EF4-FFF2-40B4-BE49-F238E27FC236}">
                <a16:creationId xmlns:a16="http://schemas.microsoft.com/office/drawing/2014/main" id="{D9779E1D-7EF6-30DC-7AAF-522BC8B2B2C0}"/>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AutoShape 13">
            <a:hlinkClick r:id="rId3" action="ppaction://hlinksldjump"/>
            <a:extLst>
              <a:ext uri="{FF2B5EF4-FFF2-40B4-BE49-F238E27FC236}">
                <a16:creationId xmlns:a16="http://schemas.microsoft.com/office/drawing/2014/main" id="{8B545BD0-4C1E-273E-BF39-BB615E80ECB4}"/>
              </a:ext>
            </a:extLst>
          </p:cNvPr>
          <p:cNvSpPr>
            <a:spLocks noChangeArrowheads="1"/>
          </p:cNvSpPr>
          <p:nvPr/>
        </p:nvSpPr>
        <p:spPr bwMode="auto">
          <a:xfrm>
            <a:off x="3386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1.Praise the Savior, ye who </a:t>
            </a:r>
            <a:endParaRPr lang="ko-KR" altLang="en-US" sz="1467"/>
          </a:p>
        </p:txBody>
      </p:sp>
      <p:sp>
        <p:nvSpPr>
          <p:cNvPr id="9220" name="AutoShape 14">
            <a:hlinkClick r:id="rId4" action="ppaction://hlinksldjump"/>
            <a:extLst>
              <a:ext uri="{FF2B5EF4-FFF2-40B4-BE49-F238E27FC236}">
                <a16:creationId xmlns:a16="http://schemas.microsoft.com/office/drawing/2014/main" id="{367575BF-725C-3A65-3F8E-5B6328E5165F}"/>
              </a:ext>
            </a:extLst>
          </p:cNvPr>
          <p:cNvSpPr>
            <a:spLocks noChangeArrowheads="1"/>
          </p:cNvSpPr>
          <p:nvPr/>
        </p:nvSpPr>
        <p:spPr bwMode="auto">
          <a:xfrm>
            <a:off x="3238501"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2.Keep us, Lord, O keep us </a:t>
            </a:r>
            <a:endParaRPr lang="ko-KR" altLang="en-US" sz="1467"/>
          </a:p>
        </p:txBody>
      </p:sp>
      <p:sp>
        <p:nvSpPr>
          <p:cNvPr id="9221" name="AutoShape 15">
            <a:hlinkClick r:id="rId5" action="ppaction://hlinksldjump"/>
            <a:extLst>
              <a:ext uri="{FF2B5EF4-FFF2-40B4-BE49-F238E27FC236}">
                <a16:creationId xmlns:a16="http://schemas.microsoft.com/office/drawing/2014/main" id="{1D4F0CC0-9A63-2B01-9133-45682EB0AA1D}"/>
              </a:ext>
            </a:extLst>
          </p:cNvPr>
          <p:cNvSpPr>
            <a:spLocks noChangeArrowheads="1"/>
          </p:cNvSpPr>
          <p:nvPr/>
        </p:nvSpPr>
        <p:spPr bwMode="auto">
          <a:xfrm>
            <a:off x="6138334"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3.Jesus is the name that </a:t>
            </a:r>
            <a:endParaRPr lang="ko-KR" altLang="en-US" sz="1467"/>
          </a:p>
        </p:txBody>
      </p:sp>
      <p:sp>
        <p:nvSpPr>
          <p:cNvPr id="9222" name="AutoShape 16">
            <a:hlinkClick r:id="rId6" action="ppaction://hlinksldjump"/>
            <a:extLst>
              <a:ext uri="{FF2B5EF4-FFF2-40B4-BE49-F238E27FC236}">
                <a16:creationId xmlns:a16="http://schemas.microsoft.com/office/drawing/2014/main" id="{16775A2F-B116-4B51-6F24-6B97834C37C6}"/>
              </a:ext>
            </a:extLst>
          </p:cNvPr>
          <p:cNvSpPr>
            <a:spLocks noChangeArrowheads="1"/>
          </p:cNvSpPr>
          <p:nvPr/>
        </p:nvSpPr>
        <p:spPr bwMode="auto">
          <a:xfrm>
            <a:off x="90381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4.Trust in Him, ye saints </a:t>
            </a:r>
            <a:endParaRPr lang="ko-KR" altLang="en-US" sz="1467">
              <a:solidFill>
                <a:srgbClr val="FF0000"/>
              </a:solidFill>
            </a:endParaRPr>
          </a:p>
        </p:txBody>
      </p:sp>
      <p:sp>
        <p:nvSpPr>
          <p:cNvPr id="9223" name="AutoShape 13">
            <a:hlinkClick r:id="rId3" action="ppaction://hlinksldjump"/>
            <a:extLst>
              <a:ext uri="{FF2B5EF4-FFF2-40B4-BE49-F238E27FC236}">
                <a16:creationId xmlns:a16="http://schemas.microsoft.com/office/drawing/2014/main" id="{E3F9B98E-EBA9-CCD3-9CE3-2BCC6810BB40}"/>
              </a:ext>
            </a:extLst>
          </p:cNvPr>
          <p:cNvSpPr>
            <a:spLocks noChangeArrowheads="1"/>
          </p:cNvSpPr>
          <p:nvPr/>
        </p:nvSpPr>
        <p:spPr bwMode="auto">
          <a:xfrm>
            <a:off x="3386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구세주를 아는 이들</a:t>
            </a:r>
          </a:p>
        </p:txBody>
      </p:sp>
      <p:sp>
        <p:nvSpPr>
          <p:cNvPr id="9224" name="AutoShape 14">
            <a:hlinkClick r:id="rId4" action="ppaction://hlinksldjump"/>
            <a:extLst>
              <a:ext uri="{FF2B5EF4-FFF2-40B4-BE49-F238E27FC236}">
                <a16:creationId xmlns:a16="http://schemas.microsoft.com/office/drawing/2014/main" id="{7D8FF84B-F917-FB8E-D8AA-79839732AF81}"/>
              </a:ext>
            </a:extLst>
          </p:cNvPr>
          <p:cNvSpPr>
            <a:spLocks noChangeArrowheads="1"/>
          </p:cNvSpPr>
          <p:nvPr/>
        </p:nvSpPr>
        <p:spPr bwMode="auto">
          <a:xfrm>
            <a:off x="3238501"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주를 알지 못한 이들</a:t>
            </a:r>
          </a:p>
        </p:txBody>
      </p:sp>
      <p:sp>
        <p:nvSpPr>
          <p:cNvPr id="9225" name="AutoShape 15">
            <a:hlinkClick r:id="rId5" action="ppaction://hlinksldjump"/>
            <a:extLst>
              <a:ext uri="{FF2B5EF4-FFF2-40B4-BE49-F238E27FC236}">
                <a16:creationId xmlns:a16="http://schemas.microsoft.com/office/drawing/2014/main" id="{29E4E887-6B82-E95C-5B9E-A8C364220E3A}"/>
              </a:ext>
            </a:extLst>
          </p:cNvPr>
          <p:cNvSpPr>
            <a:spLocks noChangeArrowheads="1"/>
          </p:cNvSpPr>
          <p:nvPr/>
        </p:nvSpPr>
        <p:spPr bwMode="auto">
          <a:xfrm>
            <a:off x="6138334"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약한 사람 도움 받아</a:t>
            </a:r>
          </a:p>
        </p:txBody>
      </p:sp>
      <p:sp>
        <p:nvSpPr>
          <p:cNvPr id="9226" name="AutoShape 16">
            <a:hlinkClick r:id="rId6" action="ppaction://hlinksldjump"/>
            <a:extLst>
              <a:ext uri="{FF2B5EF4-FFF2-40B4-BE49-F238E27FC236}">
                <a16:creationId xmlns:a16="http://schemas.microsoft.com/office/drawing/2014/main" id="{6D950AC7-E790-0810-9BE9-D17403E9D686}"/>
              </a:ext>
            </a:extLst>
          </p:cNvPr>
          <p:cNvSpPr>
            <a:spLocks noChangeArrowheads="1"/>
          </p:cNvSpPr>
          <p:nvPr/>
        </p:nvSpPr>
        <p:spPr bwMode="auto">
          <a:xfrm>
            <a:off x="90381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4.</a:t>
            </a:r>
            <a:r>
              <a:rPr lang="ko-KR" altLang="en-US" sz="1467">
                <a:solidFill>
                  <a:srgbClr val="FF0000"/>
                </a:solidFill>
              </a:rPr>
              <a:t>진리 되신 우리 주는</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p:cNvSpPr/>
          <p:nvPr/>
        </p:nvSpPr>
        <p:spPr>
          <a:xfrm>
            <a:off x="1524000" y="1700213"/>
            <a:ext cx="9144000" cy="3016250"/>
          </a:xfrm>
          <a:prstGeom prst="rect">
            <a:avLst/>
          </a:prstGeom>
        </p:spPr>
        <p:txBody>
          <a:bodyPr>
            <a:spAutoFit/>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algn="ctr" eaLnBrk="1" latinLnBrk="1" hangingPunct="1"/>
            <a:r>
              <a:rPr lang="ko-KR" altLang="en-US" sz="7000" b="1" dirty="0">
                <a:solidFill>
                  <a:prstClr val="black"/>
                </a:solidFill>
                <a:latin typeface="HY목각파임B" charset="0"/>
                <a:ea typeface="HY목각파임B" charset="0"/>
              </a:rPr>
              <a:t>고백의 기도</a:t>
            </a:r>
            <a:endParaRPr lang="en-US" altLang="ko-KR" sz="7000" b="1" dirty="0">
              <a:solidFill>
                <a:prstClr val="black"/>
              </a:solidFill>
              <a:latin typeface="HY목각파임B" charset="0"/>
              <a:ea typeface="HY목각파임B" charset="0"/>
            </a:endParaRPr>
          </a:p>
          <a:p>
            <a:pPr algn="ctr" eaLnBrk="1" latinLnBrk="1" hangingPunct="1"/>
            <a:r>
              <a:rPr lang="en-US" altLang="ko-KR" b="1" dirty="0">
                <a:solidFill>
                  <a:srgbClr val="889C6F">
                    <a:lumMod val="75000"/>
                  </a:srgbClr>
                </a:solidFill>
                <a:latin typeface="HY목각파임B" charset="0"/>
                <a:ea typeface="HY목각파임B" charset="0"/>
              </a:rPr>
              <a:t>Confession</a:t>
            </a:r>
          </a:p>
          <a:p>
            <a:pPr algn="ctr" eaLnBrk="1" latinLnBrk="1" hangingPunct="1"/>
            <a:r>
              <a:rPr lang="en-US" altLang="ko-KR" b="1" dirty="0">
                <a:solidFill>
                  <a:prstClr val="black"/>
                </a:solidFill>
                <a:latin typeface="HY강M" charset="0"/>
                <a:ea typeface="HY강M" charset="0"/>
              </a:rPr>
              <a:t>(</a:t>
            </a:r>
            <a:r>
              <a:rPr lang="ko-KR" altLang="en-US" b="1" dirty="0">
                <a:solidFill>
                  <a:prstClr val="black"/>
                </a:solidFill>
                <a:latin typeface="HY강M" charset="0"/>
                <a:ea typeface="HY강M" charset="0"/>
              </a:rPr>
              <a:t>요일 </a:t>
            </a:r>
            <a:r>
              <a:rPr lang="en-US" altLang="ko-KR" b="1" dirty="0">
                <a:solidFill>
                  <a:prstClr val="black"/>
                </a:solidFill>
                <a:latin typeface="HY강M" charset="0"/>
                <a:ea typeface="HY강M" charset="0"/>
              </a:rPr>
              <a:t>1:9)</a:t>
            </a:r>
            <a:endParaRPr lang="ko-KR" altLang="en-US" b="1" dirty="0">
              <a:solidFill>
                <a:prstClr val="black"/>
              </a:solidFill>
              <a:latin typeface="HY강M" charset="0"/>
              <a:ea typeface="HY강M" charset="0"/>
            </a:endParaRPr>
          </a:p>
        </p:txBody>
      </p:sp>
    </p:spTree>
    <p:extLst>
      <p:ext uri="{BB962C8B-B14F-4D97-AF65-F5344CB8AC3E}">
        <p14:creationId xmlns:p14="http://schemas.microsoft.com/office/powerpoint/2010/main" val="41778836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p:cNvSpPr/>
          <p:nvPr/>
        </p:nvSpPr>
        <p:spPr>
          <a:xfrm>
            <a:off x="1524000" y="908050"/>
            <a:ext cx="9144000" cy="3500510"/>
          </a:xfrm>
          <a:prstGeom prst="rect">
            <a:avLst/>
          </a:prstGeom>
        </p:spPr>
        <p:txBody>
          <a:bodyPr>
            <a:spAutoFit/>
          </a:bodyPr>
          <a:lstStyle/>
          <a:p>
            <a:pPr algn="ctr" eaLnBrk="1" latinLnBrk="1" hangingPunct="1">
              <a:defRPr/>
            </a:pPr>
            <a:r>
              <a:rPr lang="ko-KR" altLang="en-US" sz="7000" b="1" dirty="0">
                <a:solidFill>
                  <a:prstClr val="black"/>
                </a:solidFill>
                <a:latin typeface="HY목각파임B" pitchFamily="18" charset="-127"/>
                <a:ea typeface="HY목각파임B" pitchFamily="18" charset="-127"/>
              </a:rPr>
              <a:t>찬 송</a:t>
            </a:r>
            <a:endParaRPr lang="en-US" altLang="ko-KR" sz="7000" b="1" dirty="0">
              <a:solidFill>
                <a:prstClr val="black"/>
              </a:solidFill>
              <a:latin typeface="HY목각파임B" pitchFamily="18" charset="-127"/>
              <a:ea typeface="HY목각파임B" pitchFamily="18" charset="-127"/>
            </a:endParaRPr>
          </a:p>
          <a:p>
            <a:pPr algn="ctr" eaLnBrk="1" latinLnBrk="1" hangingPunct="1">
              <a:defRPr/>
            </a:pPr>
            <a:r>
              <a:rPr lang="en-US" altLang="ko-KR" b="1" dirty="0">
                <a:solidFill>
                  <a:srgbClr val="889C6F">
                    <a:lumMod val="75000"/>
                  </a:srgbClr>
                </a:solidFill>
                <a:latin typeface="HY목각파임B" pitchFamily="18" charset="-127"/>
                <a:ea typeface="HY목각파임B" pitchFamily="18" charset="-127"/>
              </a:rPr>
              <a:t>Hymn</a:t>
            </a:r>
          </a:p>
          <a:p>
            <a:pPr algn="ctr" eaLnBrk="1" latinLnBrk="1" hangingPunct="1">
              <a:lnSpc>
                <a:spcPct val="150000"/>
              </a:lnSpc>
              <a:defRPr/>
            </a:pPr>
            <a:r>
              <a:rPr lang="en-US" altLang="ko-KR" sz="7000" b="1" dirty="0">
                <a:solidFill>
                  <a:prstClr val="black"/>
                </a:solidFill>
                <a:latin typeface="HY강B" pitchFamily="18" charset="-127"/>
                <a:ea typeface="HY강B" pitchFamily="18" charset="-127"/>
              </a:rPr>
              <a:t>258</a:t>
            </a:r>
            <a:r>
              <a:rPr lang="ko-KR" altLang="en-US" sz="7000" b="1" dirty="0">
                <a:solidFill>
                  <a:prstClr val="black"/>
                </a:solidFill>
                <a:latin typeface="HY강B" pitchFamily="18" charset="-127"/>
                <a:ea typeface="HY강B" pitchFamily="18" charset="-127"/>
              </a:rPr>
              <a:t>장</a:t>
            </a:r>
          </a:p>
        </p:txBody>
      </p:sp>
    </p:spTree>
    <p:extLst>
      <p:ext uri="{BB962C8B-B14F-4D97-AF65-F5344CB8AC3E}">
        <p14:creationId xmlns:p14="http://schemas.microsoft.com/office/powerpoint/2010/main" val="15712237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AutoShape 13">
            <a:hlinkClick r:id="rId2" action="ppaction://hlinksldjump"/>
            <a:extLst>
              <a:ext uri="{FF2B5EF4-FFF2-40B4-BE49-F238E27FC236}">
                <a16:creationId xmlns:a16="http://schemas.microsoft.com/office/drawing/2014/main" id="{7E6966F8-9937-4AC5-9D21-F978D4B5FF8F}"/>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1.There is a fountain </a:t>
            </a:r>
            <a:endParaRPr lang="ko-KR" altLang="en-US" sz="1467">
              <a:solidFill>
                <a:srgbClr val="FF0000"/>
              </a:solidFill>
            </a:endParaRPr>
          </a:p>
        </p:txBody>
      </p:sp>
      <p:sp>
        <p:nvSpPr>
          <p:cNvPr id="2051" name="AutoShape 14">
            <a:hlinkClick r:id="rId3" action="ppaction://hlinksldjump"/>
            <a:extLst>
              <a:ext uri="{FF2B5EF4-FFF2-40B4-BE49-F238E27FC236}">
                <a16:creationId xmlns:a16="http://schemas.microsoft.com/office/drawing/2014/main" id="{5AD0EC24-CE24-C02F-B6C5-ACA6E409857A}"/>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2.The dying thief </a:t>
            </a:r>
            <a:endParaRPr lang="ko-KR" altLang="en-US" sz="1467"/>
          </a:p>
        </p:txBody>
      </p:sp>
      <p:sp>
        <p:nvSpPr>
          <p:cNvPr id="2052" name="AutoShape 15">
            <a:hlinkClick r:id="rId4" action="ppaction://hlinksldjump"/>
            <a:extLst>
              <a:ext uri="{FF2B5EF4-FFF2-40B4-BE49-F238E27FC236}">
                <a16:creationId xmlns:a16="http://schemas.microsoft.com/office/drawing/2014/main" id="{74C115C5-1972-A23D-331B-4B2894AB0CC7}"/>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3.Dear dying Lamb, Thy </a:t>
            </a:r>
            <a:endParaRPr lang="ko-KR" altLang="en-US" sz="1467"/>
          </a:p>
        </p:txBody>
      </p:sp>
      <p:sp>
        <p:nvSpPr>
          <p:cNvPr id="2053" name="AutoShape 16">
            <a:hlinkClick r:id="rId5" action="ppaction://hlinksldjump"/>
            <a:extLst>
              <a:ext uri="{FF2B5EF4-FFF2-40B4-BE49-F238E27FC236}">
                <a16:creationId xmlns:a16="http://schemas.microsoft.com/office/drawing/2014/main" id="{68C5B4F2-8D86-2F6A-C6B8-65BBA9054F56}"/>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4.E'er since by faith I </a:t>
            </a:r>
            <a:endParaRPr lang="ko-KR" altLang="en-US" sz="1467"/>
          </a:p>
        </p:txBody>
      </p:sp>
      <p:sp>
        <p:nvSpPr>
          <p:cNvPr id="2054" name="AutoShape 17">
            <a:hlinkClick r:id="rId6" action="ppaction://hlinksldjump"/>
            <a:extLst>
              <a:ext uri="{FF2B5EF4-FFF2-40B4-BE49-F238E27FC236}">
                <a16:creationId xmlns:a16="http://schemas.microsoft.com/office/drawing/2014/main" id="{C3C2A93C-243C-6161-BD15-6AAE45271542}"/>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5.When this poor </a:t>
            </a:r>
            <a:endParaRPr lang="ko-KR" altLang="en-US" sz="1467"/>
          </a:p>
        </p:txBody>
      </p:sp>
      <p:sp>
        <p:nvSpPr>
          <p:cNvPr id="2055" name="AutoShape 13">
            <a:hlinkClick r:id="rId2" action="ppaction://hlinksldjump"/>
            <a:extLst>
              <a:ext uri="{FF2B5EF4-FFF2-40B4-BE49-F238E27FC236}">
                <a16:creationId xmlns:a16="http://schemas.microsoft.com/office/drawing/2014/main" id="{5C6DF131-AB46-C964-567B-41B99652B213}"/>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a:t>
            </a:r>
            <a:r>
              <a:rPr lang="ko-KR" altLang="en-US" sz="1467">
                <a:solidFill>
                  <a:srgbClr val="FF0000"/>
                </a:solidFill>
              </a:rPr>
              <a:t>샘물과 같은 보혈은</a:t>
            </a:r>
          </a:p>
        </p:txBody>
      </p:sp>
      <p:sp>
        <p:nvSpPr>
          <p:cNvPr id="2056" name="AutoShape 14">
            <a:hlinkClick r:id="rId3" action="ppaction://hlinksldjump"/>
            <a:extLst>
              <a:ext uri="{FF2B5EF4-FFF2-40B4-BE49-F238E27FC236}">
                <a16:creationId xmlns:a16="http://schemas.microsoft.com/office/drawing/2014/main" id="{8E91A65A-C0BA-DB87-CBAF-60D55D200ECB}"/>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저 도적 회개하고서</a:t>
            </a:r>
          </a:p>
        </p:txBody>
      </p:sp>
      <p:sp>
        <p:nvSpPr>
          <p:cNvPr id="2057" name="AutoShape 15">
            <a:hlinkClick r:id="rId4" action="ppaction://hlinksldjump"/>
            <a:extLst>
              <a:ext uri="{FF2B5EF4-FFF2-40B4-BE49-F238E27FC236}">
                <a16:creationId xmlns:a16="http://schemas.microsoft.com/office/drawing/2014/main" id="{840DDBC7-DBDE-DE1B-A3DF-402AFE403205}"/>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죄 속함 받은 백성은</a:t>
            </a:r>
          </a:p>
        </p:txBody>
      </p:sp>
      <p:sp>
        <p:nvSpPr>
          <p:cNvPr id="2058" name="AutoShape 16">
            <a:hlinkClick r:id="rId5" action="ppaction://hlinksldjump"/>
            <a:extLst>
              <a:ext uri="{FF2B5EF4-FFF2-40B4-BE49-F238E27FC236}">
                <a16:creationId xmlns:a16="http://schemas.microsoft.com/office/drawing/2014/main" id="{538D16B0-9B7B-FD6D-AF79-D1AC0E3F8B64}"/>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날 정케 하신 피 보니</a:t>
            </a:r>
          </a:p>
        </p:txBody>
      </p:sp>
      <p:sp>
        <p:nvSpPr>
          <p:cNvPr id="2059" name="AutoShape 17">
            <a:hlinkClick r:id="rId6" action="ppaction://hlinksldjump"/>
            <a:extLst>
              <a:ext uri="{FF2B5EF4-FFF2-40B4-BE49-F238E27FC236}">
                <a16:creationId xmlns:a16="http://schemas.microsoft.com/office/drawing/2014/main" id="{B6714929-AAF4-3C1D-4A97-CFE7917ADDF9}"/>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a:t>
            </a:r>
            <a:r>
              <a:rPr lang="ko-KR" altLang="en-US" sz="1467"/>
              <a:t>이후에 천국 올라가</a:t>
            </a:r>
          </a:p>
        </p:txBody>
      </p:sp>
      <p:pic>
        <p:nvPicPr>
          <p:cNvPr id="2060" name="그림 1">
            <a:extLst>
              <a:ext uri="{FF2B5EF4-FFF2-40B4-BE49-F238E27FC236}">
                <a16:creationId xmlns:a16="http://schemas.microsoft.com/office/drawing/2014/main" id="{F65FB2E1-1D79-BF0A-9B68-2DA030B01179}"/>
              </a:ext>
            </a:extLst>
          </p:cNvPr>
          <p:cNvPicPr>
            <a:picLocks/>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그림 1">
            <a:extLst>
              <a:ext uri="{FF2B5EF4-FFF2-40B4-BE49-F238E27FC236}">
                <a16:creationId xmlns:a16="http://schemas.microsoft.com/office/drawing/2014/main" id="{BA9A465F-FDE5-AD75-1C5F-D490CBB3D02C}"/>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AutoShape 13">
            <a:hlinkClick r:id="rId3" action="ppaction://hlinksldjump"/>
            <a:extLst>
              <a:ext uri="{FF2B5EF4-FFF2-40B4-BE49-F238E27FC236}">
                <a16:creationId xmlns:a16="http://schemas.microsoft.com/office/drawing/2014/main" id="{4E420E17-E385-001F-2270-64776CD3E4CB}"/>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1.There is a fountain </a:t>
            </a:r>
            <a:endParaRPr lang="ko-KR" altLang="en-US" sz="1467">
              <a:solidFill>
                <a:srgbClr val="FF0000"/>
              </a:solidFill>
            </a:endParaRPr>
          </a:p>
        </p:txBody>
      </p:sp>
      <p:sp>
        <p:nvSpPr>
          <p:cNvPr id="3076" name="AutoShape 14">
            <a:hlinkClick r:id="rId4" action="ppaction://hlinksldjump"/>
            <a:extLst>
              <a:ext uri="{FF2B5EF4-FFF2-40B4-BE49-F238E27FC236}">
                <a16:creationId xmlns:a16="http://schemas.microsoft.com/office/drawing/2014/main" id="{742BD3ED-A9B6-75AF-9F83-FACB3F319786}"/>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2.The dying thief </a:t>
            </a:r>
            <a:endParaRPr lang="ko-KR" altLang="en-US" sz="1467"/>
          </a:p>
        </p:txBody>
      </p:sp>
      <p:sp>
        <p:nvSpPr>
          <p:cNvPr id="3077" name="AutoShape 15">
            <a:hlinkClick r:id="rId5" action="ppaction://hlinksldjump"/>
            <a:extLst>
              <a:ext uri="{FF2B5EF4-FFF2-40B4-BE49-F238E27FC236}">
                <a16:creationId xmlns:a16="http://schemas.microsoft.com/office/drawing/2014/main" id="{B6D14E6A-741D-9808-1C19-3196624987C0}"/>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3.Dear dying Lamb, Thy </a:t>
            </a:r>
            <a:endParaRPr lang="ko-KR" altLang="en-US" sz="1467"/>
          </a:p>
        </p:txBody>
      </p:sp>
      <p:sp>
        <p:nvSpPr>
          <p:cNvPr id="3078" name="AutoShape 16">
            <a:hlinkClick r:id="rId6" action="ppaction://hlinksldjump"/>
            <a:extLst>
              <a:ext uri="{FF2B5EF4-FFF2-40B4-BE49-F238E27FC236}">
                <a16:creationId xmlns:a16="http://schemas.microsoft.com/office/drawing/2014/main" id="{1D322189-651C-4253-6B8D-3DE8BFC4E94C}"/>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4.E'er since by faith I </a:t>
            </a:r>
            <a:endParaRPr lang="ko-KR" altLang="en-US" sz="1467"/>
          </a:p>
        </p:txBody>
      </p:sp>
      <p:sp>
        <p:nvSpPr>
          <p:cNvPr id="3079" name="AutoShape 17">
            <a:hlinkClick r:id="rId7" action="ppaction://hlinksldjump"/>
            <a:extLst>
              <a:ext uri="{FF2B5EF4-FFF2-40B4-BE49-F238E27FC236}">
                <a16:creationId xmlns:a16="http://schemas.microsoft.com/office/drawing/2014/main" id="{AB2F1047-5551-6518-4686-11BAD8E4D0BD}"/>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5.When this poor </a:t>
            </a:r>
            <a:endParaRPr lang="ko-KR" altLang="en-US" sz="1467"/>
          </a:p>
        </p:txBody>
      </p:sp>
      <p:sp>
        <p:nvSpPr>
          <p:cNvPr id="3080" name="AutoShape 13">
            <a:hlinkClick r:id="rId3" action="ppaction://hlinksldjump"/>
            <a:extLst>
              <a:ext uri="{FF2B5EF4-FFF2-40B4-BE49-F238E27FC236}">
                <a16:creationId xmlns:a16="http://schemas.microsoft.com/office/drawing/2014/main" id="{04E78B38-B31C-76B1-1598-909EF5F68CA4}"/>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a:t>
            </a:r>
            <a:r>
              <a:rPr lang="ko-KR" altLang="en-US" sz="1467">
                <a:solidFill>
                  <a:srgbClr val="FF0000"/>
                </a:solidFill>
              </a:rPr>
              <a:t>샘물과 같은 보혈은</a:t>
            </a:r>
          </a:p>
        </p:txBody>
      </p:sp>
      <p:sp>
        <p:nvSpPr>
          <p:cNvPr id="3081" name="AutoShape 14">
            <a:hlinkClick r:id="rId4" action="ppaction://hlinksldjump"/>
            <a:extLst>
              <a:ext uri="{FF2B5EF4-FFF2-40B4-BE49-F238E27FC236}">
                <a16:creationId xmlns:a16="http://schemas.microsoft.com/office/drawing/2014/main" id="{7C7693CA-BC32-ECB7-7969-14C1B648BB5C}"/>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저 도적 회개하고서</a:t>
            </a:r>
          </a:p>
        </p:txBody>
      </p:sp>
      <p:sp>
        <p:nvSpPr>
          <p:cNvPr id="3082" name="AutoShape 15">
            <a:hlinkClick r:id="rId5" action="ppaction://hlinksldjump"/>
            <a:extLst>
              <a:ext uri="{FF2B5EF4-FFF2-40B4-BE49-F238E27FC236}">
                <a16:creationId xmlns:a16="http://schemas.microsoft.com/office/drawing/2014/main" id="{D9FA97B1-BF87-5071-187E-71E0118D7EC2}"/>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죄 속함 받은 백성은</a:t>
            </a:r>
          </a:p>
        </p:txBody>
      </p:sp>
      <p:sp>
        <p:nvSpPr>
          <p:cNvPr id="3083" name="AutoShape 16">
            <a:hlinkClick r:id="rId6" action="ppaction://hlinksldjump"/>
            <a:extLst>
              <a:ext uri="{FF2B5EF4-FFF2-40B4-BE49-F238E27FC236}">
                <a16:creationId xmlns:a16="http://schemas.microsoft.com/office/drawing/2014/main" id="{7EBDC9CD-E0D6-B2C8-71C6-4FA358DD771B}"/>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날 정케 하신 피 보니</a:t>
            </a:r>
          </a:p>
        </p:txBody>
      </p:sp>
      <p:sp>
        <p:nvSpPr>
          <p:cNvPr id="3084" name="AutoShape 17">
            <a:hlinkClick r:id="rId7" action="ppaction://hlinksldjump"/>
            <a:extLst>
              <a:ext uri="{FF2B5EF4-FFF2-40B4-BE49-F238E27FC236}">
                <a16:creationId xmlns:a16="http://schemas.microsoft.com/office/drawing/2014/main" id="{2C297E76-1015-9621-FE18-F85F419FD1CA}"/>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a:t>
            </a:r>
            <a:r>
              <a:rPr lang="ko-KR" altLang="en-US" sz="1467"/>
              <a:t>이후에 천국 올라가</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그림 2">
            <a:extLst>
              <a:ext uri="{FF2B5EF4-FFF2-40B4-BE49-F238E27FC236}">
                <a16:creationId xmlns:a16="http://schemas.microsoft.com/office/drawing/2014/main" id="{0E7F30C4-9FF5-6A76-E2EF-5F43A4BC8746}"/>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AutoShape 13">
            <a:hlinkClick r:id="rId3" action="ppaction://hlinksldjump"/>
            <a:extLst>
              <a:ext uri="{FF2B5EF4-FFF2-40B4-BE49-F238E27FC236}">
                <a16:creationId xmlns:a16="http://schemas.microsoft.com/office/drawing/2014/main" id="{55E65D93-4C9B-562F-393D-EF7564A463CF}"/>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1.There is a fountain </a:t>
            </a:r>
            <a:endParaRPr lang="ko-KR" altLang="en-US" sz="1467">
              <a:solidFill>
                <a:srgbClr val="FF0000"/>
              </a:solidFill>
            </a:endParaRPr>
          </a:p>
        </p:txBody>
      </p:sp>
      <p:sp>
        <p:nvSpPr>
          <p:cNvPr id="4100" name="AutoShape 14">
            <a:hlinkClick r:id="rId4" action="ppaction://hlinksldjump"/>
            <a:extLst>
              <a:ext uri="{FF2B5EF4-FFF2-40B4-BE49-F238E27FC236}">
                <a16:creationId xmlns:a16="http://schemas.microsoft.com/office/drawing/2014/main" id="{098517EC-81ED-336F-E6AB-D562316B75A3}"/>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2.The dying thief </a:t>
            </a:r>
            <a:endParaRPr lang="ko-KR" altLang="en-US" sz="1467"/>
          </a:p>
        </p:txBody>
      </p:sp>
      <p:sp>
        <p:nvSpPr>
          <p:cNvPr id="4101" name="AutoShape 15">
            <a:hlinkClick r:id="rId5" action="ppaction://hlinksldjump"/>
            <a:extLst>
              <a:ext uri="{FF2B5EF4-FFF2-40B4-BE49-F238E27FC236}">
                <a16:creationId xmlns:a16="http://schemas.microsoft.com/office/drawing/2014/main" id="{7DDCC81C-5416-6B22-489D-CCE390040A5C}"/>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3.Dear dying Lamb, Thy </a:t>
            </a:r>
            <a:endParaRPr lang="ko-KR" altLang="en-US" sz="1467"/>
          </a:p>
        </p:txBody>
      </p:sp>
      <p:sp>
        <p:nvSpPr>
          <p:cNvPr id="4102" name="AutoShape 16">
            <a:hlinkClick r:id="rId6" action="ppaction://hlinksldjump"/>
            <a:extLst>
              <a:ext uri="{FF2B5EF4-FFF2-40B4-BE49-F238E27FC236}">
                <a16:creationId xmlns:a16="http://schemas.microsoft.com/office/drawing/2014/main" id="{5EDDAEA1-9309-0533-6E3A-4E31FCFA8182}"/>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4.E'er since by faith I </a:t>
            </a:r>
            <a:endParaRPr lang="ko-KR" altLang="en-US" sz="1467"/>
          </a:p>
        </p:txBody>
      </p:sp>
      <p:sp>
        <p:nvSpPr>
          <p:cNvPr id="4103" name="AutoShape 17">
            <a:hlinkClick r:id="rId7" action="ppaction://hlinksldjump"/>
            <a:extLst>
              <a:ext uri="{FF2B5EF4-FFF2-40B4-BE49-F238E27FC236}">
                <a16:creationId xmlns:a16="http://schemas.microsoft.com/office/drawing/2014/main" id="{140F337C-B148-8557-78C2-40882FF4D509}"/>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5.When this poor </a:t>
            </a:r>
            <a:endParaRPr lang="ko-KR" altLang="en-US" sz="1467"/>
          </a:p>
        </p:txBody>
      </p:sp>
      <p:sp>
        <p:nvSpPr>
          <p:cNvPr id="4104" name="AutoShape 13">
            <a:hlinkClick r:id="rId3" action="ppaction://hlinksldjump"/>
            <a:extLst>
              <a:ext uri="{FF2B5EF4-FFF2-40B4-BE49-F238E27FC236}">
                <a16:creationId xmlns:a16="http://schemas.microsoft.com/office/drawing/2014/main" id="{639880B6-76E7-0501-ABD5-7B9EF8F5F9D7}"/>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a:t>
            </a:r>
            <a:r>
              <a:rPr lang="ko-KR" altLang="en-US" sz="1467">
                <a:solidFill>
                  <a:srgbClr val="FF0000"/>
                </a:solidFill>
              </a:rPr>
              <a:t>샘물과 같은 보혈은</a:t>
            </a:r>
          </a:p>
        </p:txBody>
      </p:sp>
      <p:sp>
        <p:nvSpPr>
          <p:cNvPr id="4105" name="AutoShape 14">
            <a:hlinkClick r:id="rId4" action="ppaction://hlinksldjump"/>
            <a:extLst>
              <a:ext uri="{FF2B5EF4-FFF2-40B4-BE49-F238E27FC236}">
                <a16:creationId xmlns:a16="http://schemas.microsoft.com/office/drawing/2014/main" id="{72DCBA95-14AD-64D2-8D40-BC393DF26A1C}"/>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저 도적 회개하고서</a:t>
            </a:r>
          </a:p>
        </p:txBody>
      </p:sp>
      <p:sp>
        <p:nvSpPr>
          <p:cNvPr id="4106" name="AutoShape 15">
            <a:hlinkClick r:id="rId5" action="ppaction://hlinksldjump"/>
            <a:extLst>
              <a:ext uri="{FF2B5EF4-FFF2-40B4-BE49-F238E27FC236}">
                <a16:creationId xmlns:a16="http://schemas.microsoft.com/office/drawing/2014/main" id="{8835794B-E29B-A4D8-EA92-4C8460574272}"/>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죄 속함 받은 백성은</a:t>
            </a:r>
          </a:p>
        </p:txBody>
      </p:sp>
      <p:sp>
        <p:nvSpPr>
          <p:cNvPr id="4107" name="AutoShape 16">
            <a:hlinkClick r:id="rId6" action="ppaction://hlinksldjump"/>
            <a:extLst>
              <a:ext uri="{FF2B5EF4-FFF2-40B4-BE49-F238E27FC236}">
                <a16:creationId xmlns:a16="http://schemas.microsoft.com/office/drawing/2014/main" id="{DCF181A7-8BB1-2C73-483C-85E97BE1E612}"/>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날 정케 하신 피 보니</a:t>
            </a:r>
          </a:p>
        </p:txBody>
      </p:sp>
      <p:sp>
        <p:nvSpPr>
          <p:cNvPr id="4108" name="AutoShape 17">
            <a:hlinkClick r:id="rId7" action="ppaction://hlinksldjump"/>
            <a:extLst>
              <a:ext uri="{FF2B5EF4-FFF2-40B4-BE49-F238E27FC236}">
                <a16:creationId xmlns:a16="http://schemas.microsoft.com/office/drawing/2014/main" id="{620F1106-B9F6-AAF2-B83D-93AB7CB0AF18}"/>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a:t>
            </a:r>
            <a:r>
              <a:rPr lang="ko-KR" altLang="en-US" sz="1467"/>
              <a:t>이후에 천국 올라가</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그림 1">
            <a:extLst>
              <a:ext uri="{FF2B5EF4-FFF2-40B4-BE49-F238E27FC236}">
                <a16:creationId xmlns:a16="http://schemas.microsoft.com/office/drawing/2014/main" id="{999AF038-EFD9-2BD7-B7AB-DC0E62DD322A}"/>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AutoShape 13">
            <a:hlinkClick r:id="rId3" action="ppaction://hlinksldjump"/>
            <a:extLst>
              <a:ext uri="{FF2B5EF4-FFF2-40B4-BE49-F238E27FC236}">
                <a16:creationId xmlns:a16="http://schemas.microsoft.com/office/drawing/2014/main" id="{A43D51D4-7749-7A1E-97A8-265FE808F15E}"/>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1.There is a fountain </a:t>
            </a:r>
            <a:endParaRPr lang="ko-KR" altLang="en-US" sz="1467">
              <a:solidFill>
                <a:srgbClr val="FF0000"/>
              </a:solidFill>
            </a:endParaRPr>
          </a:p>
        </p:txBody>
      </p:sp>
      <p:sp>
        <p:nvSpPr>
          <p:cNvPr id="5124" name="AutoShape 14">
            <a:hlinkClick r:id="rId4" action="ppaction://hlinksldjump"/>
            <a:extLst>
              <a:ext uri="{FF2B5EF4-FFF2-40B4-BE49-F238E27FC236}">
                <a16:creationId xmlns:a16="http://schemas.microsoft.com/office/drawing/2014/main" id="{2FFBB35D-11B3-FF89-840D-5571AF804BE5}"/>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2.The dying thief </a:t>
            </a:r>
            <a:endParaRPr lang="ko-KR" altLang="en-US" sz="1467"/>
          </a:p>
        </p:txBody>
      </p:sp>
      <p:sp>
        <p:nvSpPr>
          <p:cNvPr id="5125" name="AutoShape 15">
            <a:hlinkClick r:id="rId5" action="ppaction://hlinksldjump"/>
            <a:extLst>
              <a:ext uri="{FF2B5EF4-FFF2-40B4-BE49-F238E27FC236}">
                <a16:creationId xmlns:a16="http://schemas.microsoft.com/office/drawing/2014/main" id="{3D3987AF-D614-BB92-3CA6-D4D23B2AED59}"/>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3.Dear dying Lamb, Thy </a:t>
            </a:r>
            <a:endParaRPr lang="ko-KR" altLang="en-US" sz="1467"/>
          </a:p>
        </p:txBody>
      </p:sp>
      <p:sp>
        <p:nvSpPr>
          <p:cNvPr id="5126" name="AutoShape 16">
            <a:hlinkClick r:id="rId6" action="ppaction://hlinksldjump"/>
            <a:extLst>
              <a:ext uri="{FF2B5EF4-FFF2-40B4-BE49-F238E27FC236}">
                <a16:creationId xmlns:a16="http://schemas.microsoft.com/office/drawing/2014/main" id="{7FC79AFC-14D6-D17A-5C0D-1377BA23B7A7}"/>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4.E'er since by faith I </a:t>
            </a:r>
            <a:endParaRPr lang="ko-KR" altLang="en-US" sz="1467"/>
          </a:p>
        </p:txBody>
      </p:sp>
      <p:sp>
        <p:nvSpPr>
          <p:cNvPr id="5127" name="AutoShape 17">
            <a:hlinkClick r:id="rId7" action="ppaction://hlinksldjump"/>
            <a:extLst>
              <a:ext uri="{FF2B5EF4-FFF2-40B4-BE49-F238E27FC236}">
                <a16:creationId xmlns:a16="http://schemas.microsoft.com/office/drawing/2014/main" id="{2D8D9831-344B-8275-65F3-A7C72AB4E946}"/>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5.When this poor </a:t>
            </a:r>
            <a:endParaRPr lang="ko-KR" altLang="en-US" sz="1467"/>
          </a:p>
        </p:txBody>
      </p:sp>
      <p:sp>
        <p:nvSpPr>
          <p:cNvPr id="5128" name="AutoShape 13">
            <a:hlinkClick r:id="rId3" action="ppaction://hlinksldjump"/>
            <a:extLst>
              <a:ext uri="{FF2B5EF4-FFF2-40B4-BE49-F238E27FC236}">
                <a16:creationId xmlns:a16="http://schemas.microsoft.com/office/drawing/2014/main" id="{A3ED0008-5E0C-B4FE-C198-B0725E5B3F75}"/>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a:t>
            </a:r>
            <a:r>
              <a:rPr lang="ko-KR" altLang="en-US" sz="1467">
                <a:solidFill>
                  <a:srgbClr val="FF0000"/>
                </a:solidFill>
              </a:rPr>
              <a:t>샘물과 같은 보혈은</a:t>
            </a:r>
          </a:p>
        </p:txBody>
      </p:sp>
      <p:sp>
        <p:nvSpPr>
          <p:cNvPr id="5129" name="AutoShape 14">
            <a:hlinkClick r:id="rId4" action="ppaction://hlinksldjump"/>
            <a:extLst>
              <a:ext uri="{FF2B5EF4-FFF2-40B4-BE49-F238E27FC236}">
                <a16:creationId xmlns:a16="http://schemas.microsoft.com/office/drawing/2014/main" id="{64D1D5B2-43E1-263F-42FF-DDCB05EAB277}"/>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저 도적 회개하고서</a:t>
            </a:r>
          </a:p>
        </p:txBody>
      </p:sp>
      <p:sp>
        <p:nvSpPr>
          <p:cNvPr id="5130" name="AutoShape 15">
            <a:hlinkClick r:id="rId5" action="ppaction://hlinksldjump"/>
            <a:extLst>
              <a:ext uri="{FF2B5EF4-FFF2-40B4-BE49-F238E27FC236}">
                <a16:creationId xmlns:a16="http://schemas.microsoft.com/office/drawing/2014/main" id="{0E3CD667-A201-D6D2-84DC-134CE50D4A8A}"/>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죄 속함 받은 백성은</a:t>
            </a:r>
          </a:p>
        </p:txBody>
      </p:sp>
      <p:sp>
        <p:nvSpPr>
          <p:cNvPr id="5131" name="AutoShape 16">
            <a:hlinkClick r:id="rId6" action="ppaction://hlinksldjump"/>
            <a:extLst>
              <a:ext uri="{FF2B5EF4-FFF2-40B4-BE49-F238E27FC236}">
                <a16:creationId xmlns:a16="http://schemas.microsoft.com/office/drawing/2014/main" id="{5583A083-463D-D148-EC95-585B3B399262}"/>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날 정케 하신 피 보니</a:t>
            </a:r>
          </a:p>
        </p:txBody>
      </p:sp>
      <p:sp>
        <p:nvSpPr>
          <p:cNvPr id="5132" name="AutoShape 17">
            <a:hlinkClick r:id="rId7" action="ppaction://hlinksldjump"/>
            <a:extLst>
              <a:ext uri="{FF2B5EF4-FFF2-40B4-BE49-F238E27FC236}">
                <a16:creationId xmlns:a16="http://schemas.microsoft.com/office/drawing/2014/main" id="{E67537ED-C6F2-C069-FF3B-5BCE7209A936}"/>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a:t>
            </a:r>
            <a:r>
              <a:rPr lang="ko-KR" altLang="en-US" sz="1467"/>
              <a:t>이후에 천국 올라가</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그림 2">
            <a:extLst>
              <a:ext uri="{FF2B5EF4-FFF2-40B4-BE49-F238E27FC236}">
                <a16:creationId xmlns:a16="http://schemas.microsoft.com/office/drawing/2014/main" id="{3ED2240E-14E2-96EA-5103-4C99C8AAFEF8}"/>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7" name="AutoShape 13">
            <a:hlinkClick r:id="rId3" action="ppaction://hlinksldjump"/>
            <a:extLst>
              <a:ext uri="{FF2B5EF4-FFF2-40B4-BE49-F238E27FC236}">
                <a16:creationId xmlns:a16="http://schemas.microsoft.com/office/drawing/2014/main" id="{6443D859-0E22-4610-3E58-68F3F58767EB}"/>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1.There is a fountain </a:t>
            </a:r>
            <a:endParaRPr lang="ko-KR" altLang="en-US" sz="1467"/>
          </a:p>
        </p:txBody>
      </p:sp>
      <p:sp>
        <p:nvSpPr>
          <p:cNvPr id="6148" name="AutoShape 14">
            <a:hlinkClick r:id="rId4" action="ppaction://hlinksldjump"/>
            <a:extLst>
              <a:ext uri="{FF2B5EF4-FFF2-40B4-BE49-F238E27FC236}">
                <a16:creationId xmlns:a16="http://schemas.microsoft.com/office/drawing/2014/main" id="{584C8068-0466-329D-069C-D6EF6CE81682}"/>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2.The dying thief </a:t>
            </a:r>
            <a:endParaRPr lang="ko-KR" altLang="en-US" sz="1467">
              <a:solidFill>
                <a:srgbClr val="FF0000"/>
              </a:solidFill>
            </a:endParaRPr>
          </a:p>
        </p:txBody>
      </p:sp>
      <p:sp>
        <p:nvSpPr>
          <p:cNvPr id="6149" name="AutoShape 15">
            <a:hlinkClick r:id="rId5" action="ppaction://hlinksldjump"/>
            <a:extLst>
              <a:ext uri="{FF2B5EF4-FFF2-40B4-BE49-F238E27FC236}">
                <a16:creationId xmlns:a16="http://schemas.microsoft.com/office/drawing/2014/main" id="{34900288-ED40-B767-4561-543ABB9B1C10}"/>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3.Dear dying Lamb, Thy </a:t>
            </a:r>
            <a:endParaRPr lang="ko-KR" altLang="en-US" sz="1467"/>
          </a:p>
        </p:txBody>
      </p:sp>
      <p:sp>
        <p:nvSpPr>
          <p:cNvPr id="6150" name="AutoShape 16">
            <a:hlinkClick r:id="rId6" action="ppaction://hlinksldjump"/>
            <a:extLst>
              <a:ext uri="{FF2B5EF4-FFF2-40B4-BE49-F238E27FC236}">
                <a16:creationId xmlns:a16="http://schemas.microsoft.com/office/drawing/2014/main" id="{E0DDB32A-D453-D214-944B-38A3F52F0742}"/>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4.E'er since by faith I </a:t>
            </a:r>
            <a:endParaRPr lang="ko-KR" altLang="en-US" sz="1467"/>
          </a:p>
        </p:txBody>
      </p:sp>
      <p:sp>
        <p:nvSpPr>
          <p:cNvPr id="6151" name="AutoShape 17">
            <a:hlinkClick r:id="rId7" action="ppaction://hlinksldjump"/>
            <a:extLst>
              <a:ext uri="{FF2B5EF4-FFF2-40B4-BE49-F238E27FC236}">
                <a16:creationId xmlns:a16="http://schemas.microsoft.com/office/drawing/2014/main" id="{D2A1624E-A354-1155-4DA8-2B5C30832347}"/>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5.When this poor </a:t>
            </a:r>
            <a:endParaRPr lang="ko-KR" altLang="en-US" sz="1467"/>
          </a:p>
        </p:txBody>
      </p:sp>
      <p:sp>
        <p:nvSpPr>
          <p:cNvPr id="6152" name="AutoShape 13">
            <a:hlinkClick r:id="rId3" action="ppaction://hlinksldjump"/>
            <a:extLst>
              <a:ext uri="{FF2B5EF4-FFF2-40B4-BE49-F238E27FC236}">
                <a16:creationId xmlns:a16="http://schemas.microsoft.com/office/drawing/2014/main" id="{7E9A0420-0A6E-FFC0-272E-5AB89AA2E107}"/>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샘물과 같은 보혈은</a:t>
            </a:r>
          </a:p>
        </p:txBody>
      </p:sp>
      <p:sp>
        <p:nvSpPr>
          <p:cNvPr id="6153" name="AutoShape 14">
            <a:hlinkClick r:id="rId4" action="ppaction://hlinksldjump"/>
            <a:extLst>
              <a:ext uri="{FF2B5EF4-FFF2-40B4-BE49-F238E27FC236}">
                <a16:creationId xmlns:a16="http://schemas.microsoft.com/office/drawing/2014/main" id="{7C002052-994F-2C82-F867-170777E2878C}"/>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a:t>
            </a:r>
            <a:r>
              <a:rPr lang="ko-KR" altLang="en-US" sz="1467">
                <a:solidFill>
                  <a:srgbClr val="FF0000"/>
                </a:solidFill>
              </a:rPr>
              <a:t>저 도적 회개하고서</a:t>
            </a:r>
          </a:p>
        </p:txBody>
      </p:sp>
      <p:sp>
        <p:nvSpPr>
          <p:cNvPr id="6154" name="AutoShape 15">
            <a:hlinkClick r:id="rId5" action="ppaction://hlinksldjump"/>
            <a:extLst>
              <a:ext uri="{FF2B5EF4-FFF2-40B4-BE49-F238E27FC236}">
                <a16:creationId xmlns:a16="http://schemas.microsoft.com/office/drawing/2014/main" id="{FDB8D9BD-566A-6C76-3FEA-1043ABAB4E46}"/>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죄 속함 받은 백성은</a:t>
            </a:r>
          </a:p>
        </p:txBody>
      </p:sp>
      <p:sp>
        <p:nvSpPr>
          <p:cNvPr id="6155" name="AutoShape 16">
            <a:hlinkClick r:id="rId6" action="ppaction://hlinksldjump"/>
            <a:extLst>
              <a:ext uri="{FF2B5EF4-FFF2-40B4-BE49-F238E27FC236}">
                <a16:creationId xmlns:a16="http://schemas.microsoft.com/office/drawing/2014/main" id="{092C334F-E3AB-8F89-69F9-217E9B15BD0F}"/>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날 정케 하신 피 보니</a:t>
            </a:r>
          </a:p>
        </p:txBody>
      </p:sp>
      <p:sp>
        <p:nvSpPr>
          <p:cNvPr id="6156" name="AutoShape 17">
            <a:hlinkClick r:id="rId7" action="ppaction://hlinksldjump"/>
            <a:extLst>
              <a:ext uri="{FF2B5EF4-FFF2-40B4-BE49-F238E27FC236}">
                <a16:creationId xmlns:a16="http://schemas.microsoft.com/office/drawing/2014/main" id="{E3029CFD-1C76-7905-EFAE-D1C7F4BA6792}"/>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a:t>
            </a:r>
            <a:r>
              <a:rPr lang="ko-KR" altLang="en-US" sz="1467"/>
              <a:t>이후에 천국 올라가</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그림 1">
            <a:extLst>
              <a:ext uri="{FF2B5EF4-FFF2-40B4-BE49-F238E27FC236}">
                <a16:creationId xmlns:a16="http://schemas.microsoft.com/office/drawing/2014/main" id="{8D30D1CD-297F-58EC-04B4-38ADE622CAFB}"/>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AutoShape 13">
            <a:hlinkClick r:id="rId3" action="ppaction://hlinksldjump"/>
            <a:extLst>
              <a:ext uri="{FF2B5EF4-FFF2-40B4-BE49-F238E27FC236}">
                <a16:creationId xmlns:a16="http://schemas.microsoft.com/office/drawing/2014/main" id="{8AE17E9A-9072-B84B-3379-733513FACFBB}"/>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1.There is a fountain </a:t>
            </a:r>
            <a:endParaRPr lang="ko-KR" altLang="en-US" sz="1467"/>
          </a:p>
        </p:txBody>
      </p:sp>
      <p:sp>
        <p:nvSpPr>
          <p:cNvPr id="7172" name="AutoShape 14">
            <a:hlinkClick r:id="rId4" action="ppaction://hlinksldjump"/>
            <a:extLst>
              <a:ext uri="{FF2B5EF4-FFF2-40B4-BE49-F238E27FC236}">
                <a16:creationId xmlns:a16="http://schemas.microsoft.com/office/drawing/2014/main" id="{F63E6957-FCEE-10C4-1130-B8E8D47A9603}"/>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2.The dying thief </a:t>
            </a:r>
            <a:endParaRPr lang="ko-KR" altLang="en-US" sz="1467">
              <a:solidFill>
                <a:srgbClr val="FF0000"/>
              </a:solidFill>
            </a:endParaRPr>
          </a:p>
        </p:txBody>
      </p:sp>
      <p:sp>
        <p:nvSpPr>
          <p:cNvPr id="7173" name="AutoShape 15">
            <a:hlinkClick r:id="rId5" action="ppaction://hlinksldjump"/>
            <a:extLst>
              <a:ext uri="{FF2B5EF4-FFF2-40B4-BE49-F238E27FC236}">
                <a16:creationId xmlns:a16="http://schemas.microsoft.com/office/drawing/2014/main" id="{B9C317DC-6746-089A-8EDF-9FF14D9E02B3}"/>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3.Dear dying Lamb, Thy </a:t>
            </a:r>
            <a:endParaRPr lang="ko-KR" altLang="en-US" sz="1467"/>
          </a:p>
        </p:txBody>
      </p:sp>
      <p:sp>
        <p:nvSpPr>
          <p:cNvPr id="7174" name="AutoShape 16">
            <a:hlinkClick r:id="rId6" action="ppaction://hlinksldjump"/>
            <a:extLst>
              <a:ext uri="{FF2B5EF4-FFF2-40B4-BE49-F238E27FC236}">
                <a16:creationId xmlns:a16="http://schemas.microsoft.com/office/drawing/2014/main" id="{28ACA4B9-15CE-0674-569E-34EEDF0C7C47}"/>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4.E'er since by faith I </a:t>
            </a:r>
            <a:endParaRPr lang="ko-KR" altLang="en-US" sz="1467"/>
          </a:p>
        </p:txBody>
      </p:sp>
      <p:sp>
        <p:nvSpPr>
          <p:cNvPr id="7175" name="AutoShape 17">
            <a:hlinkClick r:id="rId7" action="ppaction://hlinksldjump"/>
            <a:extLst>
              <a:ext uri="{FF2B5EF4-FFF2-40B4-BE49-F238E27FC236}">
                <a16:creationId xmlns:a16="http://schemas.microsoft.com/office/drawing/2014/main" id="{0C885DEA-2835-175D-9334-1552F007F78E}"/>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5.When this poor </a:t>
            </a:r>
            <a:endParaRPr lang="ko-KR" altLang="en-US" sz="1467"/>
          </a:p>
        </p:txBody>
      </p:sp>
      <p:sp>
        <p:nvSpPr>
          <p:cNvPr id="7176" name="AutoShape 13">
            <a:hlinkClick r:id="rId3" action="ppaction://hlinksldjump"/>
            <a:extLst>
              <a:ext uri="{FF2B5EF4-FFF2-40B4-BE49-F238E27FC236}">
                <a16:creationId xmlns:a16="http://schemas.microsoft.com/office/drawing/2014/main" id="{AD3944B9-6B42-BDB6-F42E-B9151897AC6D}"/>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샘물과 같은 보혈은</a:t>
            </a:r>
          </a:p>
        </p:txBody>
      </p:sp>
      <p:sp>
        <p:nvSpPr>
          <p:cNvPr id="7177" name="AutoShape 14">
            <a:hlinkClick r:id="rId4" action="ppaction://hlinksldjump"/>
            <a:extLst>
              <a:ext uri="{FF2B5EF4-FFF2-40B4-BE49-F238E27FC236}">
                <a16:creationId xmlns:a16="http://schemas.microsoft.com/office/drawing/2014/main" id="{8C3737EF-9E6D-FBC9-33EF-FF685B5BC978}"/>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a:t>
            </a:r>
            <a:r>
              <a:rPr lang="ko-KR" altLang="en-US" sz="1467">
                <a:solidFill>
                  <a:srgbClr val="FF0000"/>
                </a:solidFill>
              </a:rPr>
              <a:t>저 도적 회개하고서</a:t>
            </a:r>
          </a:p>
        </p:txBody>
      </p:sp>
      <p:sp>
        <p:nvSpPr>
          <p:cNvPr id="7178" name="AutoShape 15">
            <a:hlinkClick r:id="rId5" action="ppaction://hlinksldjump"/>
            <a:extLst>
              <a:ext uri="{FF2B5EF4-FFF2-40B4-BE49-F238E27FC236}">
                <a16:creationId xmlns:a16="http://schemas.microsoft.com/office/drawing/2014/main" id="{2F6C5070-66EA-1818-B62A-60D6A9A2A8E4}"/>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죄 속함 받은 백성은</a:t>
            </a:r>
          </a:p>
        </p:txBody>
      </p:sp>
      <p:sp>
        <p:nvSpPr>
          <p:cNvPr id="7179" name="AutoShape 16">
            <a:hlinkClick r:id="rId6" action="ppaction://hlinksldjump"/>
            <a:extLst>
              <a:ext uri="{FF2B5EF4-FFF2-40B4-BE49-F238E27FC236}">
                <a16:creationId xmlns:a16="http://schemas.microsoft.com/office/drawing/2014/main" id="{2F076FF2-EB95-BEED-4F08-2A9FEF3416BF}"/>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날 정케 하신 피 보니</a:t>
            </a:r>
          </a:p>
        </p:txBody>
      </p:sp>
      <p:sp>
        <p:nvSpPr>
          <p:cNvPr id="7180" name="AutoShape 17">
            <a:hlinkClick r:id="rId7" action="ppaction://hlinksldjump"/>
            <a:extLst>
              <a:ext uri="{FF2B5EF4-FFF2-40B4-BE49-F238E27FC236}">
                <a16:creationId xmlns:a16="http://schemas.microsoft.com/office/drawing/2014/main" id="{93A05D90-AF71-52C5-7409-0964841382D0}"/>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a:t>
            </a:r>
            <a:r>
              <a:rPr lang="ko-KR" altLang="en-US" sz="1467"/>
              <a:t>이후에 천국 올라가</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그림 1">
            <a:extLst>
              <a:ext uri="{FF2B5EF4-FFF2-40B4-BE49-F238E27FC236}">
                <a16:creationId xmlns:a16="http://schemas.microsoft.com/office/drawing/2014/main" id="{D0241E1E-1C73-9785-48D6-4057B9457F58}"/>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5" name="AutoShape 13">
            <a:hlinkClick r:id="rId3" action="ppaction://hlinksldjump"/>
            <a:extLst>
              <a:ext uri="{FF2B5EF4-FFF2-40B4-BE49-F238E27FC236}">
                <a16:creationId xmlns:a16="http://schemas.microsoft.com/office/drawing/2014/main" id="{CD4D2715-6523-FACE-D135-04B8BF4E66D9}"/>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1.There is a fountain </a:t>
            </a:r>
            <a:endParaRPr lang="ko-KR" altLang="en-US" sz="1467"/>
          </a:p>
        </p:txBody>
      </p:sp>
      <p:sp>
        <p:nvSpPr>
          <p:cNvPr id="8196" name="AutoShape 14">
            <a:hlinkClick r:id="rId4" action="ppaction://hlinksldjump"/>
            <a:extLst>
              <a:ext uri="{FF2B5EF4-FFF2-40B4-BE49-F238E27FC236}">
                <a16:creationId xmlns:a16="http://schemas.microsoft.com/office/drawing/2014/main" id="{E2C7EFA8-BECC-1223-C724-AE785491A25B}"/>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2.The dying thief </a:t>
            </a:r>
            <a:endParaRPr lang="ko-KR" altLang="en-US" sz="1467">
              <a:solidFill>
                <a:srgbClr val="FF0000"/>
              </a:solidFill>
            </a:endParaRPr>
          </a:p>
        </p:txBody>
      </p:sp>
      <p:sp>
        <p:nvSpPr>
          <p:cNvPr id="8197" name="AutoShape 15">
            <a:hlinkClick r:id="rId5" action="ppaction://hlinksldjump"/>
            <a:extLst>
              <a:ext uri="{FF2B5EF4-FFF2-40B4-BE49-F238E27FC236}">
                <a16:creationId xmlns:a16="http://schemas.microsoft.com/office/drawing/2014/main" id="{BAC5ED11-235F-CB53-3ADC-295A8AC8164F}"/>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3.Dear dying Lamb, Thy </a:t>
            </a:r>
            <a:endParaRPr lang="ko-KR" altLang="en-US" sz="1467"/>
          </a:p>
        </p:txBody>
      </p:sp>
      <p:sp>
        <p:nvSpPr>
          <p:cNvPr id="8198" name="AutoShape 16">
            <a:hlinkClick r:id="rId6" action="ppaction://hlinksldjump"/>
            <a:extLst>
              <a:ext uri="{FF2B5EF4-FFF2-40B4-BE49-F238E27FC236}">
                <a16:creationId xmlns:a16="http://schemas.microsoft.com/office/drawing/2014/main" id="{CC345FB2-39C9-9AA3-1221-7DEF9ECAA177}"/>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4.E'er since by faith I </a:t>
            </a:r>
            <a:endParaRPr lang="ko-KR" altLang="en-US" sz="1467"/>
          </a:p>
        </p:txBody>
      </p:sp>
      <p:sp>
        <p:nvSpPr>
          <p:cNvPr id="8199" name="AutoShape 17">
            <a:hlinkClick r:id="rId7" action="ppaction://hlinksldjump"/>
            <a:extLst>
              <a:ext uri="{FF2B5EF4-FFF2-40B4-BE49-F238E27FC236}">
                <a16:creationId xmlns:a16="http://schemas.microsoft.com/office/drawing/2014/main" id="{D71993A4-C962-488A-C865-ABCD48301B61}"/>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5.When this poor </a:t>
            </a:r>
            <a:endParaRPr lang="ko-KR" altLang="en-US" sz="1467"/>
          </a:p>
        </p:txBody>
      </p:sp>
      <p:sp>
        <p:nvSpPr>
          <p:cNvPr id="8200" name="AutoShape 13">
            <a:hlinkClick r:id="rId3" action="ppaction://hlinksldjump"/>
            <a:extLst>
              <a:ext uri="{FF2B5EF4-FFF2-40B4-BE49-F238E27FC236}">
                <a16:creationId xmlns:a16="http://schemas.microsoft.com/office/drawing/2014/main" id="{5BA968B8-DFAF-ED2A-BE8A-F821E794582D}"/>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샘물과 같은 보혈은</a:t>
            </a:r>
          </a:p>
        </p:txBody>
      </p:sp>
      <p:sp>
        <p:nvSpPr>
          <p:cNvPr id="8201" name="AutoShape 14">
            <a:hlinkClick r:id="rId4" action="ppaction://hlinksldjump"/>
            <a:extLst>
              <a:ext uri="{FF2B5EF4-FFF2-40B4-BE49-F238E27FC236}">
                <a16:creationId xmlns:a16="http://schemas.microsoft.com/office/drawing/2014/main" id="{6D5432BB-15A6-BD93-0D71-4FC5A500D5D2}"/>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a:t>
            </a:r>
            <a:r>
              <a:rPr lang="ko-KR" altLang="en-US" sz="1467">
                <a:solidFill>
                  <a:srgbClr val="FF0000"/>
                </a:solidFill>
              </a:rPr>
              <a:t>저 도적 회개하고서</a:t>
            </a:r>
          </a:p>
        </p:txBody>
      </p:sp>
      <p:sp>
        <p:nvSpPr>
          <p:cNvPr id="8202" name="AutoShape 15">
            <a:hlinkClick r:id="rId5" action="ppaction://hlinksldjump"/>
            <a:extLst>
              <a:ext uri="{FF2B5EF4-FFF2-40B4-BE49-F238E27FC236}">
                <a16:creationId xmlns:a16="http://schemas.microsoft.com/office/drawing/2014/main" id="{7B41320B-3F8D-4933-87F7-3501C120A6B1}"/>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죄 속함 받은 백성은</a:t>
            </a:r>
          </a:p>
        </p:txBody>
      </p:sp>
      <p:sp>
        <p:nvSpPr>
          <p:cNvPr id="8203" name="AutoShape 16">
            <a:hlinkClick r:id="rId6" action="ppaction://hlinksldjump"/>
            <a:extLst>
              <a:ext uri="{FF2B5EF4-FFF2-40B4-BE49-F238E27FC236}">
                <a16:creationId xmlns:a16="http://schemas.microsoft.com/office/drawing/2014/main" id="{15122EF2-CD33-C2AF-B95C-AFA26DAD48EB}"/>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날 정케 하신 피 보니</a:t>
            </a:r>
          </a:p>
        </p:txBody>
      </p:sp>
      <p:sp>
        <p:nvSpPr>
          <p:cNvPr id="8204" name="AutoShape 17">
            <a:hlinkClick r:id="rId7" action="ppaction://hlinksldjump"/>
            <a:extLst>
              <a:ext uri="{FF2B5EF4-FFF2-40B4-BE49-F238E27FC236}">
                <a16:creationId xmlns:a16="http://schemas.microsoft.com/office/drawing/2014/main" id="{53E1003E-90BD-6EB9-A4B8-70F495D5AB09}"/>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a:t>
            </a:r>
            <a:r>
              <a:rPr lang="ko-KR" altLang="en-US" sz="1467"/>
              <a:t>이후에 천국 올라가</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그림 1">
            <a:extLst>
              <a:ext uri="{FF2B5EF4-FFF2-40B4-BE49-F238E27FC236}">
                <a16:creationId xmlns:a16="http://schemas.microsoft.com/office/drawing/2014/main" id="{4AD4DE65-D92F-2F87-DE3A-64FCFBB2BBD0}"/>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AutoShape 13">
            <a:hlinkClick r:id="rId3" action="ppaction://hlinksldjump"/>
            <a:extLst>
              <a:ext uri="{FF2B5EF4-FFF2-40B4-BE49-F238E27FC236}">
                <a16:creationId xmlns:a16="http://schemas.microsoft.com/office/drawing/2014/main" id="{1E7EC7B5-7B3E-05BA-EF45-A2F922CD8CF2}"/>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1.There is a fountain </a:t>
            </a:r>
            <a:endParaRPr lang="ko-KR" altLang="en-US" sz="1467"/>
          </a:p>
        </p:txBody>
      </p:sp>
      <p:sp>
        <p:nvSpPr>
          <p:cNvPr id="9220" name="AutoShape 14">
            <a:hlinkClick r:id="rId4" action="ppaction://hlinksldjump"/>
            <a:extLst>
              <a:ext uri="{FF2B5EF4-FFF2-40B4-BE49-F238E27FC236}">
                <a16:creationId xmlns:a16="http://schemas.microsoft.com/office/drawing/2014/main" id="{99D76FAF-CFF5-3C04-CBFC-D4380CA67513}"/>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2.The dying thief </a:t>
            </a:r>
            <a:endParaRPr lang="ko-KR" altLang="en-US" sz="1467">
              <a:solidFill>
                <a:srgbClr val="FF0000"/>
              </a:solidFill>
            </a:endParaRPr>
          </a:p>
        </p:txBody>
      </p:sp>
      <p:sp>
        <p:nvSpPr>
          <p:cNvPr id="9221" name="AutoShape 15">
            <a:hlinkClick r:id="rId5" action="ppaction://hlinksldjump"/>
            <a:extLst>
              <a:ext uri="{FF2B5EF4-FFF2-40B4-BE49-F238E27FC236}">
                <a16:creationId xmlns:a16="http://schemas.microsoft.com/office/drawing/2014/main" id="{1974DA17-69BB-AB18-0628-1CD222BED304}"/>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3.Dear dying Lamb, Thy </a:t>
            </a:r>
            <a:endParaRPr lang="ko-KR" altLang="en-US" sz="1467"/>
          </a:p>
        </p:txBody>
      </p:sp>
      <p:sp>
        <p:nvSpPr>
          <p:cNvPr id="9222" name="AutoShape 16">
            <a:hlinkClick r:id="rId6" action="ppaction://hlinksldjump"/>
            <a:extLst>
              <a:ext uri="{FF2B5EF4-FFF2-40B4-BE49-F238E27FC236}">
                <a16:creationId xmlns:a16="http://schemas.microsoft.com/office/drawing/2014/main" id="{5F7B1C27-7CCA-CBFD-98DE-0E82BD49BBE3}"/>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4.E'er since by faith I </a:t>
            </a:r>
            <a:endParaRPr lang="ko-KR" altLang="en-US" sz="1467"/>
          </a:p>
        </p:txBody>
      </p:sp>
      <p:sp>
        <p:nvSpPr>
          <p:cNvPr id="9223" name="AutoShape 17">
            <a:hlinkClick r:id="rId7" action="ppaction://hlinksldjump"/>
            <a:extLst>
              <a:ext uri="{FF2B5EF4-FFF2-40B4-BE49-F238E27FC236}">
                <a16:creationId xmlns:a16="http://schemas.microsoft.com/office/drawing/2014/main" id="{C7509BE6-B7F1-78D7-215F-78A8F60980DE}"/>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5.When this poor </a:t>
            </a:r>
            <a:endParaRPr lang="ko-KR" altLang="en-US" sz="1467"/>
          </a:p>
        </p:txBody>
      </p:sp>
      <p:sp>
        <p:nvSpPr>
          <p:cNvPr id="9224" name="AutoShape 13">
            <a:hlinkClick r:id="rId3" action="ppaction://hlinksldjump"/>
            <a:extLst>
              <a:ext uri="{FF2B5EF4-FFF2-40B4-BE49-F238E27FC236}">
                <a16:creationId xmlns:a16="http://schemas.microsoft.com/office/drawing/2014/main" id="{62F1A945-EED2-620B-3C65-B7DD809E5E85}"/>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샘물과 같은 보혈은</a:t>
            </a:r>
          </a:p>
        </p:txBody>
      </p:sp>
      <p:sp>
        <p:nvSpPr>
          <p:cNvPr id="9225" name="AutoShape 14">
            <a:hlinkClick r:id="rId4" action="ppaction://hlinksldjump"/>
            <a:extLst>
              <a:ext uri="{FF2B5EF4-FFF2-40B4-BE49-F238E27FC236}">
                <a16:creationId xmlns:a16="http://schemas.microsoft.com/office/drawing/2014/main" id="{9E960D3B-5A77-DA5B-5612-F499AABFFD31}"/>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a:t>
            </a:r>
            <a:r>
              <a:rPr lang="ko-KR" altLang="en-US" sz="1467">
                <a:solidFill>
                  <a:srgbClr val="FF0000"/>
                </a:solidFill>
              </a:rPr>
              <a:t>저 도적 회개하고서</a:t>
            </a:r>
          </a:p>
        </p:txBody>
      </p:sp>
      <p:sp>
        <p:nvSpPr>
          <p:cNvPr id="9226" name="AutoShape 15">
            <a:hlinkClick r:id="rId5" action="ppaction://hlinksldjump"/>
            <a:extLst>
              <a:ext uri="{FF2B5EF4-FFF2-40B4-BE49-F238E27FC236}">
                <a16:creationId xmlns:a16="http://schemas.microsoft.com/office/drawing/2014/main" id="{BD8D71E2-0D64-8C77-D925-5A84FEFDA226}"/>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죄 속함 받은 백성은</a:t>
            </a:r>
          </a:p>
        </p:txBody>
      </p:sp>
      <p:sp>
        <p:nvSpPr>
          <p:cNvPr id="9227" name="AutoShape 16">
            <a:hlinkClick r:id="rId6" action="ppaction://hlinksldjump"/>
            <a:extLst>
              <a:ext uri="{FF2B5EF4-FFF2-40B4-BE49-F238E27FC236}">
                <a16:creationId xmlns:a16="http://schemas.microsoft.com/office/drawing/2014/main" id="{C5E29E0E-2A9F-9794-E7DE-A17C95CEFB1E}"/>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날 정케 하신 피 보니</a:t>
            </a:r>
          </a:p>
        </p:txBody>
      </p:sp>
      <p:sp>
        <p:nvSpPr>
          <p:cNvPr id="9228" name="AutoShape 17">
            <a:hlinkClick r:id="rId7" action="ppaction://hlinksldjump"/>
            <a:extLst>
              <a:ext uri="{FF2B5EF4-FFF2-40B4-BE49-F238E27FC236}">
                <a16:creationId xmlns:a16="http://schemas.microsoft.com/office/drawing/2014/main" id="{9E4C47FB-D274-3CB7-6E80-86A7B8EA1B86}"/>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a:t>
            </a:r>
            <a:r>
              <a:rPr lang="ko-KR" altLang="en-US" sz="1467"/>
              <a:t>이후에 천국 올라가</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그림 1">
            <a:extLst>
              <a:ext uri="{FF2B5EF4-FFF2-40B4-BE49-F238E27FC236}">
                <a16:creationId xmlns:a16="http://schemas.microsoft.com/office/drawing/2014/main" id="{19F5EBDF-7C0D-DE5D-1589-806D5318EA3B}"/>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AutoShape 13">
            <a:hlinkClick r:id="rId3" action="ppaction://hlinksldjump"/>
            <a:extLst>
              <a:ext uri="{FF2B5EF4-FFF2-40B4-BE49-F238E27FC236}">
                <a16:creationId xmlns:a16="http://schemas.microsoft.com/office/drawing/2014/main" id="{BA5333EC-6BA7-610E-E570-6494B045C747}"/>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1.There is a fountain </a:t>
            </a:r>
            <a:endParaRPr lang="ko-KR" altLang="en-US" sz="1467"/>
          </a:p>
        </p:txBody>
      </p:sp>
      <p:sp>
        <p:nvSpPr>
          <p:cNvPr id="10244" name="AutoShape 14">
            <a:hlinkClick r:id="rId4" action="ppaction://hlinksldjump"/>
            <a:extLst>
              <a:ext uri="{FF2B5EF4-FFF2-40B4-BE49-F238E27FC236}">
                <a16:creationId xmlns:a16="http://schemas.microsoft.com/office/drawing/2014/main" id="{E835A250-08E3-8251-304E-E816ECC378F3}"/>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2.The dying thief </a:t>
            </a:r>
            <a:endParaRPr lang="ko-KR" altLang="en-US" sz="1467"/>
          </a:p>
        </p:txBody>
      </p:sp>
      <p:sp>
        <p:nvSpPr>
          <p:cNvPr id="10245" name="AutoShape 15">
            <a:hlinkClick r:id="rId5" action="ppaction://hlinksldjump"/>
            <a:extLst>
              <a:ext uri="{FF2B5EF4-FFF2-40B4-BE49-F238E27FC236}">
                <a16:creationId xmlns:a16="http://schemas.microsoft.com/office/drawing/2014/main" id="{3AAEFB55-6B0A-3FA8-66B4-AC33C3F1FF7A}"/>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3.Dear dying Lamb, Thy </a:t>
            </a:r>
            <a:endParaRPr lang="ko-KR" altLang="en-US" sz="1467">
              <a:solidFill>
                <a:srgbClr val="FF0000"/>
              </a:solidFill>
            </a:endParaRPr>
          </a:p>
        </p:txBody>
      </p:sp>
      <p:sp>
        <p:nvSpPr>
          <p:cNvPr id="10246" name="AutoShape 16">
            <a:hlinkClick r:id="rId6" action="ppaction://hlinksldjump"/>
            <a:extLst>
              <a:ext uri="{FF2B5EF4-FFF2-40B4-BE49-F238E27FC236}">
                <a16:creationId xmlns:a16="http://schemas.microsoft.com/office/drawing/2014/main" id="{2804DD02-10B7-4A0A-77BB-A25BEB3D2788}"/>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4.E'er since by faith I </a:t>
            </a:r>
            <a:endParaRPr lang="ko-KR" altLang="en-US" sz="1467"/>
          </a:p>
        </p:txBody>
      </p:sp>
      <p:sp>
        <p:nvSpPr>
          <p:cNvPr id="10247" name="AutoShape 17">
            <a:hlinkClick r:id="rId7" action="ppaction://hlinksldjump"/>
            <a:extLst>
              <a:ext uri="{FF2B5EF4-FFF2-40B4-BE49-F238E27FC236}">
                <a16:creationId xmlns:a16="http://schemas.microsoft.com/office/drawing/2014/main" id="{6A87E652-5AC2-68AE-3D76-538C6B6CB12A}"/>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5.When this poor </a:t>
            </a:r>
            <a:endParaRPr lang="ko-KR" altLang="en-US" sz="1467"/>
          </a:p>
        </p:txBody>
      </p:sp>
      <p:sp>
        <p:nvSpPr>
          <p:cNvPr id="10248" name="AutoShape 13">
            <a:hlinkClick r:id="rId3" action="ppaction://hlinksldjump"/>
            <a:extLst>
              <a:ext uri="{FF2B5EF4-FFF2-40B4-BE49-F238E27FC236}">
                <a16:creationId xmlns:a16="http://schemas.microsoft.com/office/drawing/2014/main" id="{C582B1CE-A9A6-440E-5A33-C59B1C550264}"/>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샘물과 같은 보혈은</a:t>
            </a:r>
          </a:p>
        </p:txBody>
      </p:sp>
      <p:sp>
        <p:nvSpPr>
          <p:cNvPr id="10249" name="AutoShape 14">
            <a:hlinkClick r:id="rId4" action="ppaction://hlinksldjump"/>
            <a:extLst>
              <a:ext uri="{FF2B5EF4-FFF2-40B4-BE49-F238E27FC236}">
                <a16:creationId xmlns:a16="http://schemas.microsoft.com/office/drawing/2014/main" id="{35FD1353-9A39-9696-955E-1EA9BA1F5048}"/>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저 도적 회개하고서</a:t>
            </a:r>
          </a:p>
        </p:txBody>
      </p:sp>
      <p:sp>
        <p:nvSpPr>
          <p:cNvPr id="10250" name="AutoShape 15">
            <a:hlinkClick r:id="rId5" action="ppaction://hlinksldjump"/>
            <a:extLst>
              <a:ext uri="{FF2B5EF4-FFF2-40B4-BE49-F238E27FC236}">
                <a16:creationId xmlns:a16="http://schemas.microsoft.com/office/drawing/2014/main" id="{7F2A18CA-9B4E-5502-4FC7-E6A46905F0BF}"/>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a:t>
            </a:r>
            <a:r>
              <a:rPr lang="ko-KR" altLang="en-US" sz="1467">
                <a:solidFill>
                  <a:srgbClr val="FF0000"/>
                </a:solidFill>
              </a:rPr>
              <a:t>죄 속함 받은 백성은</a:t>
            </a:r>
          </a:p>
        </p:txBody>
      </p:sp>
      <p:sp>
        <p:nvSpPr>
          <p:cNvPr id="10251" name="AutoShape 16">
            <a:hlinkClick r:id="rId6" action="ppaction://hlinksldjump"/>
            <a:extLst>
              <a:ext uri="{FF2B5EF4-FFF2-40B4-BE49-F238E27FC236}">
                <a16:creationId xmlns:a16="http://schemas.microsoft.com/office/drawing/2014/main" id="{6C61BD4F-E6D5-44D2-C919-9A74828B8653}"/>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날 정케 하신 피 보니</a:t>
            </a:r>
          </a:p>
        </p:txBody>
      </p:sp>
      <p:sp>
        <p:nvSpPr>
          <p:cNvPr id="10252" name="AutoShape 17">
            <a:hlinkClick r:id="rId7" action="ppaction://hlinksldjump"/>
            <a:extLst>
              <a:ext uri="{FF2B5EF4-FFF2-40B4-BE49-F238E27FC236}">
                <a16:creationId xmlns:a16="http://schemas.microsoft.com/office/drawing/2014/main" id="{50336089-A4D6-20FD-1530-F60D0CF2F89B}"/>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a:t>
            </a:r>
            <a:r>
              <a:rPr lang="ko-KR" altLang="en-US" sz="1467"/>
              <a:t>이후에 천국 올라가</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그림 1">
            <a:extLst>
              <a:ext uri="{FF2B5EF4-FFF2-40B4-BE49-F238E27FC236}">
                <a16:creationId xmlns:a16="http://schemas.microsoft.com/office/drawing/2014/main" id="{93977A81-63CD-6FE9-6063-0F0A723495CD}"/>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AutoShape 13">
            <a:hlinkClick r:id="rId3" action="ppaction://hlinksldjump"/>
            <a:extLst>
              <a:ext uri="{FF2B5EF4-FFF2-40B4-BE49-F238E27FC236}">
                <a16:creationId xmlns:a16="http://schemas.microsoft.com/office/drawing/2014/main" id="{4ADF0311-03AF-B612-3B2B-7E07DBAA9A3D}"/>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1.There is a fountain </a:t>
            </a:r>
            <a:endParaRPr lang="ko-KR" altLang="en-US" sz="1467"/>
          </a:p>
        </p:txBody>
      </p:sp>
      <p:sp>
        <p:nvSpPr>
          <p:cNvPr id="11268" name="AutoShape 14">
            <a:hlinkClick r:id="rId4" action="ppaction://hlinksldjump"/>
            <a:extLst>
              <a:ext uri="{FF2B5EF4-FFF2-40B4-BE49-F238E27FC236}">
                <a16:creationId xmlns:a16="http://schemas.microsoft.com/office/drawing/2014/main" id="{D0560D14-2035-FE95-1A85-734065916B47}"/>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2.The dying thief </a:t>
            </a:r>
            <a:endParaRPr lang="ko-KR" altLang="en-US" sz="1467"/>
          </a:p>
        </p:txBody>
      </p:sp>
      <p:sp>
        <p:nvSpPr>
          <p:cNvPr id="11269" name="AutoShape 15">
            <a:hlinkClick r:id="rId5" action="ppaction://hlinksldjump"/>
            <a:extLst>
              <a:ext uri="{FF2B5EF4-FFF2-40B4-BE49-F238E27FC236}">
                <a16:creationId xmlns:a16="http://schemas.microsoft.com/office/drawing/2014/main" id="{BB4726D6-C605-B0BB-EB5A-9C62869B5B42}"/>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3.Dear dying Lamb, Thy </a:t>
            </a:r>
            <a:endParaRPr lang="ko-KR" altLang="en-US" sz="1467">
              <a:solidFill>
                <a:srgbClr val="FF0000"/>
              </a:solidFill>
            </a:endParaRPr>
          </a:p>
        </p:txBody>
      </p:sp>
      <p:sp>
        <p:nvSpPr>
          <p:cNvPr id="11270" name="AutoShape 16">
            <a:hlinkClick r:id="rId6" action="ppaction://hlinksldjump"/>
            <a:extLst>
              <a:ext uri="{FF2B5EF4-FFF2-40B4-BE49-F238E27FC236}">
                <a16:creationId xmlns:a16="http://schemas.microsoft.com/office/drawing/2014/main" id="{4B3B8924-E789-3081-32FB-F7FAB686220D}"/>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4.E'er since by faith I </a:t>
            </a:r>
            <a:endParaRPr lang="ko-KR" altLang="en-US" sz="1467"/>
          </a:p>
        </p:txBody>
      </p:sp>
      <p:sp>
        <p:nvSpPr>
          <p:cNvPr id="11271" name="AutoShape 17">
            <a:hlinkClick r:id="rId7" action="ppaction://hlinksldjump"/>
            <a:extLst>
              <a:ext uri="{FF2B5EF4-FFF2-40B4-BE49-F238E27FC236}">
                <a16:creationId xmlns:a16="http://schemas.microsoft.com/office/drawing/2014/main" id="{EBB5F17E-DA8F-E168-3EE1-34013CA98129}"/>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5.When this poor </a:t>
            </a:r>
            <a:endParaRPr lang="ko-KR" altLang="en-US" sz="1467"/>
          </a:p>
        </p:txBody>
      </p:sp>
      <p:sp>
        <p:nvSpPr>
          <p:cNvPr id="11272" name="AutoShape 13">
            <a:hlinkClick r:id="rId3" action="ppaction://hlinksldjump"/>
            <a:extLst>
              <a:ext uri="{FF2B5EF4-FFF2-40B4-BE49-F238E27FC236}">
                <a16:creationId xmlns:a16="http://schemas.microsoft.com/office/drawing/2014/main" id="{285AE758-0362-58A4-8037-A68BCCA573BB}"/>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샘물과 같은 보혈은</a:t>
            </a:r>
          </a:p>
        </p:txBody>
      </p:sp>
      <p:sp>
        <p:nvSpPr>
          <p:cNvPr id="11273" name="AutoShape 14">
            <a:hlinkClick r:id="rId4" action="ppaction://hlinksldjump"/>
            <a:extLst>
              <a:ext uri="{FF2B5EF4-FFF2-40B4-BE49-F238E27FC236}">
                <a16:creationId xmlns:a16="http://schemas.microsoft.com/office/drawing/2014/main" id="{491089E3-108C-9F1D-1689-73C073AAA72F}"/>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저 도적 회개하고서</a:t>
            </a:r>
          </a:p>
        </p:txBody>
      </p:sp>
      <p:sp>
        <p:nvSpPr>
          <p:cNvPr id="11274" name="AutoShape 15">
            <a:hlinkClick r:id="rId5" action="ppaction://hlinksldjump"/>
            <a:extLst>
              <a:ext uri="{FF2B5EF4-FFF2-40B4-BE49-F238E27FC236}">
                <a16:creationId xmlns:a16="http://schemas.microsoft.com/office/drawing/2014/main" id="{D5F7006E-86A4-A787-4C0A-DF54D87FB1B8}"/>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a:t>
            </a:r>
            <a:r>
              <a:rPr lang="ko-KR" altLang="en-US" sz="1467">
                <a:solidFill>
                  <a:srgbClr val="FF0000"/>
                </a:solidFill>
              </a:rPr>
              <a:t>죄 속함 받은 백성은</a:t>
            </a:r>
          </a:p>
        </p:txBody>
      </p:sp>
      <p:sp>
        <p:nvSpPr>
          <p:cNvPr id="11275" name="AutoShape 16">
            <a:hlinkClick r:id="rId6" action="ppaction://hlinksldjump"/>
            <a:extLst>
              <a:ext uri="{FF2B5EF4-FFF2-40B4-BE49-F238E27FC236}">
                <a16:creationId xmlns:a16="http://schemas.microsoft.com/office/drawing/2014/main" id="{0969AA6F-2118-588E-FBA8-489316263F25}"/>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날 정케 하신 피 보니</a:t>
            </a:r>
          </a:p>
        </p:txBody>
      </p:sp>
      <p:sp>
        <p:nvSpPr>
          <p:cNvPr id="11276" name="AutoShape 17">
            <a:hlinkClick r:id="rId7" action="ppaction://hlinksldjump"/>
            <a:extLst>
              <a:ext uri="{FF2B5EF4-FFF2-40B4-BE49-F238E27FC236}">
                <a16:creationId xmlns:a16="http://schemas.microsoft.com/office/drawing/2014/main" id="{9C960A74-F142-036D-E5EC-25661A5C8650}"/>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a:t>
            </a:r>
            <a:r>
              <a:rPr lang="ko-KR" altLang="en-US" sz="1467"/>
              <a:t>이후에 천국 올라가</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그림 1">
            <a:extLst>
              <a:ext uri="{FF2B5EF4-FFF2-40B4-BE49-F238E27FC236}">
                <a16:creationId xmlns:a16="http://schemas.microsoft.com/office/drawing/2014/main" id="{DE15AFB0-D299-7556-7539-D586FB13645D}"/>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AutoShape 13">
            <a:hlinkClick r:id="rId3" action="ppaction://hlinksldjump"/>
            <a:extLst>
              <a:ext uri="{FF2B5EF4-FFF2-40B4-BE49-F238E27FC236}">
                <a16:creationId xmlns:a16="http://schemas.microsoft.com/office/drawing/2014/main" id="{7F33E16D-F3CA-36FB-F5FB-5C65C8719834}"/>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1.There is a fountain </a:t>
            </a:r>
            <a:endParaRPr lang="ko-KR" altLang="en-US" sz="1467"/>
          </a:p>
        </p:txBody>
      </p:sp>
      <p:sp>
        <p:nvSpPr>
          <p:cNvPr id="12292" name="AutoShape 14">
            <a:hlinkClick r:id="rId4" action="ppaction://hlinksldjump"/>
            <a:extLst>
              <a:ext uri="{FF2B5EF4-FFF2-40B4-BE49-F238E27FC236}">
                <a16:creationId xmlns:a16="http://schemas.microsoft.com/office/drawing/2014/main" id="{1B743CF5-9FAA-0DFB-AF06-D24CFB1F58FD}"/>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2.The dying thief </a:t>
            </a:r>
            <a:endParaRPr lang="ko-KR" altLang="en-US" sz="1467"/>
          </a:p>
        </p:txBody>
      </p:sp>
      <p:sp>
        <p:nvSpPr>
          <p:cNvPr id="12293" name="AutoShape 15">
            <a:hlinkClick r:id="rId5" action="ppaction://hlinksldjump"/>
            <a:extLst>
              <a:ext uri="{FF2B5EF4-FFF2-40B4-BE49-F238E27FC236}">
                <a16:creationId xmlns:a16="http://schemas.microsoft.com/office/drawing/2014/main" id="{5D1A0ED3-043B-17CF-737C-501A1C0254C4}"/>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3.Dear dying Lamb, Thy </a:t>
            </a:r>
            <a:endParaRPr lang="ko-KR" altLang="en-US" sz="1467">
              <a:solidFill>
                <a:srgbClr val="FF0000"/>
              </a:solidFill>
            </a:endParaRPr>
          </a:p>
        </p:txBody>
      </p:sp>
      <p:sp>
        <p:nvSpPr>
          <p:cNvPr id="12294" name="AutoShape 16">
            <a:hlinkClick r:id="rId6" action="ppaction://hlinksldjump"/>
            <a:extLst>
              <a:ext uri="{FF2B5EF4-FFF2-40B4-BE49-F238E27FC236}">
                <a16:creationId xmlns:a16="http://schemas.microsoft.com/office/drawing/2014/main" id="{E5A66373-D740-3846-C8D9-4B0C4EE41A9F}"/>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4.E'er since by faith I </a:t>
            </a:r>
            <a:endParaRPr lang="ko-KR" altLang="en-US" sz="1467"/>
          </a:p>
        </p:txBody>
      </p:sp>
      <p:sp>
        <p:nvSpPr>
          <p:cNvPr id="12295" name="AutoShape 17">
            <a:hlinkClick r:id="rId7" action="ppaction://hlinksldjump"/>
            <a:extLst>
              <a:ext uri="{FF2B5EF4-FFF2-40B4-BE49-F238E27FC236}">
                <a16:creationId xmlns:a16="http://schemas.microsoft.com/office/drawing/2014/main" id="{E2AB6B6F-143D-6DA4-691C-8FCCC3845721}"/>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5.When this poor </a:t>
            </a:r>
            <a:endParaRPr lang="ko-KR" altLang="en-US" sz="1467"/>
          </a:p>
        </p:txBody>
      </p:sp>
      <p:sp>
        <p:nvSpPr>
          <p:cNvPr id="12296" name="AutoShape 13">
            <a:hlinkClick r:id="rId3" action="ppaction://hlinksldjump"/>
            <a:extLst>
              <a:ext uri="{FF2B5EF4-FFF2-40B4-BE49-F238E27FC236}">
                <a16:creationId xmlns:a16="http://schemas.microsoft.com/office/drawing/2014/main" id="{01B245A3-FD08-1BBE-B66E-F0E221C80B5C}"/>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샘물과 같은 보혈은</a:t>
            </a:r>
          </a:p>
        </p:txBody>
      </p:sp>
      <p:sp>
        <p:nvSpPr>
          <p:cNvPr id="12297" name="AutoShape 14">
            <a:hlinkClick r:id="rId4" action="ppaction://hlinksldjump"/>
            <a:extLst>
              <a:ext uri="{FF2B5EF4-FFF2-40B4-BE49-F238E27FC236}">
                <a16:creationId xmlns:a16="http://schemas.microsoft.com/office/drawing/2014/main" id="{1B8CBBAF-9407-CE33-27CD-F8B6E7A3CD9B}"/>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저 도적 회개하고서</a:t>
            </a:r>
          </a:p>
        </p:txBody>
      </p:sp>
      <p:sp>
        <p:nvSpPr>
          <p:cNvPr id="12298" name="AutoShape 15">
            <a:hlinkClick r:id="rId5" action="ppaction://hlinksldjump"/>
            <a:extLst>
              <a:ext uri="{FF2B5EF4-FFF2-40B4-BE49-F238E27FC236}">
                <a16:creationId xmlns:a16="http://schemas.microsoft.com/office/drawing/2014/main" id="{F152C974-BF79-3C8F-BA3B-786855300CCF}"/>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a:t>
            </a:r>
            <a:r>
              <a:rPr lang="ko-KR" altLang="en-US" sz="1467">
                <a:solidFill>
                  <a:srgbClr val="FF0000"/>
                </a:solidFill>
              </a:rPr>
              <a:t>죄 속함 받은 백성은</a:t>
            </a:r>
          </a:p>
        </p:txBody>
      </p:sp>
      <p:sp>
        <p:nvSpPr>
          <p:cNvPr id="12299" name="AutoShape 16">
            <a:hlinkClick r:id="rId6" action="ppaction://hlinksldjump"/>
            <a:extLst>
              <a:ext uri="{FF2B5EF4-FFF2-40B4-BE49-F238E27FC236}">
                <a16:creationId xmlns:a16="http://schemas.microsoft.com/office/drawing/2014/main" id="{55882FBD-D46C-35A9-3CCC-BD65A39787C9}"/>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날 정케 하신 피 보니</a:t>
            </a:r>
          </a:p>
        </p:txBody>
      </p:sp>
      <p:sp>
        <p:nvSpPr>
          <p:cNvPr id="12300" name="AutoShape 17">
            <a:hlinkClick r:id="rId7" action="ppaction://hlinksldjump"/>
            <a:extLst>
              <a:ext uri="{FF2B5EF4-FFF2-40B4-BE49-F238E27FC236}">
                <a16:creationId xmlns:a16="http://schemas.microsoft.com/office/drawing/2014/main" id="{9A151F86-C2D1-693C-07C1-32293EBE80C1}"/>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a:t>
            </a:r>
            <a:r>
              <a:rPr lang="ko-KR" altLang="en-US" sz="1467"/>
              <a:t>이후에 천국 올라가</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그림 1">
            <a:extLst>
              <a:ext uri="{FF2B5EF4-FFF2-40B4-BE49-F238E27FC236}">
                <a16:creationId xmlns:a16="http://schemas.microsoft.com/office/drawing/2014/main" id="{BF8F8043-9BA3-0689-B18B-A21964B31DA1}"/>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 name="AutoShape 13">
            <a:hlinkClick r:id="rId3" action="ppaction://hlinksldjump"/>
            <a:extLst>
              <a:ext uri="{FF2B5EF4-FFF2-40B4-BE49-F238E27FC236}">
                <a16:creationId xmlns:a16="http://schemas.microsoft.com/office/drawing/2014/main" id="{D7294166-45F7-2163-25BC-1E3DA6366FA1}"/>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1.There is a fountain </a:t>
            </a:r>
            <a:endParaRPr lang="ko-KR" altLang="en-US" sz="1467"/>
          </a:p>
        </p:txBody>
      </p:sp>
      <p:sp>
        <p:nvSpPr>
          <p:cNvPr id="13316" name="AutoShape 14">
            <a:hlinkClick r:id="rId4" action="ppaction://hlinksldjump"/>
            <a:extLst>
              <a:ext uri="{FF2B5EF4-FFF2-40B4-BE49-F238E27FC236}">
                <a16:creationId xmlns:a16="http://schemas.microsoft.com/office/drawing/2014/main" id="{03B04786-E97D-E088-938E-E133ECD873FE}"/>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2.The dying thief </a:t>
            </a:r>
            <a:endParaRPr lang="ko-KR" altLang="en-US" sz="1467"/>
          </a:p>
        </p:txBody>
      </p:sp>
      <p:sp>
        <p:nvSpPr>
          <p:cNvPr id="13317" name="AutoShape 15">
            <a:hlinkClick r:id="rId5" action="ppaction://hlinksldjump"/>
            <a:extLst>
              <a:ext uri="{FF2B5EF4-FFF2-40B4-BE49-F238E27FC236}">
                <a16:creationId xmlns:a16="http://schemas.microsoft.com/office/drawing/2014/main" id="{9044B324-D13F-F10A-1348-50E4A201D427}"/>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3.Dear dying Lamb, Thy </a:t>
            </a:r>
            <a:endParaRPr lang="ko-KR" altLang="en-US" sz="1467">
              <a:solidFill>
                <a:srgbClr val="FF0000"/>
              </a:solidFill>
            </a:endParaRPr>
          </a:p>
        </p:txBody>
      </p:sp>
      <p:sp>
        <p:nvSpPr>
          <p:cNvPr id="13318" name="AutoShape 16">
            <a:hlinkClick r:id="rId6" action="ppaction://hlinksldjump"/>
            <a:extLst>
              <a:ext uri="{FF2B5EF4-FFF2-40B4-BE49-F238E27FC236}">
                <a16:creationId xmlns:a16="http://schemas.microsoft.com/office/drawing/2014/main" id="{C360254A-CD3E-F430-9283-DB473718A384}"/>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4.E'er since by faith I </a:t>
            </a:r>
            <a:endParaRPr lang="ko-KR" altLang="en-US" sz="1467"/>
          </a:p>
        </p:txBody>
      </p:sp>
      <p:sp>
        <p:nvSpPr>
          <p:cNvPr id="13319" name="AutoShape 17">
            <a:hlinkClick r:id="rId7" action="ppaction://hlinksldjump"/>
            <a:extLst>
              <a:ext uri="{FF2B5EF4-FFF2-40B4-BE49-F238E27FC236}">
                <a16:creationId xmlns:a16="http://schemas.microsoft.com/office/drawing/2014/main" id="{B2F1C1A1-02AE-2D5F-F6B9-2BEEE6245941}"/>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5.When this poor </a:t>
            </a:r>
            <a:endParaRPr lang="ko-KR" altLang="en-US" sz="1467"/>
          </a:p>
        </p:txBody>
      </p:sp>
      <p:sp>
        <p:nvSpPr>
          <p:cNvPr id="13320" name="AutoShape 13">
            <a:hlinkClick r:id="rId3" action="ppaction://hlinksldjump"/>
            <a:extLst>
              <a:ext uri="{FF2B5EF4-FFF2-40B4-BE49-F238E27FC236}">
                <a16:creationId xmlns:a16="http://schemas.microsoft.com/office/drawing/2014/main" id="{B7F75ED1-0737-9AA7-ACAE-E3FB76777CA1}"/>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샘물과 같은 보혈은</a:t>
            </a:r>
          </a:p>
        </p:txBody>
      </p:sp>
      <p:sp>
        <p:nvSpPr>
          <p:cNvPr id="13321" name="AutoShape 14">
            <a:hlinkClick r:id="rId4" action="ppaction://hlinksldjump"/>
            <a:extLst>
              <a:ext uri="{FF2B5EF4-FFF2-40B4-BE49-F238E27FC236}">
                <a16:creationId xmlns:a16="http://schemas.microsoft.com/office/drawing/2014/main" id="{1D843ADC-771D-3EB6-711B-A2FF3061F138}"/>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저 도적 회개하고서</a:t>
            </a:r>
          </a:p>
        </p:txBody>
      </p:sp>
      <p:sp>
        <p:nvSpPr>
          <p:cNvPr id="13322" name="AutoShape 15">
            <a:hlinkClick r:id="rId5" action="ppaction://hlinksldjump"/>
            <a:extLst>
              <a:ext uri="{FF2B5EF4-FFF2-40B4-BE49-F238E27FC236}">
                <a16:creationId xmlns:a16="http://schemas.microsoft.com/office/drawing/2014/main" id="{8334CEAB-3914-CB6D-4991-2689FC534916}"/>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a:t>
            </a:r>
            <a:r>
              <a:rPr lang="ko-KR" altLang="en-US" sz="1467">
                <a:solidFill>
                  <a:srgbClr val="FF0000"/>
                </a:solidFill>
              </a:rPr>
              <a:t>죄 속함 받은 백성은</a:t>
            </a:r>
          </a:p>
        </p:txBody>
      </p:sp>
      <p:sp>
        <p:nvSpPr>
          <p:cNvPr id="13323" name="AutoShape 16">
            <a:hlinkClick r:id="rId6" action="ppaction://hlinksldjump"/>
            <a:extLst>
              <a:ext uri="{FF2B5EF4-FFF2-40B4-BE49-F238E27FC236}">
                <a16:creationId xmlns:a16="http://schemas.microsoft.com/office/drawing/2014/main" id="{59484421-C996-250C-F4AA-CBBD59586C59}"/>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날 정케 하신 피 보니</a:t>
            </a:r>
          </a:p>
        </p:txBody>
      </p:sp>
      <p:sp>
        <p:nvSpPr>
          <p:cNvPr id="13324" name="AutoShape 17">
            <a:hlinkClick r:id="rId7" action="ppaction://hlinksldjump"/>
            <a:extLst>
              <a:ext uri="{FF2B5EF4-FFF2-40B4-BE49-F238E27FC236}">
                <a16:creationId xmlns:a16="http://schemas.microsoft.com/office/drawing/2014/main" id="{1D20C22F-6938-F2DC-CDE0-7ABBD887FA55}"/>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a:t>
            </a:r>
            <a:r>
              <a:rPr lang="ko-KR" altLang="en-US" sz="1467"/>
              <a:t>이후에 천국 올라가</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그림 1">
            <a:extLst>
              <a:ext uri="{FF2B5EF4-FFF2-40B4-BE49-F238E27FC236}">
                <a16:creationId xmlns:a16="http://schemas.microsoft.com/office/drawing/2014/main" id="{25C17912-4B78-2C56-0FFC-B930391F49DD}"/>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9" name="AutoShape 13">
            <a:hlinkClick r:id="rId3" action="ppaction://hlinksldjump"/>
            <a:extLst>
              <a:ext uri="{FF2B5EF4-FFF2-40B4-BE49-F238E27FC236}">
                <a16:creationId xmlns:a16="http://schemas.microsoft.com/office/drawing/2014/main" id="{D41B032B-ABEA-5599-E95C-A79921D6BE2C}"/>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1.There is a fountain </a:t>
            </a:r>
            <a:endParaRPr lang="ko-KR" altLang="en-US" sz="1467"/>
          </a:p>
        </p:txBody>
      </p:sp>
      <p:sp>
        <p:nvSpPr>
          <p:cNvPr id="14340" name="AutoShape 14">
            <a:hlinkClick r:id="rId4" action="ppaction://hlinksldjump"/>
            <a:extLst>
              <a:ext uri="{FF2B5EF4-FFF2-40B4-BE49-F238E27FC236}">
                <a16:creationId xmlns:a16="http://schemas.microsoft.com/office/drawing/2014/main" id="{3DAC0286-4454-7EA6-3196-A4D1FEC40268}"/>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2.The dying thief </a:t>
            </a:r>
            <a:endParaRPr lang="ko-KR" altLang="en-US" sz="1467"/>
          </a:p>
        </p:txBody>
      </p:sp>
      <p:sp>
        <p:nvSpPr>
          <p:cNvPr id="14341" name="AutoShape 15">
            <a:hlinkClick r:id="rId5" action="ppaction://hlinksldjump"/>
            <a:extLst>
              <a:ext uri="{FF2B5EF4-FFF2-40B4-BE49-F238E27FC236}">
                <a16:creationId xmlns:a16="http://schemas.microsoft.com/office/drawing/2014/main" id="{AA336038-A393-46D6-FD20-F9A6BE8D0B7D}"/>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3.Dear dying Lamb, Thy </a:t>
            </a:r>
            <a:endParaRPr lang="ko-KR" altLang="en-US" sz="1467"/>
          </a:p>
        </p:txBody>
      </p:sp>
      <p:sp>
        <p:nvSpPr>
          <p:cNvPr id="14342" name="AutoShape 16">
            <a:hlinkClick r:id="rId6" action="ppaction://hlinksldjump"/>
            <a:extLst>
              <a:ext uri="{FF2B5EF4-FFF2-40B4-BE49-F238E27FC236}">
                <a16:creationId xmlns:a16="http://schemas.microsoft.com/office/drawing/2014/main" id="{EBAEF747-ACF7-D58E-0BA5-6C221732F23A}"/>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4.E'er since by faith I </a:t>
            </a:r>
            <a:endParaRPr lang="ko-KR" altLang="en-US" sz="1467">
              <a:solidFill>
                <a:srgbClr val="FF0000"/>
              </a:solidFill>
            </a:endParaRPr>
          </a:p>
        </p:txBody>
      </p:sp>
      <p:sp>
        <p:nvSpPr>
          <p:cNvPr id="14343" name="AutoShape 17">
            <a:hlinkClick r:id="rId7" action="ppaction://hlinksldjump"/>
            <a:extLst>
              <a:ext uri="{FF2B5EF4-FFF2-40B4-BE49-F238E27FC236}">
                <a16:creationId xmlns:a16="http://schemas.microsoft.com/office/drawing/2014/main" id="{A81F74B3-D770-4E57-356B-C17E5B3D97C2}"/>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5.When this poor </a:t>
            </a:r>
            <a:endParaRPr lang="ko-KR" altLang="en-US" sz="1467"/>
          </a:p>
        </p:txBody>
      </p:sp>
      <p:sp>
        <p:nvSpPr>
          <p:cNvPr id="14344" name="AutoShape 13">
            <a:hlinkClick r:id="rId3" action="ppaction://hlinksldjump"/>
            <a:extLst>
              <a:ext uri="{FF2B5EF4-FFF2-40B4-BE49-F238E27FC236}">
                <a16:creationId xmlns:a16="http://schemas.microsoft.com/office/drawing/2014/main" id="{0AC157BF-2328-35EC-1C86-73805A6671B0}"/>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샘물과 같은 보혈은</a:t>
            </a:r>
          </a:p>
        </p:txBody>
      </p:sp>
      <p:sp>
        <p:nvSpPr>
          <p:cNvPr id="14345" name="AutoShape 14">
            <a:hlinkClick r:id="rId4" action="ppaction://hlinksldjump"/>
            <a:extLst>
              <a:ext uri="{FF2B5EF4-FFF2-40B4-BE49-F238E27FC236}">
                <a16:creationId xmlns:a16="http://schemas.microsoft.com/office/drawing/2014/main" id="{416653AA-938E-FC00-34F2-3C323BBDA2EB}"/>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저 도적 회개하고서</a:t>
            </a:r>
          </a:p>
        </p:txBody>
      </p:sp>
      <p:sp>
        <p:nvSpPr>
          <p:cNvPr id="14346" name="AutoShape 15">
            <a:hlinkClick r:id="rId5" action="ppaction://hlinksldjump"/>
            <a:extLst>
              <a:ext uri="{FF2B5EF4-FFF2-40B4-BE49-F238E27FC236}">
                <a16:creationId xmlns:a16="http://schemas.microsoft.com/office/drawing/2014/main" id="{BE58E826-1A63-08CF-7484-2036B7E27705}"/>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죄 속함 받은 백성은</a:t>
            </a:r>
          </a:p>
        </p:txBody>
      </p:sp>
      <p:sp>
        <p:nvSpPr>
          <p:cNvPr id="14347" name="AutoShape 16">
            <a:hlinkClick r:id="rId6" action="ppaction://hlinksldjump"/>
            <a:extLst>
              <a:ext uri="{FF2B5EF4-FFF2-40B4-BE49-F238E27FC236}">
                <a16:creationId xmlns:a16="http://schemas.microsoft.com/office/drawing/2014/main" id="{8538CC89-592A-7A3F-3117-177A045594A2}"/>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4.</a:t>
            </a:r>
            <a:r>
              <a:rPr lang="ko-KR" altLang="en-US" sz="1467">
                <a:solidFill>
                  <a:srgbClr val="FF0000"/>
                </a:solidFill>
              </a:rPr>
              <a:t>날 정케 하신 피 보니</a:t>
            </a:r>
          </a:p>
        </p:txBody>
      </p:sp>
      <p:sp>
        <p:nvSpPr>
          <p:cNvPr id="14348" name="AutoShape 17">
            <a:hlinkClick r:id="rId7" action="ppaction://hlinksldjump"/>
            <a:extLst>
              <a:ext uri="{FF2B5EF4-FFF2-40B4-BE49-F238E27FC236}">
                <a16:creationId xmlns:a16="http://schemas.microsoft.com/office/drawing/2014/main" id="{ABEDD411-03A7-DEED-B299-483AE9E902DF}"/>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a:t>
            </a:r>
            <a:r>
              <a:rPr lang="ko-KR" altLang="en-US" sz="1467"/>
              <a:t>이후에 천국 올라가</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그림 1">
            <a:extLst>
              <a:ext uri="{FF2B5EF4-FFF2-40B4-BE49-F238E27FC236}">
                <a16:creationId xmlns:a16="http://schemas.microsoft.com/office/drawing/2014/main" id="{DFACD399-CC56-DB3A-0466-6E913B2C9470}"/>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AutoShape 13">
            <a:hlinkClick r:id="rId3" action="ppaction://hlinksldjump"/>
            <a:extLst>
              <a:ext uri="{FF2B5EF4-FFF2-40B4-BE49-F238E27FC236}">
                <a16:creationId xmlns:a16="http://schemas.microsoft.com/office/drawing/2014/main" id="{F609C786-1747-BDC3-4AFE-01383A627D08}"/>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1.There is a fountain </a:t>
            </a:r>
            <a:endParaRPr lang="ko-KR" altLang="en-US" sz="1467"/>
          </a:p>
        </p:txBody>
      </p:sp>
      <p:sp>
        <p:nvSpPr>
          <p:cNvPr id="15364" name="AutoShape 14">
            <a:hlinkClick r:id="rId4" action="ppaction://hlinksldjump"/>
            <a:extLst>
              <a:ext uri="{FF2B5EF4-FFF2-40B4-BE49-F238E27FC236}">
                <a16:creationId xmlns:a16="http://schemas.microsoft.com/office/drawing/2014/main" id="{59BA892D-7A35-1894-09C9-5020CDF9E082}"/>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2.The dying thief </a:t>
            </a:r>
            <a:endParaRPr lang="ko-KR" altLang="en-US" sz="1467"/>
          </a:p>
        </p:txBody>
      </p:sp>
      <p:sp>
        <p:nvSpPr>
          <p:cNvPr id="15365" name="AutoShape 15">
            <a:hlinkClick r:id="rId5" action="ppaction://hlinksldjump"/>
            <a:extLst>
              <a:ext uri="{FF2B5EF4-FFF2-40B4-BE49-F238E27FC236}">
                <a16:creationId xmlns:a16="http://schemas.microsoft.com/office/drawing/2014/main" id="{2ED751B8-3B6B-0AD1-29F3-86709382B7A9}"/>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3.Dear dying Lamb, Thy </a:t>
            </a:r>
            <a:endParaRPr lang="ko-KR" altLang="en-US" sz="1467"/>
          </a:p>
        </p:txBody>
      </p:sp>
      <p:sp>
        <p:nvSpPr>
          <p:cNvPr id="15366" name="AutoShape 16">
            <a:hlinkClick r:id="rId6" action="ppaction://hlinksldjump"/>
            <a:extLst>
              <a:ext uri="{FF2B5EF4-FFF2-40B4-BE49-F238E27FC236}">
                <a16:creationId xmlns:a16="http://schemas.microsoft.com/office/drawing/2014/main" id="{04BF5D7B-0028-B646-6D98-014732F2DDBB}"/>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4.E'er since by faith I </a:t>
            </a:r>
            <a:endParaRPr lang="ko-KR" altLang="en-US" sz="1467">
              <a:solidFill>
                <a:srgbClr val="FF0000"/>
              </a:solidFill>
            </a:endParaRPr>
          </a:p>
        </p:txBody>
      </p:sp>
      <p:sp>
        <p:nvSpPr>
          <p:cNvPr id="15367" name="AutoShape 17">
            <a:hlinkClick r:id="rId7" action="ppaction://hlinksldjump"/>
            <a:extLst>
              <a:ext uri="{FF2B5EF4-FFF2-40B4-BE49-F238E27FC236}">
                <a16:creationId xmlns:a16="http://schemas.microsoft.com/office/drawing/2014/main" id="{4BFA2495-43C0-D673-2BA5-AE8AABCA4CF4}"/>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5.When this poor </a:t>
            </a:r>
            <a:endParaRPr lang="ko-KR" altLang="en-US" sz="1467"/>
          </a:p>
        </p:txBody>
      </p:sp>
      <p:sp>
        <p:nvSpPr>
          <p:cNvPr id="15368" name="AutoShape 13">
            <a:hlinkClick r:id="rId3" action="ppaction://hlinksldjump"/>
            <a:extLst>
              <a:ext uri="{FF2B5EF4-FFF2-40B4-BE49-F238E27FC236}">
                <a16:creationId xmlns:a16="http://schemas.microsoft.com/office/drawing/2014/main" id="{BAA03112-0345-CE81-8A18-67B3FA97D0C9}"/>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샘물과 같은 보혈은</a:t>
            </a:r>
          </a:p>
        </p:txBody>
      </p:sp>
      <p:sp>
        <p:nvSpPr>
          <p:cNvPr id="15369" name="AutoShape 14">
            <a:hlinkClick r:id="rId4" action="ppaction://hlinksldjump"/>
            <a:extLst>
              <a:ext uri="{FF2B5EF4-FFF2-40B4-BE49-F238E27FC236}">
                <a16:creationId xmlns:a16="http://schemas.microsoft.com/office/drawing/2014/main" id="{F8CEC6C8-F06D-7B53-DBA8-F4FBC477D8E4}"/>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저 도적 회개하고서</a:t>
            </a:r>
          </a:p>
        </p:txBody>
      </p:sp>
      <p:sp>
        <p:nvSpPr>
          <p:cNvPr id="15370" name="AutoShape 15">
            <a:hlinkClick r:id="rId5" action="ppaction://hlinksldjump"/>
            <a:extLst>
              <a:ext uri="{FF2B5EF4-FFF2-40B4-BE49-F238E27FC236}">
                <a16:creationId xmlns:a16="http://schemas.microsoft.com/office/drawing/2014/main" id="{25F006D4-3DAC-5876-89E9-FAC81A211B5F}"/>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죄 속함 받은 백성은</a:t>
            </a:r>
          </a:p>
        </p:txBody>
      </p:sp>
      <p:sp>
        <p:nvSpPr>
          <p:cNvPr id="15371" name="AutoShape 16">
            <a:hlinkClick r:id="rId6" action="ppaction://hlinksldjump"/>
            <a:extLst>
              <a:ext uri="{FF2B5EF4-FFF2-40B4-BE49-F238E27FC236}">
                <a16:creationId xmlns:a16="http://schemas.microsoft.com/office/drawing/2014/main" id="{61637231-B78B-015A-E8C9-14F39E194795}"/>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4.</a:t>
            </a:r>
            <a:r>
              <a:rPr lang="ko-KR" altLang="en-US" sz="1467">
                <a:solidFill>
                  <a:srgbClr val="FF0000"/>
                </a:solidFill>
              </a:rPr>
              <a:t>날 정케 하신 피 보니</a:t>
            </a:r>
          </a:p>
        </p:txBody>
      </p:sp>
      <p:sp>
        <p:nvSpPr>
          <p:cNvPr id="15372" name="AutoShape 17">
            <a:hlinkClick r:id="rId7" action="ppaction://hlinksldjump"/>
            <a:extLst>
              <a:ext uri="{FF2B5EF4-FFF2-40B4-BE49-F238E27FC236}">
                <a16:creationId xmlns:a16="http://schemas.microsoft.com/office/drawing/2014/main" id="{7FF9DCD5-4F37-9370-1332-4D91B397E1A2}"/>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a:t>
            </a:r>
            <a:r>
              <a:rPr lang="ko-KR" altLang="en-US" sz="1467"/>
              <a:t>이후에 천국 올라가</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그림 1">
            <a:extLst>
              <a:ext uri="{FF2B5EF4-FFF2-40B4-BE49-F238E27FC236}">
                <a16:creationId xmlns:a16="http://schemas.microsoft.com/office/drawing/2014/main" id="{7CC79FDD-8C02-DE16-6C79-947914459C43}"/>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AutoShape 13">
            <a:hlinkClick r:id="rId3" action="ppaction://hlinksldjump"/>
            <a:extLst>
              <a:ext uri="{FF2B5EF4-FFF2-40B4-BE49-F238E27FC236}">
                <a16:creationId xmlns:a16="http://schemas.microsoft.com/office/drawing/2014/main" id="{A42B468A-7EA8-D0AD-88B0-BF8CA83407C1}"/>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1.There is a fountain </a:t>
            </a:r>
            <a:endParaRPr lang="ko-KR" altLang="en-US" sz="1467"/>
          </a:p>
        </p:txBody>
      </p:sp>
      <p:sp>
        <p:nvSpPr>
          <p:cNvPr id="16388" name="AutoShape 14">
            <a:hlinkClick r:id="rId4" action="ppaction://hlinksldjump"/>
            <a:extLst>
              <a:ext uri="{FF2B5EF4-FFF2-40B4-BE49-F238E27FC236}">
                <a16:creationId xmlns:a16="http://schemas.microsoft.com/office/drawing/2014/main" id="{40E33E69-61BD-0D87-7FF8-72472B7488EB}"/>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2.The dying thief </a:t>
            </a:r>
            <a:endParaRPr lang="ko-KR" altLang="en-US" sz="1467"/>
          </a:p>
        </p:txBody>
      </p:sp>
      <p:sp>
        <p:nvSpPr>
          <p:cNvPr id="16389" name="AutoShape 15">
            <a:hlinkClick r:id="rId5" action="ppaction://hlinksldjump"/>
            <a:extLst>
              <a:ext uri="{FF2B5EF4-FFF2-40B4-BE49-F238E27FC236}">
                <a16:creationId xmlns:a16="http://schemas.microsoft.com/office/drawing/2014/main" id="{1DB52E02-E0C1-EFC1-D7EA-CA047C1E7A00}"/>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3.Dear dying Lamb, Thy </a:t>
            </a:r>
            <a:endParaRPr lang="ko-KR" altLang="en-US" sz="1467"/>
          </a:p>
        </p:txBody>
      </p:sp>
      <p:sp>
        <p:nvSpPr>
          <p:cNvPr id="16390" name="AutoShape 16">
            <a:hlinkClick r:id="rId6" action="ppaction://hlinksldjump"/>
            <a:extLst>
              <a:ext uri="{FF2B5EF4-FFF2-40B4-BE49-F238E27FC236}">
                <a16:creationId xmlns:a16="http://schemas.microsoft.com/office/drawing/2014/main" id="{9AE0450D-C15F-1A98-8103-5EAC57642178}"/>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4.E'er since by faith I </a:t>
            </a:r>
            <a:endParaRPr lang="ko-KR" altLang="en-US" sz="1467">
              <a:solidFill>
                <a:srgbClr val="FF0000"/>
              </a:solidFill>
            </a:endParaRPr>
          </a:p>
        </p:txBody>
      </p:sp>
      <p:sp>
        <p:nvSpPr>
          <p:cNvPr id="16391" name="AutoShape 17">
            <a:hlinkClick r:id="rId7" action="ppaction://hlinksldjump"/>
            <a:extLst>
              <a:ext uri="{FF2B5EF4-FFF2-40B4-BE49-F238E27FC236}">
                <a16:creationId xmlns:a16="http://schemas.microsoft.com/office/drawing/2014/main" id="{2A992E07-11EC-0867-A2E0-D75640AC6AF2}"/>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5.When this poor </a:t>
            </a:r>
            <a:endParaRPr lang="ko-KR" altLang="en-US" sz="1467"/>
          </a:p>
        </p:txBody>
      </p:sp>
      <p:sp>
        <p:nvSpPr>
          <p:cNvPr id="16392" name="AutoShape 13">
            <a:hlinkClick r:id="rId3" action="ppaction://hlinksldjump"/>
            <a:extLst>
              <a:ext uri="{FF2B5EF4-FFF2-40B4-BE49-F238E27FC236}">
                <a16:creationId xmlns:a16="http://schemas.microsoft.com/office/drawing/2014/main" id="{FF97F1A1-0260-0D09-CB38-2F22AF563B8E}"/>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샘물과 같은 보혈은</a:t>
            </a:r>
          </a:p>
        </p:txBody>
      </p:sp>
      <p:sp>
        <p:nvSpPr>
          <p:cNvPr id="16393" name="AutoShape 14">
            <a:hlinkClick r:id="rId4" action="ppaction://hlinksldjump"/>
            <a:extLst>
              <a:ext uri="{FF2B5EF4-FFF2-40B4-BE49-F238E27FC236}">
                <a16:creationId xmlns:a16="http://schemas.microsoft.com/office/drawing/2014/main" id="{A4CE478D-184C-1290-88C9-8D9027F1BD6E}"/>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저 도적 회개하고서</a:t>
            </a:r>
          </a:p>
        </p:txBody>
      </p:sp>
      <p:sp>
        <p:nvSpPr>
          <p:cNvPr id="16394" name="AutoShape 15">
            <a:hlinkClick r:id="rId5" action="ppaction://hlinksldjump"/>
            <a:extLst>
              <a:ext uri="{FF2B5EF4-FFF2-40B4-BE49-F238E27FC236}">
                <a16:creationId xmlns:a16="http://schemas.microsoft.com/office/drawing/2014/main" id="{D7552F16-9477-94BD-928D-F987BC60E8CE}"/>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죄 속함 받은 백성은</a:t>
            </a:r>
          </a:p>
        </p:txBody>
      </p:sp>
      <p:sp>
        <p:nvSpPr>
          <p:cNvPr id="16395" name="AutoShape 16">
            <a:hlinkClick r:id="rId6" action="ppaction://hlinksldjump"/>
            <a:extLst>
              <a:ext uri="{FF2B5EF4-FFF2-40B4-BE49-F238E27FC236}">
                <a16:creationId xmlns:a16="http://schemas.microsoft.com/office/drawing/2014/main" id="{58DCB0BA-3E36-CFF9-F091-B8FD730131F6}"/>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4.</a:t>
            </a:r>
            <a:r>
              <a:rPr lang="ko-KR" altLang="en-US" sz="1467">
                <a:solidFill>
                  <a:srgbClr val="FF0000"/>
                </a:solidFill>
              </a:rPr>
              <a:t>날 정케 하신 피 보니</a:t>
            </a:r>
          </a:p>
        </p:txBody>
      </p:sp>
      <p:sp>
        <p:nvSpPr>
          <p:cNvPr id="16396" name="AutoShape 17">
            <a:hlinkClick r:id="rId7" action="ppaction://hlinksldjump"/>
            <a:extLst>
              <a:ext uri="{FF2B5EF4-FFF2-40B4-BE49-F238E27FC236}">
                <a16:creationId xmlns:a16="http://schemas.microsoft.com/office/drawing/2014/main" id="{1F97DD95-96AA-C49A-29C0-9CF6FA389E07}"/>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a:t>
            </a:r>
            <a:r>
              <a:rPr lang="ko-KR" altLang="en-US" sz="1467"/>
              <a:t>이후에 천국 올라가</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그림 1">
            <a:extLst>
              <a:ext uri="{FF2B5EF4-FFF2-40B4-BE49-F238E27FC236}">
                <a16:creationId xmlns:a16="http://schemas.microsoft.com/office/drawing/2014/main" id="{A6EC1319-9C56-4077-8E24-42BC20ECBCEB}"/>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AutoShape 13">
            <a:hlinkClick r:id="rId3" action="ppaction://hlinksldjump"/>
            <a:extLst>
              <a:ext uri="{FF2B5EF4-FFF2-40B4-BE49-F238E27FC236}">
                <a16:creationId xmlns:a16="http://schemas.microsoft.com/office/drawing/2014/main" id="{85527B86-BFC4-BE81-D3E0-355278C0D18B}"/>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1.There is a fountain </a:t>
            </a:r>
            <a:endParaRPr lang="ko-KR" altLang="en-US" sz="1467"/>
          </a:p>
        </p:txBody>
      </p:sp>
      <p:sp>
        <p:nvSpPr>
          <p:cNvPr id="17412" name="AutoShape 14">
            <a:hlinkClick r:id="rId4" action="ppaction://hlinksldjump"/>
            <a:extLst>
              <a:ext uri="{FF2B5EF4-FFF2-40B4-BE49-F238E27FC236}">
                <a16:creationId xmlns:a16="http://schemas.microsoft.com/office/drawing/2014/main" id="{75815E05-5B2A-5EA5-14C8-E363CE9FE1C1}"/>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2.The dying thief </a:t>
            </a:r>
            <a:endParaRPr lang="ko-KR" altLang="en-US" sz="1467"/>
          </a:p>
        </p:txBody>
      </p:sp>
      <p:sp>
        <p:nvSpPr>
          <p:cNvPr id="17413" name="AutoShape 15">
            <a:hlinkClick r:id="rId5" action="ppaction://hlinksldjump"/>
            <a:extLst>
              <a:ext uri="{FF2B5EF4-FFF2-40B4-BE49-F238E27FC236}">
                <a16:creationId xmlns:a16="http://schemas.microsoft.com/office/drawing/2014/main" id="{69391581-B9C0-96E7-2186-2F983FDD6F65}"/>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3.Dear dying Lamb, Thy </a:t>
            </a:r>
            <a:endParaRPr lang="ko-KR" altLang="en-US" sz="1467"/>
          </a:p>
        </p:txBody>
      </p:sp>
      <p:sp>
        <p:nvSpPr>
          <p:cNvPr id="17414" name="AutoShape 16">
            <a:hlinkClick r:id="rId6" action="ppaction://hlinksldjump"/>
            <a:extLst>
              <a:ext uri="{FF2B5EF4-FFF2-40B4-BE49-F238E27FC236}">
                <a16:creationId xmlns:a16="http://schemas.microsoft.com/office/drawing/2014/main" id="{0F5B09CB-30D1-6CC4-6B0E-ED44E8B8D8C9}"/>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4.E'er since by faith I </a:t>
            </a:r>
            <a:endParaRPr lang="ko-KR" altLang="en-US" sz="1467">
              <a:solidFill>
                <a:srgbClr val="FF0000"/>
              </a:solidFill>
            </a:endParaRPr>
          </a:p>
        </p:txBody>
      </p:sp>
      <p:sp>
        <p:nvSpPr>
          <p:cNvPr id="17415" name="AutoShape 17">
            <a:hlinkClick r:id="rId7" action="ppaction://hlinksldjump"/>
            <a:extLst>
              <a:ext uri="{FF2B5EF4-FFF2-40B4-BE49-F238E27FC236}">
                <a16:creationId xmlns:a16="http://schemas.microsoft.com/office/drawing/2014/main" id="{7D92569D-451E-DA66-6930-05BBCFD47F60}"/>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5.When this poor </a:t>
            </a:r>
            <a:endParaRPr lang="ko-KR" altLang="en-US" sz="1467"/>
          </a:p>
        </p:txBody>
      </p:sp>
      <p:sp>
        <p:nvSpPr>
          <p:cNvPr id="17416" name="AutoShape 13">
            <a:hlinkClick r:id="rId3" action="ppaction://hlinksldjump"/>
            <a:extLst>
              <a:ext uri="{FF2B5EF4-FFF2-40B4-BE49-F238E27FC236}">
                <a16:creationId xmlns:a16="http://schemas.microsoft.com/office/drawing/2014/main" id="{F9FF678C-1696-130E-6A33-ED083FB3C762}"/>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샘물과 같은 보혈은</a:t>
            </a:r>
          </a:p>
        </p:txBody>
      </p:sp>
      <p:sp>
        <p:nvSpPr>
          <p:cNvPr id="17417" name="AutoShape 14">
            <a:hlinkClick r:id="rId4" action="ppaction://hlinksldjump"/>
            <a:extLst>
              <a:ext uri="{FF2B5EF4-FFF2-40B4-BE49-F238E27FC236}">
                <a16:creationId xmlns:a16="http://schemas.microsoft.com/office/drawing/2014/main" id="{5871EFD1-5D47-CA77-90B8-793F3E2184EA}"/>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저 도적 회개하고서</a:t>
            </a:r>
          </a:p>
        </p:txBody>
      </p:sp>
      <p:sp>
        <p:nvSpPr>
          <p:cNvPr id="17418" name="AutoShape 15">
            <a:hlinkClick r:id="rId5" action="ppaction://hlinksldjump"/>
            <a:extLst>
              <a:ext uri="{FF2B5EF4-FFF2-40B4-BE49-F238E27FC236}">
                <a16:creationId xmlns:a16="http://schemas.microsoft.com/office/drawing/2014/main" id="{610D61D6-BB4F-7C1C-4DE7-56C2F72A6843}"/>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죄 속함 받은 백성은</a:t>
            </a:r>
          </a:p>
        </p:txBody>
      </p:sp>
      <p:sp>
        <p:nvSpPr>
          <p:cNvPr id="17419" name="AutoShape 16">
            <a:hlinkClick r:id="rId6" action="ppaction://hlinksldjump"/>
            <a:extLst>
              <a:ext uri="{FF2B5EF4-FFF2-40B4-BE49-F238E27FC236}">
                <a16:creationId xmlns:a16="http://schemas.microsoft.com/office/drawing/2014/main" id="{F83488D7-1A77-02CB-9298-0DB338476117}"/>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4.</a:t>
            </a:r>
            <a:r>
              <a:rPr lang="ko-KR" altLang="en-US" sz="1467">
                <a:solidFill>
                  <a:srgbClr val="FF0000"/>
                </a:solidFill>
              </a:rPr>
              <a:t>날 정케 하신 피 보니</a:t>
            </a:r>
          </a:p>
        </p:txBody>
      </p:sp>
      <p:sp>
        <p:nvSpPr>
          <p:cNvPr id="17420" name="AutoShape 17">
            <a:hlinkClick r:id="rId7" action="ppaction://hlinksldjump"/>
            <a:extLst>
              <a:ext uri="{FF2B5EF4-FFF2-40B4-BE49-F238E27FC236}">
                <a16:creationId xmlns:a16="http://schemas.microsoft.com/office/drawing/2014/main" id="{27FA7A06-7CA4-3C32-52D4-B31CB54A13AA}"/>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5.</a:t>
            </a:r>
            <a:r>
              <a:rPr lang="ko-KR" altLang="en-US" sz="1467"/>
              <a:t>이후에 천국 올라가</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그림 1">
            <a:extLst>
              <a:ext uri="{FF2B5EF4-FFF2-40B4-BE49-F238E27FC236}">
                <a16:creationId xmlns:a16="http://schemas.microsoft.com/office/drawing/2014/main" id="{F4D80F7E-DAAD-B993-34F7-0F0D7C6B4EFC}"/>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AutoShape 13">
            <a:hlinkClick r:id="rId3" action="ppaction://hlinksldjump"/>
            <a:extLst>
              <a:ext uri="{FF2B5EF4-FFF2-40B4-BE49-F238E27FC236}">
                <a16:creationId xmlns:a16="http://schemas.microsoft.com/office/drawing/2014/main" id="{B1989841-A72E-0977-3E79-3290F04B0AA9}"/>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1.There is a fountain </a:t>
            </a:r>
            <a:endParaRPr lang="ko-KR" altLang="en-US" sz="1467"/>
          </a:p>
        </p:txBody>
      </p:sp>
      <p:sp>
        <p:nvSpPr>
          <p:cNvPr id="18436" name="AutoShape 14">
            <a:hlinkClick r:id="rId4" action="ppaction://hlinksldjump"/>
            <a:extLst>
              <a:ext uri="{FF2B5EF4-FFF2-40B4-BE49-F238E27FC236}">
                <a16:creationId xmlns:a16="http://schemas.microsoft.com/office/drawing/2014/main" id="{89E803B6-375A-1231-497E-1483C672A803}"/>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2.The dying thief </a:t>
            </a:r>
            <a:endParaRPr lang="ko-KR" altLang="en-US" sz="1467"/>
          </a:p>
        </p:txBody>
      </p:sp>
      <p:sp>
        <p:nvSpPr>
          <p:cNvPr id="18437" name="AutoShape 15">
            <a:hlinkClick r:id="rId5" action="ppaction://hlinksldjump"/>
            <a:extLst>
              <a:ext uri="{FF2B5EF4-FFF2-40B4-BE49-F238E27FC236}">
                <a16:creationId xmlns:a16="http://schemas.microsoft.com/office/drawing/2014/main" id="{870F7586-436C-84F5-0790-11A2CFCECD2F}"/>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3.Dear dying Lamb, Thy </a:t>
            </a:r>
            <a:endParaRPr lang="ko-KR" altLang="en-US" sz="1467"/>
          </a:p>
        </p:txBody>
      </p:sp>
      <p:sp>
        <p:nvSpPr>
          <p:cNvPr id="18438" name="AutoShape 16">
            <a:hlinkClick r:id="rId6" action="ppaction://hlinksldjump"/>
            <a:extLst>
              <a:ext uri="{FF2B5EF4-FFF2-40B4-BE49-F238E27FC236}">
                <a16:creationId xmlns:a16="http://schemas.microsoft.com/office/drawing/2014/main" id="{8D28B33C-4B5E-8C4D-715B-2D3A71513A72}"/>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4.E'er since by faith I </a:t>
            </a:r>
            <a:endParaRPr lang="ko-KR" altLang="en-US" sz="1467"/>
          </a:p>
        </p:txBody>
      </p:sp>
      <p:sp>
        <p:nvSpPr>
          <p:cNvPr id="18439" name="AutoShape 17">
            <a:hlinkClick r:id="rId7" action="ppaction://hlinksldjump"/>
            <a:extLst>
              <a:ext uri="{FF2B5EF4-FFF2-40B4-BE49-F238E27FC236}">
                <a16:creationId xmlns:a16="http://schemas.microsoft.com/office/drawing/2014/main" id="{F31829F9-E1C4-AE59-A099-FC2FCA9CD730}"/>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5.When this poor </a:t>
            </a:r>
            <a:endParaRPr lang="ko-KR" altLang="en-US" sz="1467">
              <a:solidFill>
                <a:srgbClr val="FF0000"/>
              </a:solidFill>
            </a:endParaRPr>
          </a:p>
        </p:txBody>
      </p:sp>
      <p:sp>
        <p:nvSpPr>
          <p:cNvPr id="18440" name="AutoShape 13">
            <a:hlinkClick r:id="rId3" action="ppaction://hlinksldjump"/>
            <a:extLst>
              <a:ext uri="{FF2B5EF4-FFF2-40B4-BE49-F238E27FC236}">
                <a16:creationId xmlns:a16="http://schemas.microsoft.com/office/drawing/2014/main" id="{9E86FB12-3BC4-5C77-15A4-1C51DD789E3C}"/>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샘물과 같은 보혈은</a:t>
            </a:r>
          </a:p>
        </p:txBody>
      </p:sp>
      <p:sp>
        <p:nvSpPr>
          <p:cNvPr id="18441" name="AutoShape 14">
            <a:hlinkClick r:id="rId4" action="ppaction://hlinksldjump"/>
            <a:extLst>
              <a:ext uri="{FF2B5EF4-FFF2-40B4-BE49-F238E27FC236}">
                <a16:creationId xmlns:a16="http://schemas.microsoft.com/office/drawing/2014/main" id="{A33B41DF-B58B-6117-364D-F694AAEEEFFA}"/>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저 도적 회개하고서</a:t>
            </a:r>
          </a:p>
        </p:txBody>
      </p:sp>
      <p:sp>
        <p:nvSpPr>
          <p:cNvPr id="18442" name="AutoShape 15">
            <a:hlinkClick r:id="rId5" action="ppaction://hlinksldjump"/>
            <a:extLst>
              <a:ext uri="{FF2B5EF4-FFF2-40B4-BE49-F238E27FC236}">
                <a16:creationId xmlns:a16="http://schemas.microsoft.com/office/drawing/2014/main" id="{A2E76556-9EEA-7C01-EFC9-185E23C3A01B}"/>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죄 속함 받은 백성은</a:t>
            </a:r>
          </a:p>
        </p:txBody>
      </p:sp>
      <p:sp>
        <p:nvSpPr>
          <p:cNvPr id="18443" name="AutoShape 16">
            <a:hlinkClick r:id="rId6" action="ppaction://hlinksldjump"/>
            <a:extLst>
              <a:ext uri="{FF2B5EF4-FFF2-40B4-BE49-F238E27FC236}">
                <a16:creationId xmlns:a16="http://schemas.microsoft.com/office/drawing/2014/main" id="{15EDB433-9ECD-C17D-DF3E-92335B325828}"/>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날 정케 하신 피 보니</a:t>
            </a:r>
          </a:p>
        </p:txBody>
      </p:sp>
      <p:sp>
        <p:nvSpPr>
          <p:cNvPr id="18444" name="AutoShape 17">
            <a:hlinkClick r:id="rId7" action="ppaction://hlinksldjump"/>
            <a:extLst>
              <a:ext uri="{FF2B5EF4-FFF2-40B4-BE49-F238E27FC236}">
                <a16:creationId xmlns:a16="http://schemas.microsoft.com/office/drawing/2014/main" id="{69BE0A72-6C01-FEFC-619B-254F6256452E}"/>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5.</a:t>
            </a:r>
            <a:r>
              <a:rPr lang="ko-KR" altLang="en-US" sz="1467">
                <a:solidFill>
                  <a:srgbClr val="FF0000"/>
                </a:solidFill>
              </a:rPr>
              <a:t>이후에 천국 올라가</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그림 1">
            <a:extLst>
              <a:ext uri="{FF2B5EF4-FFF2-40B4-BE49-F238E27FC236}">
                <a16:creationId xmlns:a16="http://schemas.microsoft.com/office/drawing/2014/main" id="{1821AB5A-3239-7A5F-EDE9-B68BBE949C93}"/>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9" name="AutoShape 13">
            <a:hlinkClick r:id="rId3" action="ppaction://hlinksldjump"/>
            <a:extLst>
              <a:ext uri="{FF2B5EF4-FFF2-40B4-BE49-F238E27FC236}">
                <a16:creationId xmlns:a16="http://schemas.microsoft.com/office/drawing/2014/main" id="{86A43106-FC6B-750C-6292-B3744E560445}"/>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1.There is a fountain </a:t>
            </a:r>
            <a:endParaRPr lang="ko-KR" altLang="en-US" sz="1467"/>
          </a:p>
        </p:txBody>
      </p:sp>
      <p:sp>
        <p:nvSpPr>
          <p:cNvPr id="19460" name="AutoShape 14">
            <a:hlinkClick r:id="rId4" action="ppaction://hlinksldjump"/>
            <a:extLst>
              <a:ext uri="{FF2B5EF4-FFF2-40B4-BE49-F238E27FC236}">
                <a16:creationId xmlns:a16="http://schemas.microsoft.com/office/drawing/2014/main" id="{A82E89D7-88CE-9B67-0D3B-C5552F069D6A}"/>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2.The dying thief </a:t>
            </a:r>
            <a:endParaRPr lang="ko-KR" altLang="en-US" sz="1467"/>
          </a:p>
        </p:txBody>
      </p:sp>
      <p:sp>
        <p:nvSpPr>
          <p:cNvPr id="19461" name="AutoShape 15">
            <a:hlinkClick r:id="rId5" action="ppaction://hlinksldjump"/>
            <a:extLst>
              <a:ext uri="{FF2B5EF4-FFF2-40B4-BE49-F238E27FC236}">
                <a16:creationId xmlns:a16="http://schemas.microsoft.com/office/drawing/2014/main" id="{28AEAD6E-0183-ECAF-5BBC-BBE53511CC18}"/>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3.Dear dying Lamb, Thy </a:t>
            </a:r>
            <a:endParaRPr lang="ko-KR" altLang="en-US" sz="1467"/>
          </a:p>
        </p:txBody>
      </p:sp>
      <p:sp>
        <p:nvSpPr>
          <p:cNvPr id="19462" name="AutoShape 16">
            <a:hlinkClick r:id="rId6" action="ppaction://hlinksldjump"/>
            <a:extLst>
              <a:ext uri="{FF2B5EF4-FFF2-40B4-BE49-F238E27FC236}">
                <a16:creationId xmlns:a16="http://schemas.microsoft.com/office/drawing/2014/main" id="{C09CD914-0606-D726-932E-924C6D34134D}"/>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4.E'er since by faith I </a:t>
            </a:r>
            <a:endParaRPr lang="ko-KR" altLang="en-US" sz="1467"/>
          </a:p>
        </p:txBody>
      </p:sp>
      <p:sp>
        <p:nvSpPr>
          <p:cNvPr id="19463" name="AutoShape 17">
            <a:hlinkClick r:id="rId7" action="ppaction://hlinksldjump"/>
            <a:extLst>
              <a:ext uri="{FF2B5EF4-FFF2-40B4-BE49-F238E27FC236}">
                <a16:creationId xmlns:a16="http://schemas.microsoft.com/office/drawing/2014/main" id="{AF3272CD-4B17-BE16-4296-4A623D11767E}"/>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5.When this poor </a:t>
            </a:r>
            <a:endParaRPr lang="ko-KR" altLang="en-US" sz="1467">
              <a:solidFill>
                <a:srgbClr val="FF0000"/>
              </a:solidFill>
            </a:endParaRPr>
          </a:p>
        </p:txBody>
      </p:sp>
      <p:sp>
        <p:nvSpPr>
          <p:cNvPr id="19464" name="AutoShape 13">
            <a:hlinkClick r:id="rId3" action="ppaction://hlinksldjump"/>
            <a:extLst>
              <a:ext uri="{FF2B5EF4-FFF2-40B4-BE49-F238E27FC236}">
                <a16:creationId xmlns:a16="http://schemas.microsoft.com/office/drawing/2014/main" id="{92BEC434-6219-10D6-03BC-6F87B6376815}"/>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샘물과 같은 보혈은</a:t>
            </a:r>
          </a:p>
        </p:txBody>
      </p:sp>
      <p:sp>
        <p:nvSpPr>
          <p:cNvPr id="19465" name="AutoShape 14">
            <a:hlinkClick r:id="rId4" action="ppaction://hlinksldjump"/>
            <a:extLst>
              <a:ext uri="{FF2B5EF4-FFF2-40B4-BE49-F238E27FC236}">
                <a16:creationId xmlns:a16="http://schemas.microsoft.com/office/drawing/2014/main" id="{BBFB6619-2F39-54F7-A632-BA5DC2F71B60}"/>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저 도적 회개하고서</a:t>
            </a:r>
          </a:p>
        </p:txBody>
      </p:sp>
      <p:sp>
        <p:nvSpPr>
          <p:cNvPr id="19466" name="AutoShape 15">
            <a:hlinkClick r:id="rId5" action="ppaction://hlinksldjump"/>
            <a:extLst>
              <a:ext uri="{FF2B5EF4-FFF2-40B4-BE49-F238E27FC236}">
                <a16:creationId xmlns:a16="http://schemas.microsoft.com/office/drawing/2014/main" id="{5E96D9E4-E460-EAD1-52CF-A76C509B559B}"/>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죄 속함 받은 백성은</a:t>
            </a:r>
          </a:p>
        </p:txBody>
      </p:sp>
      <p:sp>
        <p:nvSpPr>
          <p:cNvPr id="19467" name="AutoShape 16">
            <a:hlinkClick r:id="rId6" action="ppaction://hlinksldjump"/>
            <a:extLst>
              <a:ext uri="{FF2B5EF4-FFF2-40B4-BE49-F238E27FC236}">
                <a16:creationId xmlns:a16="http://schemas.microsoft.com/office/drawing/2014/main" id="{6F71FEF9-E6DC-1833-379F-2F02F0E24402}"/>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날 정케 하신 피 보니</a:t>
            </a:r>
          </a:p>
        </p:txBody>
      </p:sp>
      <p:sp>
        <p:nvSpPr>
          <p:cNvPr id="19468" name="AutoShape 17">
            <a:hlinkClick r:id="rId7" action="ppaction://hlinksldjump"/>
            <a:extLst>
              <a:ext uri="{FF2B5EF4-FFF2-40B4-BE49-F238E27FC236}">
                <a16:creationId xmlns:a16="http://schemas.microsoft.com/office/drawing/2014/main" id="{5D1E2A21-AEF6-EBCA-5132-343483F3DB54}"/>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5.</a:t>
            </a:r>
            <a:r>
              <a:rPr lang="ko-KR" altLang="en-US" sz="1467">
                <a:solidFill>
                  <a:srgbClr val="FF0000"/>
                </a:solidFill>
              </a:rPr>
              <a:t>이후에 천국 올라가</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그림 1">
            <a:extLst>
              <a:ext uri="{FF2B5EF4-FFF2-40B4-BE49-F238E27FC236}">
                <a16:creationId xmlns:a16="http://schemas.microsoft.com/office/drawing/2014/main" id="{A2ADB094-1227-C6F6-FB73-A014528FBF60}"/>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3" name="AutoShape 13">
            <a:hlinkClick r:id="rId3" action="ppaction://hlinksldjump"/>
            <a:extLst>
              <a:ext uri="{FF2B5EF4-FFF2-40B4-BE49-F238E27FC236}">
                <a16:creationId xmlns:a16="http://schemas.microsoft.com/office/drawing/2014/main" id="{7158BD92-98BC-7AE4-C096-8D5D93446731}"/>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1.There is a fountain </a:t>
            </a:r>
            <a:endParaRPr lang="ko-KR" altLang="en-US" sz="1467"/>
          </a:p>
        </p:txBody>
      </p:sp>
      <p:sp>
        <p:nvSpPr>
          <p:cNvPr id="20484" name="AutoShape 14">
            <a:hlinkClick r:id="rId4" action="ppaction://hlinksldjump"/>
            <a:extLst>
              <a:ext uri="{FF2B5EF4-FFF2-40B4-BE49-F238E27FC236}">
                <a16:creationId xmlns:a16="http://schemas.microsoft.com/office/drawing/2014/main" id="{91DD324B-3BD0-AA75-0AC6-49D5F19591F0}"/>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2.The dying thief </a:t>
            </a:r>
            <a:endParaRPr lang="ko-KR" altLang="en-US" sz="1467"/>
          </a:p>
        </p:txBody>
      </p:sp>
      <p:sp>
        <p:nvSpPr>
          <p:cNvPr id="20485" name="AutoShape 15">
            <a:hlinkClick r:id="rId5" action="ppaction://hlinksldjump"/>
            <a:extLst>
              <a:ext uri="{FF2B5EF4-FFF2-40B4-BE49-F238E27FC236}">
                <a16:creationId xmlns:a16="http://schemas.microsoft.com/office/drawing/2014/main" id="{76501C1B-FFB9-DEAB-6788-E1B98ED2AB9B}"/>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3.Dear dying Lamb, Thy </a:t>
            </a:r>
            <a:endParaRPr lang="ko-KR" altLang="en-US" sz="1467"/>
          </a:p>
        </p:txBody>
      </p:sp>
      <p:sp>
        <p:nvSpPr>
          <p:cNvPr id="20486" name="AutoShape 16">
            <a:hlinkClick r:id="rId6" action="ppaction://hlinksldjump"/>
            <a:extLst>
              <a:ext uri="{FF2B5EF4-FFF2-40B4-BE49-F238E27FC236}">
                <a16:creationId xmlns:a16="http://schemas.microsoft.com/office/drawing/2014/main" id="{2182ACC1-6161-A3DE-07D3-0C1D0268C5C2}"/>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4.E'er since by faith I </a:t>
            </a:r>
            <a:endParaRPr lang="ko-KR" altLang="en-US" sz="1467"/>
          </a:p>
        </p:txBody>
      </p:sp>
      <p:sp>
        <p:nvSpPr>
          <p:cNvPr id="20487" name="AutoShape 17">
            <a:hlinkClick r:id="rId7" action="ppaction://hlinksldjump"/>
            <a:extLst>
              <a:ext uri="{FF2B5EF4-FFF2-40B4-BE49-F238E27FC236}">
                <a16:creationId xmlns:a16="http://schemas.microsoft.com/office/drawing/2014/main" id="{9ADD5FE6-4455-9F50-655C-48C9405DA6AA}"/>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5.When this poor </a:t>
            </a:r>
            <a:endParaRPr lang="ko-KR" altLang="en-US" sz="1467">
              <a:solidFill>
                <a:srgbClr val="FF0000"/>
              </a:solidFill>
            </a:endParaRPr>
          </a:p>
        </p:txBody>
      </p:sp>
      <p:sp>
        <p:nvSpPr>
          <p:cNvPr id="20488" name="AutoShape 13">
            <a:hlinkClick r:id="rId3" action="ppaction://hlinksldjump"/>
            <a:extLst>
              <a:ext uri="{FF2B5EF4-FFF2-40B4-BE49-F238E27FC236}">
                <a16:creationId xmlns:a16="http://schemas.microsoft.com/office/drawing/2014/main" id="{49DE8DD4-4549-B392-1B35-355EF6CC4F92}"/>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샘물과 같은 보혈은</a:t>
            </a:r>
          </a:p>
        </p:txBody>
      </p:sp>
      <p:sp>
        <p:nvSpPr>
          <p:cNvPr id="20489" name="AutoShape 14">
            <a:hlinkClick r:id="rId4" action="ppaction://hlinksldjump"/>
            <a:extLst>
              <a:ext uri="{FF2B5EF4-FFF2-40B4-BE49-F238E27FC236}">
                <a16:creationId xmlns:a16="http://schemas.microsoft.com/office/drawing/2014/main" id="{ECFAB075-7E27-CF50-50E6-8D0D678A7801}"/>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저 도적 회개하고서</a:t>
            </a:r>
          </a:p>
        </p:txBody>
      </p:sp>
      <p:sp>
        <p:nvSpPr>
          <p:cNvPr id="20490" name="AutoShape 15">
            <a:hlinkClick r:id="rId5" action="ppaction://hlinksldjump"/>
            <a:extLst>
              <a:ext uri="{FF2B5EF4-FFF2-40B4-BE49-F238E27FC236}">
                <a16:creationId xmlns:a16="http://schemas.microsoft.com/office/drawing/2014/main" id="{34F9752C-C476-2A9C-870C-16A86D1BEF19}"/>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죄 속함 받은 백성은</a:t>
            </a:r>
          </a:p>
        </p:txBody>
      </p:sp>
      <p:sp>
        <p:nvSpPr>
          <p:cNvPr id="20491" name="AutoShape 16">
            <a:hlinkClick r:id="rId6" action="ppaction://hlinksldjump"/>
            <a:extLst>
              <a:ext uri="{FF2B5EF4-FFF2-40B4-BE49-F238E27FC236}">
                <a16:creationId xmlns:a16="http://schemas.microsoft.com/office/drawing/2014/main" id="{7A4CAEE4-BA44-527E-9BDA-A99C492C57D7}"/>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날 정케 하신 피 보니</a:t>
            </a:r>
          </a:p>
        </p:txBody>
      </p:sp>
      <p:sp>
        <p:nvSpPr>
          <p:cNvPr id="20492" name="AutoShape 17">
            <a:hlinkClick r:id="rId7" action="ppaction://hlinksldjump"/>
            <a:extLst>
              <a:ext uri="{FF2B5EF4-FFF2-40B4-BE49-F238E27FC236}">
                <a16:creationId xmlns:a16="http://schemas.microsoft.com/office/drawing/2014/main" id="{559FA34A-F0C3-59D9-725F-EDB7B8E324B9}"/>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5.</a:t>
            </a:r>
            <a:r>
              <a:rPr lang="ko-KR" altLang="en-US" sz="1467">
                <a:solidFill>
                  <a:srgbClr val="FF0000"/>
                </a:solidFill>
              </a:rPr>
              <a:t>이후에 천국 올라가</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그림 1">
            <a:extLst>
              <a:ext uri="{FF2B5EF4-FFF2-40B4-BE49-F238E27FC236}">
                <a16:creationId xmlns:a16="http://schemas.microsoft.com/office/drawing/2014/main" id="{50131BAF-24B9-E9DD-2465-6CBE30885D6A}"/>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7" name="AutoShape 13">
            <a:hlinkClick r:id="rId3" action="ppaction://hlinksldjump"/>
            <a:extLst>
              <a:ext uri="{FF2B5EF4-FFF2-40B4-BE49-F238E27FC236}">
                <a16:creationId xmlns:a16="http://schemas.microsoft.com/office/drawing/2014/main" id="{77AAA25D-92E5-0508-620B-7581B89D2B7D}"/>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1.There is a fountain </a:t>
            </a:r>
            <a:endParaRPr lang="ko-KR" altLang="en-US" sz="1467"/>
          </a:p>
        </p:txBody>
      </p:sp>
      <p:sp>
        <p:nvSpPr>
          <p:cNvPr id="21508" name="AutoShape 14">
            <a:hlinkClick r:id="rId4" action="ppaction://hlinksldjump"/>
            <a:extLst>
              <a:ext uri="{FF2B5EF4-FFF2-40B4-BE49-F238E27FC236}">
                <a16:creationId xmlns:a16="http://schemas.microsoft.com/office/drawing/2014/main" id="{13FDDF90-C386-ACD1-7AF9-AFF708B37D30}"/>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2.The dying thief </a:t>
            </a:r>
            <a:endParaRPr lang="ko-KR" altLang="en-US" sz="1467"/>
          </a:p>
        </p:txBody>
      </p:sp>
      <p:sp>
        <p:nvSpPr>
          <p:cNvPr id="21509" name="AutoShape 15">
            <a:hlinkClick r:id="rId5" action="ppaction://hlinksldjump"/>
            <a:extLst>
              <a:ext uri="{FF2B5EF4-FFF2-40B4-BE49-F238E27FC236}">
                <a16:creationId xmlns:a16="http://schemas.microsoft.com/office/drawing/2014/main" id="{922F489B-E4D1-8224-07D9-3B49AE442FDD}"/>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3.Dear dying Lamb, Thy </a:t>
            </a:r>
            <a:endParaRPr lang="ko-KR" altLang="en-US" sz="1467"/>
          </a:p>
        </p:txBody>
      </p:sp>
      <p:sp>
        <p:nvSpPr>
          <p:cNvPr id="21510" name="AutoShape 16">
            <a:hlinkClick r:id="rId6" action="ppaction://hlinksldjump"/>
            <a:extLst>
              <a:ext uri="{FF2B5EF4-FFF2-40B4-BE49-F238E27FC236}">
                <a16:creationId xmlns:a16="http://schemas.microsoft.com/office/drawing/2014/main" id="{0A9628F9-DD4B-8F3E-82E4-E3578C82B813}"/>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4.E'er since by faith I </a:t>
            </a:r>
            <a:endParaRPr lang="ko-KR" altLang="en-US" sz="1467"/>
          </a:p>
        </p:txBody>
      </p:sp>
      <p:sp>
        <p:nvSpPr>
          <p:cNvPr id="21511" name="AutoShape 17">
            <a:hlinkClick r:id="rId7" action="ppaction://hlinksldjump"/>
            <a:extLst>
              <a:ext uri="{FF2B5EF4-FFF2-40B4-BE49-F238E27FC236}">
                <a16:creationId xmlns:a16="http://schemas.microsoft.com/office/drawing/2014/main" id="{7A78FC25-5F69-AA53-C464-74CC81C3C2C0}"/>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5.When this poor </a:t>
            </a:r>
            <a:endParaRPr lang="ko-KR" altLang="en-US" sz="1467">
              <a:solidFill>
                <a:srgbClr val="FF0000"/>
              </a:solidFill>
            </a:endParaRPr>
          </a:p>
        </p:txBody>
      </p:sp>
      <p:sp>
        <p:nvSpPr>
          <p:cNvPr id="21512" name="AutoShape 13">
            <a:hlinkClick r:id="rId3" action="ppaction://hlinksldjump"/>
            <a:extLst>
              <a:ext uri="{FF2B5EF4-FFF2-40B4-BE49-F238E27FC236}">
                <a16:creationId xmlns:a16="http://schemas.microsoft.com/office/drawing/2014/main" id="{2255AFC9-D7AC-675D-F496-9439A7599C70}"/>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샘물과 같은 보혈은</a:t>
            </a:r>
          </a:p>
        </p:txBody>
      </p:sp>
      <p:sp>
        <p:nvSpPr>
          <p:cNvPr id="21513" name="AutoShape 14">
            <a:hlinkClick r:id="rId4" action="ppaction://hlinksldjump"/>
            <a:extLst>
              <a:ext uri="{FF2B5EF4-FFF2-40B4-BE49-F238E27FC236}">
                <a16:creationId xmlns:a16="http://schemas.microsoft.com/office/drawing/2014/main" id="{C73A514E-49D4-BAFF-C923-66F6E0830B5A}"/>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저 도적 회개하고서</a:t>
            </a:r>
          </a:p>
        </p:txBody>
      </p:sp>
      <p:sp>
        <p:nvSpPr>
          <p:cNvPr id="21514" name="AutoShape 15">
            <a:hlinkClick r:id="rId5" action="ppaction://hlinksldjump"/>
            <a:extLst>
              <a:ext uri="{FF2B5EF4-FFF2-40B4-BE49-F238E27FC236}">
                <a16:creationId xmlns:a16="http://schemas.microsoft.com/office/drawing/2014/main" id="{98CF5D02-2216-7D89-D4A1-E423E213E781}"/>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죄 속함 받은 백성은</a:t>
            </a:r>
          </a:p>
        </p:txBody>
      </p:sp>
      <p:sp>
        <p:nvSpPr>
          <p:cNvPr id="21515" name="AutoShape 16">
            <a:hlinkClick r:id="rId6" action="ppaction://hlinksldjump"/>
            <a:extLst>
              <a:ext uri="{FF2B5EF4-FFF2-40B4-BE49-F238E27FC236}">
                <a16:creationId xmlns:a16="http://schemas.microsoft.com/office/drawing/2014/main" id="{08F381F0-E721-7F16-B4F2-CD12D83F88C4}"/>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날 정케 하신 피 보니</a:t>
            </a:r>
          </a:p>
        </p:txBody>
      </p:sp>
      <p:sp>
        <p:nvSpPr>
          <p:cNvPr id="21516" name="AutoShape 17">
            <a:hlinkClick r:id="rId7" action="ppaction://hlinksldjump"/>
            <a:extLst>
              <a:ext uri="{FF2B5EF4-FFF2-40B4-BE49-F238E27FC236}">
                <a16:creationId xmlns:a16="http://schemas.microsoft.com/office/drawing/2014/main" id="{D09FD034-7DC5-F60E-6E48-B3F021CA60DE}"/>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5.</a:t>
            </a:r>
            <a:r>
              <a:rPr lang="ko-KR" altLang="en-US" sz="1467">
                <a:solidFill>
                  <a:srgbClr val="FF0000"/>
                </a:solidFill>
              </a:rPr>
              <a:t>이후에 천국 올라가</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p:cNvSpPr/>
          <p:nvPr/>
        </p:nvSpPr>
        <p:spPr>
          <a:xfrm>
            <a:off x="1524000" y="908051"/>
            <a:ext cx="9144000" cy="5940088"/>
          </a:xfrm>
          <a:prstGeom prst="rect">
            <a:avLst/>
          </a:prstGeom>
        </p:spPr>
        <p:txBody>
          <a:bodyPr>
            <a:spAutoFit/>
          </a:bodyPr>
          <a:lstStyle/>
          <a:p>
            <a:pPr algn="ctr" eaLnBrk="1" latinLnBrk="1" hangingPunct="1">
              <a:defRPr/>
            </a:pPr>
            <a:r>
              <a:rPr lang="ko-KR" altLang="en-US" sz="7000" b="1" dirty="0">
                <a:solidFill>
                  <a:prstClr val="black"/>
                </a:solidFill>
                <a:latin typeface="HY목각파임B" pitchFamily="18" charset="-127"/>
                <a:ea typeface="HY목각파임B" pitchFamily="18" charset="-127"/>
              </a:rPr>
              <a:t>대표기도</a:t>
            </a:r>
            <a:endParaRPr lang="en-US" altLang="ko-KR" sz="7000" b="1" dirty="0">
              <a:solidFill>
                <a:prstClr val="black"/>
              </a:solidFill>
              <a:latin typeface="HY목각파임B" pitchFamily="18" charset="-127"/>
              <a:ea typeface="HY목각파임B" pitchFamily="18" charset="-127"/>
            </a:endParaRPr>
          </a:p>
          <a:p>
            <a:pPr algn="ctr" eaLnBrk="1" latinLnBrk="1" hangingPunct="1">
              <a:defRPr/>
            </a:pPr>
            <a:r>
              <a:rPr lang="en-US" altLang="ko-KR" b="1" dirty="0">
                <a:solidFill>
                  <a:srgbClr val="889C6F">
                    <a:lumMod val="75000"/>
                  </a:srgbClr>
                </a:solidFill>
                <a:latin typeface="HY목각파임B" pitchFamily="18" charset="-127"/>
                <a:ea typeface="HY목각파임B" pitchFamily="18" charset="-127"/>
              </a:rPr>
              <a:t>Prayer</a:t>
            </a:r>
          </a:p>
          <a:p>
            <a:pPr algn="ctr" eaLnBrk="1" latinLnBrk="1" hangingPunct="1">
              <a:defRPr/>
            </a:pPr>
            <a:endParaRPr lang="en-US" altLang="ko-KR" b="1" dirty="0">
              <a:solidFill>
                <a:srgbClr val="889C6F">
                  <a:lumMod val="75000"/>
                </a:srgbClr>
              </a:solidFill>
              <a:latin typeface="HY목각파임B" pitchFamily="18" charset="-127"/>
              <a:ea typeface="HY목각파임B" pitchFamily="18" charset="-127"/>
            </a:endParaRPr>
          </a:p>
          <a:p>
            <a:pPr algn="ctr" eaLnBrk="1" latinLnBrk="1" hangingPunct="1">
              <a:defRPr/>
            </a:pPr>
            <a:r>
              <a:rPr lang="ko-KR" altLang="en-US" sz="7000" b="1" dirty="0">
                <a:solidFill>
                  <a:prstClr val="black"/>
                </a:solidFill>
                <a:ea typeface="HY목각파임B" pitchFamily="18" charset="-127"/>
              </a:rPr>
              <a:t>이선민 선교사</a:t>
            </a:r>
            <a:endParaRPr lang="en-US" altLang="ko-KR" sz="7000" b="1" dirty="0">
              <a:solidFill>
                <a:prstClr val="black"/>
              </a:solidFill>
              <a:ea typeface="HY목각파임B" pitchFamily="18" charset="-127"/>
            </a:endParaRPr>
          </a:p>
          <a:p>
            <a:pPr algn="ctr" eaLnBrk="1" latinLnBrk="1" hangingPunct="1">
              <a:defRPr/>
            </a:pPr>
            <a:endParaRPr lang="en-US" altLang="ko-KR" b="1" dirty="0">
              <a:solidFill>
                <a:srgbClr val="889C6F">
                  <a:lumMod val="75000"/>
                </a:srgbClr>
              </a:solidFill>
              <a:latin typeface="HY목각파임B" pitchFamily="18" charset="-127"/>
              <a:ea typeface="HY목각파임B" pitchFamily="18" charset="-127"/>
            </a:endParaRPr>
          </a:p>
          <a:p>
            <a:pPr algn="ctr" eaLnBrk="1" latinLnBrk="1" hangingPunct="1">
              <a:defRPr/>
            </a:pPr>
            <a:endParaRPr lang="en-US" altLang="ko-KR" b="1" dirty="0">
              <a:solidFill>
                <a:srgbClr val="889C6F">
                  <a:lumMod val="75000"/>
                </a:srgbClr>
              </a:solidFill>
              <a:latin typeface="HY목각파임B" pitchFamily="18" charset="-127"/>
              <a:ea typeface="HY목각파임B" pitchFamily="18" charset="-127"/>
            </a:endParaRPr>
          </a:p>
        </p:txBody>
      </p:sp>
    </p:spTree>
    <p:extLst>
      <p:ext uri="{BB962C8B-B14F-4D97-AF65-F5344CB8AC3E}">
        <p14:creationId xmlns:p14="http://schemas.microsoft.com/office/powerpoint/2010/main" val="22195579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p:cNvSpPr/>
          <p:nvPr/>
        </p:nvSpPr>
        <p:spPr>
          <a:xfrm>
            <a:off x="1524000" y="1916113"/>
            <a:ext cx="9144000" cy="2093912"/>
          </a:xfrm>
          <a:prstGeom prst="rect">
            <a:avLst/>
          </a:prstGeom>
        </p:spPr>
        <p:txBody>
          <a:bodyPr>
            <a:spAutoFit/>
          </a:bodyPr>
          <a:lstStyle/>
          <a:p>
            <a:pPr algn="ctr" eaLnBrk="1" latinLnBrk="1" hangingPunct="1">
              <a:defRPr/>
            </a:pPr>
            <a:r>
              <a:rPr lang="ko-KR" altLang="en-US" sz="7000" b="1" dirty="0">
                <a:solidFill>
                  <a:prstClr val="black"/>
                </a:solidFill>
                <a:latin typeface="HY목각파임B" pitchFamily="18" charset="-127"/>
                <a:ea typeface="HY목각파임B" pitchFamily="18" charset="-127"/>
              </a:rPr>
              <a:t>설</a:t>
            </a:r>
            <a:r>
              <a:rPr lang="en-US" altLang="ko-KR" sz="7000" b="1" dirty="0">
                <a:solidFill>
                  <a:prstClr val="black"/>
                </a:solidFill>
                <a:latin typeface="HY목각파임B" pitchFamily="18" charset="-127"/>
                <a:ea typeface="HY목각파임B" pitchFamily="18" charset="-127"/>
              </a:rPr>
              <a:t> </a:t>
            </a:r>
            <a:r>
              <a:rPr lang="ko-KR" altLang="en-US" sz="7000" b="1" dirty="0">
                <a:solidFill>
                  <a:prstClr val="black"/>
                </a:solidFill>
                <a:latin typeface="HY목각파임B" pitchFamily="18" charset="-127"/>
                <a:ea typeface="HY목각파임B" pitchFamily="18" charset="-127"/>
              </a:rPr>
              <a:t>교</a:t>
            </a:r>
            <a:endParaRPr lang="en-US" altLang="ko-KR" sz="7000" b="1" dirty="0">
              <a:solidFill>
                <a:prstClr val="black"/>
              </a:solidFill>
              <a:latin typeface="HY목각파임B" pitchFamily="18" charset="-127"/>
              <a:ea typeface="HY목각파임B" pitchFamily="18" charset="-127"/>
            </a:endParaRPr>
          </a:p>
          <a:p>
            <a:pPr algn="ctr" eaLnBrk="1" latinLnBrk="1" hangingPunct="1">
              <a:defRPr/>
            </a:pPr>
            <a:r>
              <a:rPr lang="en-US" altLang="ko-KR" b="1" dirty="0">
                <a:solidFill>
                  <a:srgbClr val="889C6F">
                    <a:lumMod val="75000"/>
                  </a:srgbClr>
                </a:solidFill>
                <a:latin typeface="HY목각파임B" pitchFamily="18" charset="-127"/>
                <a:ea typeface="HY목각파임B" pitchFamily="18" charset="-127"/>
              </a:rPr>
              <a:t>Sermon</a:t>
            </a:r>
            <a:endParaRPr lang="ko-KR" altLang="en-US" b="1" dirty="0">
              <a:solidFill>
                <a:srgbClr val="889C6F">
                  <a:lumMod val="75000"/>
                </a:srgbClr>
              </a:solidFill>
              <a:latin typeface="HY목각파임B" pitchFamily="18" charset="-127"/>
              <a:ea typeface="HY목각파임B" pitchFamily="18" charset="-127"/>
            </a:endParaRPr>
          </a:p>
        </p:txBody>
      </p:sp>
    </p:spTree>
    <p:extLst>
      <p:ext uri="{BB962C8B-B14F-4D97-AF65-F5344CB8AC3E}">
        <p14:creationId xmlns:p14="http://schemas.microsoft.com/office/powerpoint/2010/main" val="36506220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80898" name="직사각형 4"/>
          <p:cNvSpPr>
            <a:spLocks noChangeArrowheads="1"/>
          </p:cNvSpPr>
          <p:nvPr/>
        </p:nvSpPr>
        <p:spPr bwMode="auto">
          <a:xfrm>
            <a:off x="488504" y="520511"/>
            <a:ext cx="11214992" cy="6001643"/>
          </a:xfrm>
          <a:prstGeom prst="rect">
            <a:avLst/>
          </a:prstGeom>
          <a:noFill/>
          <a:ln w="9525">
            <a:noFill/>
            <a:miter lim="800000"/>
            <a:headEnd/>
            <a:tailEnd/>
          </a:ln>
        </p:spPr>
        <p:txBody>
          <a:bodyPr wrap="square">
            <a:spAutoFit/>
          </a:bodyPr>
          <a:lstStyle/>
          <a:p>
            <a:pPr marL="0" marR="0" lvl="0" indent="0" algn="r" defTabSz="914400" rtl="0" eaLnBrk="1" fontAlgn="base" latinLnBrk="1" hangingPunct="1">
              <a:lnSpc>
                <a:spcPct val="100000"/>
              </a:lnSpc>
              <a:spcBef>
                <a:spcPct val="0"/>
              </a:spcBef>
              <a:spcAft>
                <a:spcPct val="0"/>
              </a:spcAft>
              <a:buClrTx/>
              <a:buSzTx/>
              <a:buFontTx/>
              <a:buNone/>
              <a:tabLst/>
              <a:defRPr/>
            </a:pPr>
            <a:r>
              <a:rPr kumimoji="1" lang="ko-KR" altLang="en-US" sz="2800" b="0" i="0" u="none" strike="noStrike" kern="1200" cap="none" spc="0" normalizeH="0" baseline="0" noProof="0" dirty="0">
                <a:ln>
                  <a:noFill/>
                </a:ln>
                <a:solidFill>
                  <a:srgbClr val="A6A6A6"/>
                </a:solidFill>
                <a:effectLst/>
                <a:uLnTx/>
                <a:uFillTx/>
                <a:latin typeface="HY울릉도M" pitchFamily="18" charset="-127"/>
                <a:ea typeface="HY울릉도M" pitchFamily="18" charset="-127"/>
                <a:cs typeface="+mn-cs"/>
              </a:rPr>
              <a:t>   김정임 목사 주일예배 말씀</a:t>
            </a:r>
            <a:endParaRPr kumimoji="1" lang="en-US" altLang="ko-KR" sz="2800" b="0" i="0" u="none" strike="noStrike" kern="1200" cap="none" spc="0" normalizeH="0" baseline="0" noProof="0" dirty="0">
              <a:ln>
                <a:noFill/>
              </a:ln>
              <a:solidFill>
                <a:srgbClr val="A6A6A6"/>
              </a:solidFill>
              <a:effectLst/>
              <a:uLnTx/>
              <a:uFillTx/>
              <a:latin typeface="HY울릉도M" pitchFamily="18" charset="-127"/>
              <a:ea typeface="HY울릉도M"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800" b="0" i="0" u="none" strike="noStrike" kern="1200" cap="none" spc="0" normalizeH="0" baseline="0" noProof="0" dirty="0">
              <a:ln>
                <a:noFill/>
              </a:ln>
              <a:solidFill>
                <a:prstClr val="white">
                  <a:lumMod val="65000"/>
                </a:prstClr>
              </a:solidFill>
              <a:effectLst/>
              <a:uLnTx/>
              <a:uFillTx/>
              <a:latin typeface="HY울릉도M" pitchFamily="18" charset="-127"/>
              <a:ea typeface="HY울릉도M" pitchFamily="18" charset="-127"/>
              <a:cs typeface="+mn-cs"/>
            </a:endParaRPr>
          </a:p>
          <a:p>
            <a:pPr algn="r" eaLnBrk="1" latinLnBrk="1" hangingPunct="1">
              <a:defRPr/>
            </a:pPr>
            <a:r>
              <a:rPr lang="ko-KR" altLang="en-US" sz="2800" dirty="0">
                <a:solidFill>
                  <a:prstClr val="black">
                    <a:lumMod val="65000"/>
                    <a:lumOff val="35000"/>
                  </a:prstClr>
                </a:solidFill>
                <a:latin typeface="HY울릉도M" pitchFamily="18" charset="-127"/>
                <a:ea typeface="HY울릉도M" pitchFamily="18" charset="-127"/>
              </a:rPr>
              <a:t>에베소서 </a:t>
            </a:r>
            <a:r>
              <a:rPr lang="en-US" altLang="ko-KR" sz="2800" dirty="0">
                <a:solidFill>
                  <a:prstClr val="black">
                    <a:lumMod val="65000"/>
                    <a:lumOff val="35000"/>
                  </a:prstClr>
                </a:solidFill>
                <a:latin typeface="HY울릉도M" pitchFamily="18" charset="-127"/>
                <a:ea typeface="HY울릉도M" pitchFamily="18" charset="-127"/>
              </a:rPr>
              <a:t>4:1-6</a:t>
            </a:r>
          </a:p>
        </p:txBody>
      </p:sp>
      <p:sp>
        <p:nvSpPr>
          <p:cNvPr id="2" name="직사각형 1">
            <a:extLst>
              <a:ext uri="{FF2B5EF4-FFF2-40B4-BE49-F238E27FC236}">
                <a16:creationId xmlns:a16="http://schemas.microsoft.com/office/drawing/2014/main" id="{9D2C82B0-DD8E-B602-FC61-164EE2D3ABC6}"/>
              </a:ext>
            </a:extLst>
          </p:cNvPr>
          <p:cNvSpPr>
            <a:spLocks noChangeArrowheads="1"/>
          </p:cNvSpPr>
          <p:nvPr/>
        </p:nvSpPr>
        <p:spPr bwMode="auto">
          <a:xfrm>
            <a:off x="119336" y="2636912"/>
            <a:ext cx="12072664" cy="1087862"/>
          </a:xfrm>
          <a:prstGeom prst="rect">
            <a:avLst/>
          </a:prstGeom>
          <a:noFill/>
          <a:ln w="9525">
            <a:noFill/>
            <a:miter lim="800000"/>
            <a:headEnd/>
            <a:tailEnd/>
          </a:ln>
        </p:spPr>
        <p:txBody>
          <a:bodyPr wrap="square">
            <a:spAutoFit/>
          </a:bodyPr>
          <a:lstStyle/>
          <a:p>
            <a:pPr indent="-180340" algn="ctr" latinLnBrk="1">
              <a:lnSpc>
                <a:spcPct val="120000"/>
              </a:lnSpc>
              <a:spcAft>
                <a:spcPts val="0"/>
              </a:spcAft>
              <a:defRPr/>
            </a:pPr>
            <a:r>
              <a:rPr lang="ko-KR" altLang="en-US" sz="3600" b="1" kern="100" dirty="0">
                <a:solidFill>
                  <a:prstClr val="black"/>
                </a:solidFill>
                <a:latin typeface="맑은 고딕" charset="-127"/>
                <a:ea typeface="맑은 고딕" charset="-127"/>
                <a:cs typeface="Times New Roman" charset="0"/>
              </a:rPr>
              <a:t>하나가 되라</a:t>
            </a:r>
          </a:p>
          <a:p>
            <a:pPr indent="-180340" algn="ctr" latinLnBrk="1">
              <a:lnSpc>
                <a:spcPct val="120000"/>
              </a:lnSpc>
              <a:spcAft>
                <a:spcPts val="0"/>
              </a:spcAft>
              <a:defRPr/>
            </a:pPr>
            <a:r>
              <a:rPr lang="en-US" altLang="ko-Kore-KR" sz="2000" b="1" dirty="0">
                <a:solidFill>
                  <a:srgbClr val="7F7F7F"/>
                </a:solidFill>
                <a:ea typeface="HY목각파임B" pitchFamily="18" charset="-127"/>
              </a:rPr>
              <a:t>Be United</a:t>
            </a:r>
            <a:r>
              <a:rPr lang="en-US" altLang="ko-KR" sz="2000" b="1" dirty="0">
                <a:solidFill>
                  <a:srgbClr val="7F7F7F"/>
                </a:solidFill>
                <a:latin typeface="HY목각파임B" pitchFamily="18" charset="-127"/>
                <a:ea typeface="HY목각파임B" pitchFamily="18" charset="-127"/>
              </a:rPr>
              <a:t> </a:t>
            </a: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p:txBody>
      </p:sp>
    </p:spTree>
    <p:extLst>
      <p:ext uri="{BB962C8B-B14F-4D97-AF65-F5344CB8AC3E}">
        <p14:creationId xmlns:p14="http://schemas.microsoft.com/office/powerpoint/2010/main" val="5326104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에베소서 4:1-6</a:t>
            </a:r>
            <a:endParaRPr lang="en-US" altLang="ko-KR" sz="4267" b="1" dirty="0">
              <a:latin typeface="+mn-ea"/>
            </a:endParaRPr>
          </a:p>
          <a:p>
            <a:pPr algn="l">
              <a:buFontTx/>
              <a:buNone/>
              <a:defRPr/>
            </a:pPr>
            <a:r>
              <a:rPr lang="ko-KR" altLang="en-US" sz="4800" b="1" dirty="0">
                <a:latin typeface="맑은 고딕" pitchFamily="50" charset="-127"/>
              </a:rPr>
              <a:t>1. 그러므로 주 안에서 갇힌 내가 너희를 권하노니 너희가 부르심을 받은 일에 합당하게 행하여</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Ephesians 4:1-6</a:t>
            </a:r>
            <a:endParaRPr lang="en-US" altLang="ko-KR" sz="3733" b="1" dirty="0">
              <a:latin typeface="+mn-ea"/>
            </a:endParaRPr>
          </a:p>
          <a:p>
            <a:pPr algn="l">
              <a:buFontTx/>
              <a:buNone/>
              <a:defRPr/>
            </a:pPr>
            <a:r>
              <a:rPr lang="ko-KR" altLang="en-US" sz="3733" dirty="0">
                <a:latin typeface="맑은 고딕" pitchFamily="50" charset="-127"/>
              </a:rPr>
              <a:t>1. As a prisoner for the Lord, then, I urge you to live a life worthy of the calling you have received.</a:t>
            </a:r>
            <a:endParaRPr lang="en-US" altLang="ko-KR" sz="3733" dirty="0">
              <a:latin typeface="맑은 고딕" pitchFamily="50" charset="-127"/>
            </a:endParaRPr>
          </a:p>
        </p:txBody>
      </p:sp>
    </p:spTree>
    <p:extLst>
      <p:ext uri="{BB962C8B-B14F-4D97-AF65-F5344CB8AC3E}">
        <p14:creationId xmlns:p14="http://schemas.microsoft.com/office/powerpoint/2010/main" val="26676725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에베소서 4:1-6</a:t>
            </a:r>
            <a:endParaRPr lang="en-US" altLang="ko-KR" sz="4267" b="1" dirty="0">
              <a:latin typeface="+mn-ea"/>
            </a:endParaRPr>
          </a:p>
          <a:p>
            <a:pPr algn="l">
              <a:buFontTx/>
              <a:buNone/>
              <a:defRPr/>
            </a:pPr>
            <a:r>
              <a:rPr lang="ko-KR" altLang="en-US" sz="4800" b="1" dirty="0">
                <a:latin typeface="맑은 고딕" pitchFamily="50" charset="-127"/>
              </a:rPr>
              <a:t>2. 모든 겸손과 온유로 하고 오래 참음으로 사랑 가운데서 서로 용납하고</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Ephesians 4:1-6</a:t>
            </a:r>
            <a:endParaRPr lang="en-US" altLang="ko-KR" sz="3733" b="1" dirty="0">
              <a:latin typeface="+mn-ea"/>
            </a:endParaRPr>
          </a:p>
          <a:p>
            <a:pPr algn="l">
              <a:buFontTx/>
              <a:buNone/>
              <a:defRPr/>
            </a:pPr>
            <a:r>
              <a:rPr lang="ko-KR" altLang="en-US" sz="3733" dirty="0">
                <a:latin typeface="맑은 고딕" pitchFamily="50" charset="-127"/>
              </a:rPr>
              <a:t>2. Be completely humble and gentle; be patient, bearing with one another in love.</a:t>
            </a:r>
            <a:endParaRPr lang="en-US" altLang="ko-KR" sz="3733" dirty="0">
              <a:latin typeface="맑은 고딕" pitchFamily="50" charset="-127"/>
            </a:endParaRPr>
          </a:p>
        </p:txBody>
      </p:sp>
    </p:spTree>
    <p:extLst>
      <p:ext uri="{BB962C8B-B14F-4D97-AF65-F5344CB8AC3E}">
        <p14:creationId xmlns:p14="http://schemas.microsoft.com/office/powerpoint/2010/main" val="13263392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에베소서 4:1-6</a:t>
            </a:r>
            <a:endParaRPr lang="en-US" altLang="ko-KR" sz="4267" b="1" dirty="0">
              <a:latin typeface="+mn-ea"/>
            </a:endParaRPr>
          </a:p>
          <a:p>
            <a:pPr algn="l">
              <a:buFontTx/>
              <a:buNone/>
              <a:defRPr/>
            </a:pPr>
            <a:r>
              <a:rPr lang="ko-KR" altLang="en-US" sz="4800" b="1" dirty="0">
                <a:latin typeface="맑은 고딕" pitchFamily="50" charset="-127"/>
              </a:rPr>
              <a:t>3. 평안의 매는 줄로 성령이 하나 되게 하신 것을 힘써 지키라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Ephesians 4:1-6</a:t>
            </a:r>
            <a:endParaRPr lang="en-US" altLang="ko-KR" sz="3733" b="1" dirty="0">
              <a:latin typeface="+mn-ea"/>
            </a:endParaRPr>
          </a:p>
          <a:p>
            <a:pPr algn="l">
              <a:buFontTx/>
              <a:buNone/>
              <a:defRPr/>
            </a:pPr>
            <a:r>
              <a:rPr lang="ko-KR" altLang="en-US" sz="3733" dirty="0">
                <a:latin typeface="맑은 고딕" pitchFamily="50" charset="-127"/>
              </a:rPr>
              <a:t>3. Make every effort to keep the unity of the Spirit through the bond of peace.</a:t>
            </a:r>
            <a:endParaRPr lang="en-US" altLang="ko-KR" sz="3733" dirty="0">
              <a:latin typeface="맑은 고딕" pitchFamily="50" charset="-127"/>
            </a:endParaRPr>
          </a:p>
        </p:txBody>
      </p:sp>
    </p:spTree>
    <p:extLst>
      <p:ext uri="{BB962C8B-B14F-4D97-AF65-F5344CB8AC3E}">
        <p14:creationId xmlns:p14="http://schemas.microsoft.com/office/powerpoint/2010/main" val="7907851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에베소서 4:1-6</a:t>
            </a:r>
            <a:endParaRPr lang="en-US" altLang="ko-KR" sz="4267" b="1" dirty="0">
              <a:latin typeface="+mn-ea"/>
            </a:endParaRPr>
          </a:p>
          <a:p>
            <a:pPr algn="l">
              <a:buFontTx/>
              <a:buNone/>
              <a:defRPr/>
            </a:pPr>
            <a:r>
              <a:rPr lang="ko-KR" altLang="en-US" sz="4800" b="1" dirty="0">
                <a:latin typeface="맑은 고딕" pitchFamily="50" charset="-127"/>
              </a:rPr>
              <a:t>4. 몸이 하나요 성령도 한 분이시니 이와 같이 너희가 부르심의 한 소망 안에서 부르심을 받았느니라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Ephesians 4:1-6</a:t>
            </a:r>
            <a:endParaRPr lang="en-US" altLang="ko-KR" sz="3733" b="1" dirty="0">
              <a:latin typeface="+mn-ea"/>
            </a:endParaRPr>
          </a:p>
          <a:p>
            <a:pPr algn="l">
              <a:buFontTx/>
              <a:buNone/>
              <a:defRPr/>
            </a:pPr>
            <a:r>
              <a:rPr lang="ko-KR" altLang="en-US" sz="3733" dirty="0">
                <a:latin typeface="맑은 고딕" pitchFamily="50" charset="-127"/>
              </a:rPr>
              <a:t>4. There is one body and one Spirit, just as you were called to one hope when you were called;</a:t>
            </a:r>
            <a:endParaRPr lang="en-US" altLang="ko-KR" sz="3733" dirty="0">
              <a:latin typeface="맑은 고딕" pitchFamily="50" charset="-127"/>
            </a:endParaRPr>
          </a:p>
        </p:txBody>
      </p:sp>
    </p:spTree>
    <p:extLst>
      <p:ext uri="{BB962C8B-B14F-4D97-AF65-F5344CB8AC3E}">
        <p14:creationId xmlns:p14="http://schemas.microsoft.com/office/powerpoint/2010/main" val="29324169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에베소서 4:1-6</a:t>
            </a:r>
            <a:endParaRPr lang="en-US" altLang="ko-KR" sz="4267" b="1" dirty="0">
              <a:latin typeface="+mn-ea"/>
            </a:endParaRPr>
          </a:p>
          <a:p>
            <a:pPr algn="l">
              <a:buFontTx/>
              <a:buNone/>
              <a:defRPr/>
            </a:pPr>
            <a:r>
              <a:rPr lang="ko-KR" altLang="en-US" sz="4800" b="1" dirty="0">
                <a:latin typeface="맑은 고딕" pitchFamily="50" charset="-127"/>
              </a:rPr>
              <a:t>5. 주도 한 분이시요 믿음도 하나요 세례도 하나요 </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Ephesians 4:1-6</a:t>
            </a:r>
            <a:endParaRPr lang="en-US" altLang="ko-KR" sz="3733" b="1" dirty="0">
              <a:latin typeface="+mn-ea"/>
            </a:endParaRPr>
          </a:p>
          <a:p>
            <a:pPr algn="l">
              <a:buFontTx/>
              <a:buNone/>
              <a:defRPr/>
            </a:pPr>
            <a:r>
              <a:rPr lang="ko-KR" altLang="en-US" sz="3733" dirty="0">
                <a:latin typeface="맑은 고딕" pitchFamily="50" charset="-127"/>
              </a:rPr>
              <a:t>5. one Lord, one faith, one baptism;</a:t>
            </a:r>
            <a:endParaRPr lang="en-US" altLang="ko-KR" sz="3733" dirty="0">
              <a:latin typeface="맑은 고딕" pitchFamily="50" charset="-127"/>
            </a:endParaRPr>
          </a:p>
        </p:txBody>
      </p:sp>
    </p:spTree>
    <p:extLst>
      <p:ext uri="{BB962C8B-B14F-4D97-AF65-F5344CB8AC3E}">
        <p14:creationId xmlns:p14="http://schemas.microsoft.com/office/powerpoint/2010/main" val="6800878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에베소서 4:1-6</a:t>
            </a:r>
            <a:endParaRPr lang="en-US" altLang="ko-KR" sz="4267" b="1" dirty="0">
              <a:latin typeface="+mn-ea"/>
            </a:endParaRPr>
          </a:p>
          <a:p>
            <a:pPr algn="l">
              <a:buFontTx/>
              <a:buNone/>
              <a:defRPr/>
            </a:pPr>
            <a:r>
              <a:rPr lang="ko-KR" altLang="en-US" sz="4800" b="1" dirty="0">
                <a:latin typeface="맑은 고딕" pitchFamily="50" charset="-127"/>
              </a:rPr>
              <a:t>6. 하나님도 한 분이시니 곧 만유의 아버지시라 만유 위에 계시고 만유를 통일하시고 만유 가운데 계시도다</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Ephesians 4:1-6</a:t>
            </a:r>
            <a:endParaRPr lang="en-US" altLang="ko-KR" sz="3733" b="1" dirty="0">
              <a:latin typeface="+mn-ea"/>
            </a:endParaRPr>
          </a:p>
          <a:p>
            <a:pPr algn="l">
              <a:buFontTx/>
              <a:buNone/>
              <a:defRPr/>
            </a:pPr>
            <a:r>
              <a:rPr lang="ko-KR" altLang="en-US" sz="3733" dirty="0">
                <a:latin typeface="맑은 고딕" pitchFamily="50" charset="-127"/>
              </a:rPr>
              <a:t>6. one God and Father of all, who is over all and through all and in all.</a:t>
            </a:r>
            <a:endParaRPr lang="en-US" altLang="ko-KR" sz="3733" dirty="0">
              <a:latin typeface="맑은 고딕" pitchFamily="50" charset="-127"/>
            </a:endParaRPr>
          </a:p>
        </p:txBody>
      </p:sp>
    </p:spTree>
    <p:extLst>
      <p:ext uri="{BB962C8B-B14F-4D97-AF65-F5344CB8AC3E}">
        <p14:creationId xmlns:p14="http://schemas.microsoft.com/office/powerpoint/2010/main" val="29263906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내용 개체 틀 5"/>
          <p:cNvSpPr>
            <a:spLocks noGrp="1"/>
          </p:cNvSpPr>
          <p:nvPr>
            <p:ph type="body" orient="vert" idx="1"/>
          </p:nvPr>
        </p:nvSpPr>
        <p:spPr bwMode="auto">
          <a:xfrm>
            <a:off x="299356" y="166328"/>
            <a:ext cx="11701300" cy="6525343"/>
          </a:xfrm>
          <a:ln>
            <a:miter lim="800000"/>
            <a:headEnd/>
            <a:tailEnd/>
          </a:ln>
        </p:spPr>
        <p:txBody>
          <a:bodyPr vert="horz" wrap="square" lIns="91440" tIns="45720" rIns="91440" bIns="45720" numCol="1" anchor="ctr" anchorCtr="0" compatLnSpc="1">
            <a:prstTxWarp prst="textNoShape">
              <a:avLst/>
            </a:prstTxWarp>
            <a:normAutofit/>
          </a:bodyPr>
          <a:lstStyle/>
          <a:p>
            <a:pPr marL="0" indent="0">
              <a:buNone/>
            </a:pPr>
            <a:r>
              <a:rPr lang="en-US" altLang="ko-Kore-KR" b="1" dirty="0"/>
              <a:t>1. </a:t>
            </a:r>
            <a:r>
              <a:rPr lang="ko-KR" altLang="ko-Kore-KR" b="1" dirty="0"/>
              <a:t>겸손으로 하나되라</a:t>
            </a:r>
            <a:endParaRPr lang="ko-Kore-KR" altLang="ko-Kore-KR" dirty="0"/>
          </a:p>
          <a:p>
            <a:pPr marL="514350" indent="-514350">
              <a:buAutoNum type="arabicPeriod"/>
            </a:pPr>
            <a:r>
              <a:rPr lang="en-US" altLang="ko-Kore-KR" dirty="0"/>
              <a:t>Be united in humility</a:t>
            </a:r>
          </a:p>
          <a:p>
            <a:pPr marL="514350" indent="-514350">
              <a:buAutoNum type="arabicPeriod"/>
            </a:pPr>
            <a:endParaRPr lang="ko-Kore-KR" altLang="ko-Kore-KR" dirty="0"/>
          </a:p>
          <a:p>
            <a:pPr marL="0" indent="0">
              <a:buNone/>
            </a:pPr>
            <a:r>
              <a:rPr lang="en-US" altLang="ko-Kore-KR" b="1" dirty="0"/>
              <a:t>2. </a:t>
            </a:r>
            <a:r>
              <a:rPr lang="ko-KR" altLang="ko-Kore-KR" b="1" dirty="0"/>
              <a:t>성령으로 하나되라</a:t>
            </a:r>
            <a:endParaRPr lang="ko-Kore-KR" altLang="ko-Kore-KR" dirty="0"/>
          </a:p>
          <a:p>
            <a:pPr marL="0" indent="0">
              <a:buNone/>
            </a:pPr>
            <a:r>
              <a:rPr lang="en-US" altLang="ko-Kore-KR" dirty="0"/>
              <a:t>2. Be united in the Holy Spirit</a:t>
            </a:r>
          </a:p>
          <a:p>
            <a:pPr marL="0" indent="0">
              <a:buNone/>
            </a:pPr>
            <a:endParaRPr lang="ko-Kore-KR" altLang="ko-Kore-KR" dirty="0"/>
          </a:p>
          <a:p>
            <a:pPr marL="0" indent="0">
              <a:buNone/>
            </a:pPr>
            <a:r>
              <a:rPr lang="en-US" altLang="ko-Kore-KR" b="1" dirty="0"/>
              <a:t>3. </a:t>
            </a:r>
            <a:r>
              <a:rPr lang="ko-KR" altLang="ko-Kore-KR" b="1" dirty="0" err="1"/>
              <a:t>한분</a:t>
            </a:r>
            <a:r>
              <a:rPr lang="en-US" altLang="ko-Kore-KR" b="1" dirty="0"/>
              <a:t>(</a:t>
            </a:r>
            <a:r>
              <a:rPr lang="ko-KR" altLang="ko-Kore-KR" b="1" dirty="0"/>
              <a:t>삼위일체</a:t>
            </a:r>
            <a:r>
              <a:rPr lang="en-US" altLang="ko-Kore-KR" b="1" dirty="0"/>
              <a:t>) </a:t>
            </a:r>
            <a:r>
              <a:rPr lang="ko-KR" altLang="ko-Kore-KR" b="1" dirty="0"/>
              <a:t>하나님을 신뢰하라</a:t>
            </a:r>
            <a:endParaRPr lang="ko-Kore-KR" altLang="ko-Kore-KR" dirty="0"/>
          </a:p>
          <a:p>
            <a:pPr marL="0" indent="0">
              <a:buNone/>
            </a:pPr>
            <a:r>
              <a:rPr lang="en-US" altLang="ko-Kore-KR" dirty="0"/>
              <a:t>3. Trust in God (Trinity) </a:t>
            </a:r>
            <a:endParaRPr lang="ko-Kore-KR" altLang="ko-Kore-KR" dirty="0"/>
          </a:p>
        </p:txBody>
      </p:sp>
    </p:spTree>
    <p:extLst>
      <p:ext uri="{BB962C8B-B14F-4D97-AF65-F5344CB8AC3E}">
        <p14:creationId xmlns:p14="http://schemas.microsoft.com/office/powerpoint/2010/main" val="30283623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DCB19-69C4-54B2-CCDE-2562E2BE952E}"/>
            </a:ext>
          </a:extLst>
        </p:cNvPr>
        <p:cNvGrpSpPr/>
        <p:nvPr/>
      </p:nvGrpSpPr>
      <p:grpSpPr>
        <a:xfrm>
          <a:off x="0" y="0"/>
          <a:ext cx="0" cy="0"/>
          <a:chOff x="0" y="0"/>
          <a:chExt cx="0" cy="0"/>
        </a:xfrm>
      </p:grpSpPr>
      <p:sp>
        <p:nvSpPr>
          <p:cNvPr id="28674" name="내용 개체 틀 5">
            <a:extLst>
              <a:ext uri="{FF2B5EF4-FFF2-40B4-BE49-F238E27FC236}">
                <a16:creationId xmlns:a16="http://schemas.microsoft.com/office/drawing/2014/main" id="{A26C6503-455E-02F2-2EED-D731355051C4}"/>
              </a:ext>
            </a:extLst>
          </p:cNvPr>
          <p:cNvSpPr>
            <a:spLocks noGrp="1"/>
          </p:cNvSpPr>
          <p:nvPr>
            <p:ph type="body" orient="vert" idx="1"/>
          </p:nvPr>
        </p:nvSpPr>
        <p:spPr bwMode="auto">
          <a:xfrm>
            <a:off x="299356" y="166328"/>
            <a:ext cx="11701300" cy="6525343"/>
          </a:xfrm>
          <a:ln>
            <a:miter lim="800000"/>
            <a:headEnd/>
            <a:tailEnd/>
          </a:ln>
        </p:spPr>
        <p:txBody>
          <a:bodyPr vert="horz" wrap="square" lIns="91440" tIns="45720" rIns="91440" bIns="45720" numCol="1" anchor="ctr" anchorCtr="0" compatLnSpc="1">
            <a:prstTxWarp prst="textNoShape">
              <a:avLst/>
            </a:prstTxWarp>
            <a:normAutofit/>
          </a:bodyPr>
          <a:lstStyle/>
          <a:p>
            <a:pPr marL="0" indent="0">
              <a:buNone/>
            </a:pPr>
            <a:r>
              <a:rPr lang="en-US" altLang="ko-Kore-KR" b="1" dirty="0"/>
              <a:t>1. </a:t>
            </a:r>
            <a:r>
              <a:rPr lang="ko-KR" altLang="ko-Kore-KR" b="1" dirty="0"/>
              <a:t>겸손으로 하나되라</a:t>
            </a:r>
            <a:endParaRPr lang="ko-Kore-KR" altLang="ko-Kore-KR" dirty="0"/>
          </a:p>
          <a:p>
            <a:pPr marL="514350" indent="-514350">
              <a:buAutoNum type="arabicPeriod"/>
            </a:pPr>
            <a:r>
              <a:rPr lang="en-US" altLang="ko-Kore-KR" dirty="0"/>
              <a:t>Be united in humility</a:t>
            </a:r>
          </a:p>
        </p:txBody>
      </p:sp>
    </p:spTree>
    <p:extLst>
      <p:ext uri="{BB962C8B-B14F-4D97-AF65-F5344CB8AC3E}">
        <p14:creationId xmlns:p14="http://schemas.microsoft.com/office/powerpoint/2010/main" val="6020468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에베소서 4:1-2</a:t>
            </a:r>
            <a:endParaRPr lang="en-US" altLang="ko-KR" sz="4267" b="1" dirty="0">
              <a:latin typeface="+mn-ea"/>
            </a:endParaRPr>
          </a:p>
          <a:p>
            <a:pPr algn="l">
              <a:buFontTx/>
              <a:buNone/>
              <a:defRPr/>
            </a:pPr>
            <a:r>
              <a:rPr lang="ko-KR" altLang="en-US" sz="4800" b="1" dirty="0">
                <a:latin typeface="맑은 고딕" pitchFamily="50" charset="-127"/>
              </a:rPr>
              <a:t>1. 그러므로 주 안에서 갇힌 내가 너희를 권하노니 너희가 부르심을 받은 일에 합당하게 행하여</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Ephesians 4:1-2</a:t>
            </a:r>
            <a:endParaRPr lang="en-US" altLang="ko-KR" sz="3733" b="1" dirty="0">
              <a:latin typeface="+mn-ea"/>
            </a:endParaRPr>
          </a:p>
          <a:p>
            <a:pPr algn="l">
              <a:buFontTx/>
              <a:buNone/>
              <a:defRPr/>
            </a:pPr>
            <a:r>
              <a:rPr lang="ko-KR" altLang="en-US" sz="3733" dirty="0">
                <a:latin typeface="맑은 고딕" pitchFamily="50" charset="-127"/>
              </a:rPr>
              <a:t>1. As a prisoner for the Lord, then, I urge you to live a life worthy of the calling you have received.</a:t>
            </a:r>
            <a:endParaRPr lang="en-US" altLang="ko-KR" sz="3733" dirty="0">
              <a:latin typeface="맑은 고딕" pitchFamily="50" charset="-127"/>
            </a:endParaRPr>
          </a:p>
        </p:txBody>
      </p:sp>
    </p:spTree>
    <p:extLst>
      <p:ext uri="{BB962C8B-B14F-4D97-AF65-F5344CB8AC3E}">
        <p14:creationId xmlns:p14="http://schemas.microsoft.com/office/powerpoint/2010/main" val="41386132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에베소서 4:1-2</a:t>
            </a:r>
            <a:endParaRPr lang="en-US" altLang="ko-KR" sz="4267" b="1" dirty="0">
              <a:latin typeface="+mn-ea"/>
            </a:endParaRPr>
          </a:p>
          <a:p>
            <a:pPr algn="l">
              <a:buFontTx/>
              <a:buNone/>
              <a:defRPr/>
            </a:pPr>
            <a:r>
              <a:rPr lang="ko-KR" altLang="en-US" sz="4800" b="1" dirty="0">
                <a:latin typeface="맑은 고딕" pitchFamily="50" charset="-127"/>
              </a:rPr>
              <a:t>2. 모든 겸손과 온유로 하고 오래 참음으로 사랑 가운데서 서로 용납하고</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Ephesians 4:1-2</a:t>
            </a:r>
            <a:endParaRPr lang="en-US" altLang="ko-KR" sz="3733" b="1" dirty="0">
              <a:latin typeface="+mn-ea"/>
            </a:endParaRPr>
          </a:p>
          <a:p>
            <a:pPr algn="l">
              <a:buFontTx/>
              <a:buNone/>
              <a:defRPr/>
            </a:pPr>
            <a:r>
              <a:rPr lang="ko-KR" altLang="en-US" sz="3733" dirty="0">
                <a:latin typeface="맑은 고딕" pitchFamily="50" charset="-127"/>
              </a:rPr>
              <a:t>2. Be completely humble and gentle; be patient, bearing with one another in love.</a:t>
            </a:r>
            <a:endParaRPr lang="en-US" altLang="ko-KR" sz="3733" dirty="0">
              <a:latin typeface="맑은 고딕" pitchFamily="50" charset="-127"/>
            </a:endParaRPr>
          </a:p>
        </p:txBody>
      </p:sp>
    </p:spTree>
    <p:extLst>
      <p:ext uri="{BB962C8B-B14F-4D97-AF65-F5344CB8AC3E}">
        <p14:creationId xmlns:p14="http://schemas.microsoft.com/office/powerpoint/2010/main" val="149335199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로마서 8:30</a:t>
            </a:r>
            <a:endParaRPr lang="en-US" altLang="ko-KR" sz="4267" b="1" dirty="0">
              <a:latin typeface="+mn-ea"/>
            </a:endParaRPr>
          </a:p>
          <a:p>
            <a:pPr algn="l">
              <a:buFontTx/>
              <a:buNone/>
              <a:defRPr/>
            </a:pPr>
            <a:r>
              <a:rPr lang="ko-KR" altLang="en-US" sz="4800" b="1" dirty="0">
                <a:latin typeface="맑은 고딕" pitchFamily="50" charset="-127"/>
              </a:rPr>
              <a:t>30. 또 미리 정하신 그들을 또한 부르시고 부르신 그들을 또한 의롭다 하시고 의롭다 하신 그들을 또한 영화롭게 하셨느니라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Romans 8:30</a:t>
            </a:r>
            <a:endParaRPr lang="en-US" altLang="ko-KR" sz="3733" b="1" dirty="0">
              <a:latin typeface="+mn-ea"/>
            </a:endParaRPr>
          </a:p>
          <a:p>
            <a:pPr algn="l">
              <a:buFontTx/>
              <a:buNone/>
              <a:defRPr/>
            </a:pPr>
            <a:r>
              <a:rPr lang="ko-KR" altLang="en-US" sz="3733" dirty="0">
                <a:latin typeface="맑은 고딕" pitchFamily="50" charset="-127"/>
              </a:rPr>
              <a:t>30. And those he predestined, he also called; those he called, he also justified; those he justified, he also glorified.</a:t>
            </a:r>
            <a:endParaRPr lang="en-US" altLang="ko-KR" sz="3733" dirty="0">
              <a:latin typeface="맑은 고딕" pitchFamily="50" charset="-127"/>
            </a:endParaRPr>
          </a:p>
        </p:txBody>
      </p:sp>
    </p:spTree>
    <p:extLst>
      <p:ext uri="{BB962C8B-B14F-4D97-AF65-F5344CB8AC3E}">
        <p14:creationId xmlns:p14="http://schemas.microsoft.com/office/powerpoint/2010/main" val="28274408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빌립보서 2:6-8</a:t>
            </a:r>
            <a:endParaRPr lang="en-US" altLang="ko-KR" sz="4267" b="1" dirty="0">
              <a:latin typeface="+mn-ea"/>
            </a:endParaRPr>
          </a:p>
          <a:p>
            <a:pPr algn="l">
              <a:buFontTx/>
              <a:buNone/>
              <a:defRPr/>
            </a:pPr>
            <a:r>
              <a:rPr lang="ko-KR" altLang="en-US" sz="4800" b="1" dirty="0">
                <a:latin typeface="맑은 고딕" pitchFamily="50" charset="-127"/>
              </a:rPr>
              <a:t>6. 그는 근본 하나님의 본체시나 하나님과 동등됨을 취할 것으로 여기지 아니하시고 </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Philippians 2:6-8</a:t>
            </a:r>
            <a:endParaRPr lang="en-US" altLang="ko-KR" sz="3733" b="1" dirty="0">
              <a:latin typeface="+mn-ea"/>
            </a:endParaRPr>
          </a:p>
          <a:p>
            <a:pPr algn="l">
              <a:buFontTx/>
              <a:buNone/>
              <a:defRPr/>
            </a:pPr>
            <a:r>
              <a:rPr lang="ko-KR" altLang="en-US" sz="3733" dirty="0">
                <a:latin typeface="맑은 고딕" pitchFamily="50" charset="-127"/>
              </a:rPr>
              <a:t>6. Who, being in very nature God, did not consider equality with God something to be used to his own advantage;</a:t>
            </a:r>
            <a:endParaRPr lang="en-US" altLang="ko-KR" sz="3733" dirty="0">
              <a:latin typeface="맑은 고딕" pitchFamily="50" charset="-127"/>
            </a:endParaRPr>
          </a:p>
        </p:txBody>
      </p:sp>
    </p:spTree>
    <p:extLst>
      <p:ext uri="{BB962C8B-B14F-4D97-AF65-F5344CB8AC3E}">
        <p14:creationId xmlns:p14="http://schemas.microsoft.com/office/powerpoint/2010/main" val="40937251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빌립보서 2:6-8</a:t>
            </a:r>
            <a:endParaRPr lang="en-US" altLang="ko-KR" sz="4267" b="1" dirty="0">
              <a:latin typeface="+mn-ea"/>
            </a:endParaRPr>
          </a:p>
          <a:p>
            <a:pPr algn="l">
              <a:buFontTx/>
              <a:buNone/>
              <a:defRPr/>
            </a:pPr>
            <a:r>
              <a:rPr lang="ko-KR" altLang="en-US" sz="4800" b="1" dirty="0">
                <a:latin typeface="맑은 고딕" pitchFamily="50" charset="-127"/>
              </a:rPr>
              <a:t>7. 오히려 자기를 비워 종의 형체를 가지사 사람들과 같이 되셨고 </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Philippians 2:6-8</a:t>
            </a:r>
            <a:endParaRPr lang="en-US" altLang="ko-KR" sz="3733" b="1" dirty="0">
              <a:latin typeface="+mn-ea"/>
            </a:endParaRPr>
          </a:p>
          <a:p>
            <a:pPr algn="l">
              <a:buFontTx/>
              <a:buNone/>
              <a:defRPr/>
            </a:pPr>
            <a:r>
              <a:rPr lang="ko-KR" altLang="en-US" sz="3733" dirty="0">
                <a:latin typeface="맑은 고딕" pitchFamily="50" charset="-127"/>
              </a:rPr>
              <a:t>7. rather, he made himself nothing by taking the very nature of a servant, being made in human likeness.</a:t>
            </a:r>
            <a:endParaRPr lang="en-US" altLang="ko-KR" sz="3733" dirty="0">
              <a:latin typeface="맑은 고딕" pitchFamily="50" charset="-127"/>
            </a:endParaRPr>
          </a:p>
        </p:txBody>
      </p:sp>
    </p:spTree>
    <p:extLst>
      <p:ext uri="{BB962C8B-B14F-4D97-AF65-F5344CB8AC3E}">
        <p14:creationId xmlns:p14="http://schemas.microsoft.com/office/powerpoint/2010/main" val="35802131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빌립보서 2:6-8</a:t>
            </a:r>
            <a:endParaRPr lang="en-US" altLang="ko-KR" sz="4267" b="1" dirty="0">
              <a:latin typeface="+mn-ea"/>
            </a:endParaRPr>
          </a:p>
          <a:p>
            <a:pPr algn="l">
              <a:buFontTx/>
              <a:buNone/>
              <a:defRPr/>
            </a:pPr>
            <a:r>
              <a:rPr lang="ko-KR" altLang="en-US" sz="4800" b="1" dirty="0">
                <a:latin typeface="맑은 고딕" pitchFamily="50" charset="-127"/>
              </a:rPr>
              <a:t>8. 사람의 모양으로 나타나사 자기를 낮추시고 죽기까지 복종하셨으니 곧 십자가에 죽으심이라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Philippians 2:6-8</a:t>
            </a:r>
            <a:endParaRPr lang="en-US" altLang="ko-KR" sz="3733" b="1" dirty="0">
              <a:latin typeface="+mn-ea"/>
            </a:endParaRPr>
          </a:p>
          <a:p>
            <a:pPr algn="l">
              <a:buFontTx/>
              <a:buNone/>
              <a:defRPr/>
            </a:pPr>
            <a:r>
              <a:rPr lang="ko-KR" altLang="en-US" sz="3733" dirty="0">
                <a:latin typeface="맑은 고딕" pitchFamily="50" charset="-127"/>
              </a:rPr>
              <a:t>8. And being found in appearance as a man, he humbled himself by becoming obedient to death- even death on a cross!</a:t>
            </a:r>
            <a:endParaRPr lang="en-US" altLang="ko-KR" sz="3733" dirty="0">
              <a:latin typeface="맑은 고딕" pitchFamily="50" charset="-127"/>
            </a:endParaRPr>
          </a:p>
        </p:txBody>
      </p:sp>
    </p:spTree>
    <p:extLst>
      <p:ext uri="{BB962C8B-B14F-4D97-AF65-F5344CB8AC3E}">
        <p14:creationId xmlns:p14="http://schemas.microsoft.com/office/powerpoint/2010/main" val="5447520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야고보서 4:6</a:t>
            </a:r>
            <a:r>
              <a:rPr lang="en-US" altLang="ko-KR" sz="4267" b="1" dirty="0">
                <a:latin typeface="+mn-ea"/>
              </a:rPr>
              <a:t>b</a:t>
            </a:r>
          </a:p>
          <a:p>
            <a:pPr algn="l">
              <a:buFontTx/>
              <a:buNone/>
              <a:defRPr/>
            </a:pPr>
            <a:r>
              <a:rPr lang="ko-KR" altLang="en-US" sz="4800" b="1" dirty="0">
                <a:latin typeface="맑은 고딕" pitchFamily="50" charset="-127"/>
              </a:rPr>
              <a:t>6. 하나님이 교만한 자를 물리치시고 겸손한 자에게 은혜를 주신다 하였느니라 </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James 4:6</a:t>
            </a:r>
            <a:endParaRPr lang="en-US" altLang="ko-KR" sz="3733" b="1" dirty="0">
              <a:latin typeface="+mn-ea"/>
            </a:endParaRPr>
          </a:p>
          <a:p>
            <a:pPr algn="l">
              <a:buFontTx/>
              <a:buNone/>
              <a:defRPr/>
            </a:pPr>
            <a:r>
              <a:rPr lang="ko-KR" altLang="en-US" sz="3733" dirty="0">
                <a:latin typeface="맑은 고딕" pitchFamily="50" charset="-127"/>
              </a:rPr>
              <a:t>6. "God opposes the proud but shows favor to the humble."</a:t>
            </a:r>
            <a:endParaRPr lang="en-US" altLang="ko-KR" sz="3733" dirty="0">
              <a:latin typeface="맑은 고딕" pitchFamily="50" charset="-127"/>
            </a:endParaRPr>
          </a:p>
        </p:txBody>
      </p:sp>
    </p:spTree>
    <p:extLst>
      <p:ext uri="{BB962C8B-B14F-4D97-AF65-F5344CB8AC3E}">
        <p14:creationId xmlns:p14="http://schemas.microsoft.com/office/powerpoint/2010/main" val="17773160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베드로전서 5:5</a:t>
            </a:r>
            <a:r>
              <a:rPr lang="en-US" altLang="ko-KR" sz="4267" b="1" dirty="0">
                <a:latin typeface="+mn-ea"/>
              </a:rPr>
              <a:t>b</a:t>
            </a:r>
            <a:r>
              <a:rPr lang="ko-KR" altLang="en-US" sz="4267" b="1" dirty="0">
                <a:latin typeface="+mn-ea"/>
              </a:rPr>
              <a:t>-6</a:t>
            </a:r>
            <a:endParaRPr lang="en-US" altLang="ko-KR" sz="4267" b="1" dirty="0">
              <a:latin typeface="+mn-ea"/>
            </a:endParaRPr>
          </a:p>
          <a:p>
            <a:pPr algn="l">
              <a:buFontTx/>
              <a:buNone/>
              <a:defRPr/>
            </a:pPr>
            <a:r>
              <a:rPr lang="ko-KR" altLang="en-US" sz="4800" b="1" dirty="0">
                <a:latin typeface="맑은 고딕" pitchFamily="50" charset="-127"/>
              </a:rPr>
              <a:t>5. 하나님은 교만한 자를 대적하시되 겸손한 자들에게는 은혜를 주시느니라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FirstPeter 5:5-6</a:t>
            </a:r>
            <a:endParaRPr lang="en-US" altLang="ko-KR" sz="3733" b="1" dirty="0">
              <a:latin typeface="+mn-ea"/>
            </a:endParaRPr>
          </a:p>
          <a:p>
            <a:pPr algn="l">
              <a:buFontTx/>
              <a:buNone/>
              <a:defRPr/>
            </a:pPr>
            <a:r>
              <a:rPr lang="ko-KR" altLang="en-US" sz="3733" dirty="0">
                <a:latin typeface="맑은 고딕" pitchFamily="50" charset="-127"/>
              </a:rPr>
              <a:t>5. "God opposes the proud but shows favor to the humble."</a:t>
            </a:r>
            <a:endParaRPr lang="en-US" altLang="ko-KR" sz="3733" dirty="0">
              <a:latin typeface="맑은 고딕" pitchFamily="50" charset="-127"/>
            </a:endParaRPr>
          </a:p>
        </p:txBody>
      </p:sp>
    </p:spTree>
    <p:extLst>
      <p:ext uri="{BB962C8B-B14F-4D97-AF65-F5344CB8AC3E}">
        <p14:creationId xmlns:p14="http://schemas.microsoft.com/office/powerpoint/2010/main" val="203712858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베드로전서 5:5-6</a:t>
            </a:r>
            <a:endParaRPr lang="en-US" altLang="ko-KR" sz="4267" b="1" dirty="0">
              <a:latin typeface="+mn-ea"/>
            </a:endParaRPr>
          </a:p>
          <a:p>
            <a:pPr algn="l">
              <a:buFontTx/>
              <a:buNone/>
              <a:defRPr/>
            </a:pPr>
            <a:r>
              <a:rPr lang="ko-KR" altLang="en-US" sz="4800" b="1" dirty="0">
                <a:latin typeface="맑은 고딕" pitchFamily="50" charset="-127"/>
              </a:rPr>
              <a:t>6. 그러므로 하나님의 능하신 손 아래에서 겸손하라 때가 되면 너희를 높이시리라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FirstPeter 5:5-6</a:t>
            </a:r>
            <a:endParaRPr lang="en-US" altLang="ko-KR" sz="3733" b="1" dirty="0">
              <a:latin typeface="+mn-ea"/>
            </a:endParaRPr>
          </a:p>
          <a:p>
            <a:pPr algn="l">
              <a:buFontTx/>
              <a:buNone/>
              <a:defRPr/>
            </a:pPr>
            <a:r>
              <a:rPr lang="ko-KR" altLang="en-US" sz="3733" dirty="0">
                <a:latin typeface="맑은 고딕" pitchFamily="50" charset="-127"/>
              </a:rPr>
              <a:t>6. Humble yourselves, therefore, under God's mighty hand, that he may lift you up in due time.</a:t>
            </a:r>
            <a:endParaRPr lang="en-US" altLang="ko-KR" sz="3733" dirty="0">
              <a:latin typeface="맑은 고딕" pitchFamily="50" charset="-127"/>
            </a:endParaRPr>
          </a:p>
        </p:txBody>
      </p:sp>
    </p:spTree>
    <p:extLst>
      <p:ext uri="{BB962C8B-B14F-4D97-AF65-F5344CB8AC3E}">
        <p14:creationId xmlns:p14="http://schemas.microsoft.com/office/powerpoint/2010/main" val="75744470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마태복음 16:24,27</a:t>
            </a:r>
            <a:endParaRPr lang="en-US" altLang="ko-KR" sz="4267" b="1" dirty="0">
              <a:latin typeface="+mn-ea"/>
            </a:endParaRPr>
          </a:p>
          <a:p>
            <a:pPr algn="l">
              <a:buFontTx/>
              <a:buNone/>
              <a:defRPr/>
            </a:pPr>
            <a:r>
              <a:rPr lang="ko-KR" altLang="en-US" sz="4800" b="1" dirty="0">
                <a:latin typeface="맑은 고딕" pitchFamily="50" charset="-127"/>
              </a:rPr>
              <a:t>24. 이에 예수께서 제자들에게 이르시되 누구든지 나를 따라오려거든 자기를 부인하고 자기 십자가를 지고 나를 따를 것이니라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Matthew 16:24,27</a:t>
            </a:r>
            <a:endParaRPr lang="en-US" altLang="ko-KR" sz="3733" b="1" dirty="0">
              <a:latin typeface="+mn-ea"/>
            </a:endParaRPr>
          </a:p>
          <a:p>
            <a:pPr algn="l">
              <a:buFontTx/>
              <a:buNone/>
              <a:defRPr/>
            </a:pPr>
            <a:r>
              <a:rPr lang="ko-KR" altLang="en-US" sz="3733" dirty="0">
                <a:latin typeface="맑은 고딕" pitchFamily="50" charset="-127"/>
              </a:rPr>
              <a:t>24. Then Jesus said to his disciples, "Whoever wants to be my disciple must deny themselves and take up their cross and follow me.</a:t>
            </a:r>
            <a:endParaRPr lang="en-US" altLang="ko-KR" sz="3733" dirty="0">
              <a:latin typeface="맑은 고딕" pitchFamily="50" charset="-127"/>
            </a:endParaRPr>
          </a:p>
        </p:txBody>
      </p:sp>
    </p:spTree>
    <p:extLst>
      <p:ext uri="{BB962C8B-B14F-4D97-AF65-F5344CB8AC3E}">
        <p14:creationId xmlns:p14="http://schemas.microsoft.com/office/powerpoint/2010/main" val="418498812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마태복음 16:24,27</a:t>
            </a:r>
            <a:endParaRPr lang="en-US" altLang="ko-KR" sz="4267" b="1" dirty="0">
              <a:latin typeface="+mn-ea"/>
            </a:endParaRPr>
          </a:p>
          <a:p>
            <a:pPr algn="l">
              <a:buFontTx/>
              <a:buNone/>
              <a:defRPr/>
            </a:pPr>
            <a:r>
              <a:rPr lang="ko-KR" altLang="en-US" sz="4800" b="1" dirty="0">
                <a:latin typeface="맑은 고딕" pitchFamily="50" charset="-127"/>
              </a:rPr>
              <a:t>27. 인자가 아버지의 영광으로 그 천사들과 함께 오리니 그 때에 각 사람이 행한 대로 갚으리라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Matthew 16:24,27</a:t>
            </a:r>
            <a:endParaRPr lang="en-US" altLang="ko-KR" sz="3733" b="1" dirty="0">
              <a:latin typeface="+mn-ea"/>
            </a:endParaRPr>
          </a:p>
          <a:p>
            <a:pPr algn="l">
              <a:buFontTx/>
              <a:buNone/>
              <a:defRPr/>
            </a:pPr>
            <a:r>
              <a:rPr lang="ko-KR" altLang="en-US" sz="3733" dirty="0">
                <a:latin typeface="맑은 고딕" pitchFamily="50" charset="-127"/>
              </a:rPr>
              <a:t>27. For the Son of Man is going to come in his Father's glory with his angels, and then he will reward each person according to what they have done.</a:t>
            </a:r>
            <a:endParaRPr lang="en-US" altLang="ko-KR" sz="3733" dirty="0">
              <a:latin typeface="맑은 고딕" pitchFamily="50" charset="-127"/>
            </a:endParaRPr>
          </a:p>
        </p:txBody>
      </p:sp>
    </p:spTree>
    <p:extLst>
      <p:ext uri="{BB962C8B-B14F-4D97-AF65-F5344CB8AC3E}">
        <p14:creationId xmlns:p14="http://schemas.microsoft.com/office/powerpoint/2010/main" val="89474992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F91F6-CA33-4B2E-FE7F-2140506D4BA3}"/>
            </a:ext>
          </a:extLst>
        </p:cNvPr>
        <p:cNvGrpSpPr/>
        <p:nvPr/>
      </p:nvGrpSpPr>
      <p:grpSpPr>
        <a:xfrm>
          <a:off x="0" y="0"/>
          <a:ext cx="0" cy="0"/>
          <a:chOff x="0" y="0"/>
          <a:chExt cx="0" cy="0"/>
        </a:xfrm>
      </p:grpSpPr>
      <p:sp>
        <p:nvSpPr>
          <p:cNvPr id="28674" name="내용 개체 틀 5">
            <a:extLst>
              <a:ext uri="{FF2B5EF4-FFF2-40B4-BE49-F238E27FC236}">
                <a16:creationId xmlns:a16="http://schemas.microsoft.com/office/drawing/2014/main" id="{C8B9A259-1F35-1E82-9427-48F2B1397545}"/>
              </a:ext>
            </a:extLst>
          </p:cNvPr>
          <p:cNvSpPr>
            <a:spLocks noGrp="1"/>
          </p:cNvSpPr>
          <p:nvPr>
            <p:ph type="body" orient="vert" idx="1"/>
          </p:nvPr>
        </p:nvSpPr>
        <p:spPr bwMode="auto">
          <a:xfrm>
            <a:off x="299356" y="166328"/>
            <a:ext cx="11701300" cy="6525343"/>
          </a:xfrm>
          <a:ln>
            <a:miter lim="800000"/>
            <a:headEnd/>
            <a:tailEnd/>
          </a:ln>
        </p:spPr>
        <p:txBody>
          <a:bodyPr vert="horz" wrap="square" lIns="91440" tIns="45720" rIns="91440" bIns="45720" numCol="1" anchor="ctr" anchorCtr="0" compatLnSpc="1">
            <a:prstTxWarp prst="textNoShape">
              <a:avLst/>
            </a:prstTxWarp>
            <a:normAutofit/>
          </a:bodyPr>
          <a:lstStyle/>
          <a:p>
            <a:pPr marL="0" indent="0">
              <a:buNone/>
            </a:pPr>
            <a:r>
              <a:rPr lang="en-US" altLang="ko-Kore-KR" b="1" dirty="0"/>
              <a:t>2. </a:t>
            </a:r>
            <a:r>
              <a:rPr lang="ko-KR" altLang="ko-Kore-KR" b="1" dirty="0"/>
              <a:t>성령으로 하나되라</a:t>
            </a:r>
            <a:endParaRPr lang="ko-Kore-KR" altLang="ko-Kore-KR" dirty="0"/>
          </a:p>
          <a:p>
            <a:pPr marL="0" indent="0">
              <a:buNone/>
            </a:pPr>
            <a:r>
              <a:rPr lang="en-US" altLang="ko-Kore-KR" dirty="0"/>
              <a:t>2. Be united in the Holy Spirit</a:t>
            </a:r>
          </a:p>
        </p:txBody>
      </p:sp>
    </p:spTree>
    <p:extLst>
      <p:ext uri="{BB962C8B-B14F-4D97-AF65-F5344CB8AC3E}">
        <p14:creationId xmlns:p14="http://schemas.microsoft.com/office/powerpoint/2010/main" val="174659870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에베소서 4:3-4</a:t>
            </a:r>
            <a:endParaRPr lang="en-US" altLang="ko-KR" sz="4267" b="1" dirty="0">
              <a:latin typeface="+mn-ea"/>
            </a:endParaRPr>
          </a:p>
          <a:p>
            <a:pPr algn="l">
              <a:buFontTx/>
              <a:buNone/>
              <a:defRPr/>
            </a:pPr>
            <a:r>
              <a:rPr lang="ko-KR" altLang="en-US" sz="4800" b="1" dirty="0">
                <a:latin typeface="맑은 고딕" pitchFamily="50" charset="-127"/>
              </a:rPr>
              <a:t>3. 평안의 매는 줄로 성령이 하나 되게 하신 것을 힘써 지키라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Ephesians 4:3-4</a:t>
            </a:r>
            <a:endParaRPr lang="en-US" altLang="ko-KR" sz="3733" b="1" dirty="0">
              <a:latin typeface="+mn-ea"/>
            </a:endParaRPr>
          </a:p>
          <a:p>
            <a:pPr algn="l">
              <a:buFontTx/>
              <a:buNone/>
              <a:defRPr/>
            </a:pPr>
            <a:r>
              <a:rPr lang="ko-KR" altLang="en-US" sz="3733" dirty="0">
                <a:latin typeface="맑은 고딕" pitchFamily="50" charset="-127"/>
              </a:rPr>
              <a:t>3. Make every effort to keep the unity of the Spirit through the bond of peace.</a:t>
            </a:r>
            <a:endParaRPr lang="en-US" altLang="ko-KR" sz="3733" dirty="0">
              <a:latin typeface="맑은 고딕" pitchFamily="50" charset="-127"/>
            </a:endParaRPr>
          </a:p>
        </p:txBody>
      </p:sp>
    </p:spTree>
    <p:extLst>
      <p:ext uri="{BB962C8B-B14F-4D97-AF65-F5344CB8AC3E}">
        <p14:creationId xmlns:p14="http://schemas.microsoft.com/office/powerpoint/2010/main" val="255746846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에베소서 4:3-4</a:t>
            </a:r>
            <a:endParaRPr lang="en-US" altLang="ko-KR" sz="4267" b="1" dirty="0">
              <a:latin typeface="+mn-ea"/>
            </a:endParaRPr>
          </a:p>
          <a:p>
            <a:pPr algn="l">
              <a:buFontTx/>
              <a:buNone/>
              <a:defRPr/>
            </a:pPr>
            <a:r>
              <a:rPr lang="ko-KR" altLang="en-US" sz="4800" b="1" dirty="0">
                <a:latin typeface="맑은 고딕" pitchFamily="50" charset="-127"/>
              </a:rPr>
              <a:t>4. 몸이 하나요 성령도 한 분이시니 이와 같이 너희가 부르심의 한 소망 안에서 부르심을 받았느니라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Ephesians 4:3-4</a:t>
            </a:r>
            <a:endParaRPr lang="en-US" altLang="ko-KR" sz="3733" b="1" dirty="0">
              <a:latin typeface="+mn-ea"/>
            </a:endParaRPr>
          </a:p>
          <a:p>
            <a:pPr algn="l">
              <a:buFontTx/>
              <a:buNone/>
              <a:defRPr/>
            </a:pPr>
            <a:r>
              <a:rPr lang="ko-KR" altLang="en-US" sz="3733" dirty="0">
                <a:latin typeface="맑은 고딕" pitchFamily="50" charset="-127"/>
              </a:rPr>
              <a:t>4. There is one body and one Spirit, just as you were called to one hope when you were called;</a:t>
            </a:r>
            <a:endParaRPr lang="en-US" altLang="ko-KR" sz="3733" dirty="0">
              <a:latin typeface="맑은 고딕" pitchFamily="50" charset="-127"/>
            </a:endParaRPr>
          </a:p>
        </p:txBody>
      </p:sp>
    </p:spTree>
    <p:extLst>
      <p:ext uri="{BB962C8B-B14F-4D97-AF65-F5344CB8AC3E}">
        <p14:creationId xmlns:p14="http://schemas.microsoft.com/office/powerpoint/2010/main" val="28643610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에베소서 1:21-23</a:t>
            </a:r>
            <a:endParaRPr lang="en-US" altLang="ko-KR" sz="4267" b="1" dirty="0">
              <a:latin typeface="+mn-ea"/>
            </a:endParaRPr>
          </a:p>
          <a:p>
            <a:pPr algn="l">
              <a:buFontTx/>
              <a:buNone/>
              <a:defRPr/>
            </a:pPr>
            <a:r>
              <a:rPr lang="ko-KR" altLang="en-US" sz="4800" b="1" dirty="0">
                <a:latin typeface="맑은 고딕" pitchFamily="50" charset="-127"/>
              </a:rPr>
              <a:t>21. 모든 통치와 권세와 능력과 주권과 이 세상뿐 아니라 오는 세상에 일컫는 모든 이름 위에 뛰어나게 하시고</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Ephesians 1:21-23</a:t>
            </a:r>
            <a:endParaRPr lang="en-US" altLang="ko-KR" sz="3733" b="1" dirty="0">
              <a:latin typeface="+mn-ea"/>
            </a:endParaRPr>
          </a:p>
          <a:p>
            <a:pPr algn="l">
              <a:buFontTx/>
              <a:buNone/>
              <a:defRPr/>
            </a:pPr>
            <a:r>
              <a:rPr lang="ko-KR" altLang="en-US" sz="3733" dirty="0">
                <a:latin typeface="맑은 고딕" pitchFamily="50" charset="-127"/>
              </a:rPr>
              <a:t>21. far above all rule and authority, power and dominion, and every name that is invoked, not only in the present age but also in the one to come.</a:t>
            </a:r>
            <a:endParaRPr lang="en-US" altLang="ko-KR" sz="3733" dirty="0">
              <a:latin typeface="맑은 고딕" pitchFamily="50" charset="-127"/>
            </a:endParaRPr>
          </a:p>
        </p:txBody>
      </p:sp>
    </p:spTree>
    <p:extLst>
      <p:ext uri="{BB962C8B-B14F-4D97-AF65-F5344CB8AC3E}">
        <p14:creationId xmlns:p14="http://schemas.microsoft.com/office/powerpoint/2010/main" val="33148163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에베소서 1:21-23</a:t>
            </a:r>
            <a:endParaRPr lang="en-US" altLang="ko-KR" sz="4267" b="1" dirty="0">
              <a:latin typeface="+mn-ea"/>
            </a:endParaRPr>
          </a:p>
          <a:p>
            <a:pPr algn="l">
              <a:buFontTx/>
              <a:buNone/>
              <a:defRPr/>
            </a:pPr>
            <a:r>
              <a:rPr lang="ko-KR" altLang="en-US" sz="4800" b="1" dirty="0">
                <a:latin typeface="맑은 고딕" pitchFamily="50" charset="-127"/>
              </a:rPr>
              <a:t>22. 또 만물을 그의 발 아래에 복종하게 하시고 그를 만물 위에 교회의 머리로 삼으셨느니라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Ephesians 1:21-23</a:t>
            </a:r>
            <a:endParaRPr lang="en-US" altLang="ko-KR" sz="3733" b="1" dirty="0">
              <a:latin typeface="+mn-ea"/>
            </a:endParaRPr>
          </a:p>
          <a:p>
            <a:pPr algn="l">
              <a:buFontTx/>
              <a:buNone/>
              <a:defRPr/>
            </a:pPr>
            <a:r>
              <a:rPr lang="ko-KR" altLang="en-US" sz="3733" dirty="0">
                <a:latin typeface="맑은 고딕" pitchFamily="50" charset="-127"/>
              </a:rPr>
              <a:t>22. And God placed all things under his feet and appointed him to be head over everything for the church,</a:t>
            </a:r>
            <a:endParaRPr lang="en-US" altLang="ko-KR" sz="3733" dirty="0">
              <a:latin typeface="맑은 고딕" pitchFamily="50" charset="-127"/>
            </a:endParaRPr>
          </a:p>
        </p:txBody>
      </p:sp>
    </p:spTree>
    <p:extLst>
      <p:ext uri="{BB962C8B-B14F-4D97-AF65-F5344CB8AC3E}">
        <p14:creationId xmlns:p14="http://schemas.microsoft.com/office/powerpoint/2010/main" val="237769676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에베소서 1:21-23</a:t>
            </a:r>
            <a:endParaRPr lang="en-US" altLang="ko-KR" sz="4267" b="1" dirty="0">
              <a:latin typeface="+mn-ea"/>
            </a:endParaRPr>
          </a:p>
          <a:p>
            <a:pPr algn="l">
              <a:buFontTx/>
              <a:buNone/>
              <a:defRPr/>
            </a:pPr>
            <a:r>
              <a:rPr lang="ko-KR" altLang="en-US" sz="4800" b="1" dirty="0">
                <a:latin typeface="맑은 고딕" pitchFamily="50" charset="-127"/>
              </a:rPr>
              <a:t>23. 교회는 그의 몸이니 만물 안에서 만물을 충만하게 하시는 이의 충만함이니라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Ephesians 1:21-23</a:t>
            </a:r>
            <a:endParaRPr lang="en-US" altLang="ko-KR" sz="3733" b="1" dirty="0">
              <a:latin typeface="+mn-ea"/>
            </a:endParaRPr>
          </a:p>
          <a:p>
            <a:pPr algn="l">
              <a:buFontTx/>
              <a:buNone/>
              <a:defRPr/>
            </a:pPr>
            <a:r>
              <a:rPr lang="ko-KR" altLang="en-US" sz="3733" dirty="0">
                <a:latin typeface="맑은 고딕" pitchFamily="50" charset="-127"/>
              </a:rPr>
              <a:t>23. which is his body, the fullness of him who fills everything in every way.</a:t>
            </a:r>
            <a:endParaRPr lang="en-US" altLang="ko-KR" sz="3733" dirty="0">
              <a:latin typeface="맑은 고딕" pitchFamily="50" charset="-127"/>
            </a:endParaRPr>
          </a:p>
        </p:txBody>
      </p:sp>
    </p:spTree>
    <p:extLst>
      <p:ext uri="{BB962C8B-B14F-4D97-AF65-F5344CB8AC3E}">
        <p14:creationId xmlns:p14="http://schemas.microsoft.com/office/powerpoint/2010/main" val="184799693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로마서 8:8-9</a:t>
            </a:r>
            <a:endParaRPr lang="en-US" altLang="ko-KR" sz="4267" b="1" dirty="0">
              <a:latin typeface="+mn-ea"/>
            </a:endParaRPr>
          </a:p>
          <a:p>
            <a:pPr algn="l">
              <a:buFontTx/>
              <a:buNone/>
              <a:defRPr/>
            </a:pPr>
            <a:r>
              <a:rPr lang="ko-KR" altLang="en-US" sz="4800" b="1" dirty="0">
                <a:latin typeface="맑은 고딕" pitchFamily="50" charset="-127"/>
              </a:rPr>
              <a:t>8. 육신에 있는 자들은 하나님을 기쁘시게 할 수 없느니라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Romans 8:8-9</a:t>
            </a:r>
            <a:endParaRPr lang="en-US" altLang="ko-KR" sz="3733" b="1" dirty="0">
              <a:latin typeface="+mn-ea"/>
            </a:endParaRPr>
          </a:p>
          <a:p>
            <a:pPr algn="l">
              <a:buFontTx/>
              <a:buNone/>
              <a:defRPr/>
            </a:pPr>
            <a:r>
              <a:rPr lang="ko-KR" altLang="en-US" sz="3733" dirty="0">
                <a:latin typeface="맑은 고딕" pitchFamily="50" charset="-127"/>
              </a:rPr>
              <a:t>8. Those who are in the realm of the flesh cannot please God.</a:t>
            </a:r>
            <a:endParaRPr lang="en-US" altLang="ko-KR" sz="3733" dirty="0">
              <a:latin typeface="맑은 고딕" pitchFamily="50" charset="-127"/>
            </a:endParaRPr>
          </a:p>
        </p:txBody>
      </p:sp>
    </p:spTree>
    <p:extLst>
      <p:ext uri="{BB962C8B-B14F-4D97-AF65-F5344CB8AC3E}">
        <p14:creationId xmlns:p14="http://schemas.microsoft.com/office/powerpoint/2010/main" val="138589523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000" b="1" dirty="0">
                <a:latin typeface="+mn-ea"/>
              </a:rPr>
              <a:t>로마서 8:8-9</a:t>
            </a:r>
            <a:endParaRPr lang="en-US" altLang="ko-KR" sz="4000" b="1" dirty="0">
              <a:latin typeface="+mn-ea"/>
            </a:endParaRPr>
          </a:p>
          <a:p>
            <a:pPr algn="l">
              <a:buFontTx/>
              <a:buNone/>
              <a:defRPr/>
            </a:pPr>
            <a:r>
              <a:rPr lang="ko-KR" altLang="en-US" sz="4400" b="1" dirty="0">
                <a:latin typeface="맑은 고딕" pitchFamily="50" charset="-127"/>
              </a:rPr>
              <a:t>9. 만일 너희 속에 하나님의 영이 거하시면 너희가 육신에 있지 아니하고 영에 있나니 누구든지 그리스도의 영이 없으면 그리스도의 사람이 아니라</a:t>
            </a:r>
            <a:endParaRPr lang="en-US" altLang="ko-KR" sz="4400" b="1" dirty="0">
              <a:latin typeface="맑은 고딕" pitchFamily="50" charset="-127"/>
            </a:endParaRPr>
          </a:p>
          <a:p>
            <a:pPr algn="l">
              <a:buFontTx/>
              <a:buNone/>
              <a:defRPr/>
            </a:pPr>
            <a:endParaRPr lang="en-US" altLang="ko-KR" sz="2800" b="1" dirty="0">
              <a:latin typeface="맑은 고딕" pitchFamily="50" charset="-127"/>
            </a:endParaRPr>
          </a:p>
          <a:p>
            <a:pPr algn="l">
              <a:buFontTx/>
              <a:buNone/>
              <a:defRPr/>
            </a:pPr>
            <a:r>
              <a:rPr lang="ko-KR" altLang="en-US" sz="3600" b="1" dirty="0">
                <a:latin typeface="+mn-ea"/>
              </a:rPr>
              <a:t>Romans 8:8-9</a:t>
            </a:r>
            <a:endParaRPr lang="en-US" altLang="ko-KR" sz="3600" b="1" dirty="0">
              <a:latin typeface="+mn-ea"/>
            </a:endParaRPr>
          </a:p>
          <a:p>
            <a:pPr algn="l">
              <a:buFontTx/>
              <a:buNone/>
              <a:defRPr/>
            </a:pPr>
            <a:r>
              <a:rPr lang="ko-KR" altLang="en-US" sz="3600" dirty="0">
                <a:latin typeface="맑은 고딕" pitchFamily="50" charset="-127"/>
              </a:rPr>
              <a:t>9. You, however, are not in the realm of the flesh but are in the realm of the Spirit, if indeed the Spirit of God lives in you. And if anyone does not have the Spirit of Christ, they do not belong to Christ.</a:t>
            </a:r>
            <a:endParaRPr lang="en-US" altLang="ko-KR" sz="3600" dirty="0">
              <a:latin typeface="맑은 고딕" pitchFamily="50" charset="-127"/>
            </a:endParaRPr>
          </a:p>
        </p:txBody>
      </p:sp>
    </p:spTree>
    <p:extLst>
      <p:ext uri="{BB962C8B-B14F-4D97-AF65-F5344CB8AC3E}">
        <p14:creationId xmlns:p14="http://schemas.microsoft.com/office/powerpoint/2010/main" val="404484781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고린도전서 6:19-20</a:t>
            </a:r>
            <a:endParaRPr lang="en-US" altLang="ko-KR" sz="4267" b="1" dirty="0">
              <a:latin typeface="+mn-ea"/>
            </a:endParaRPr>
          </a:p>
          <a:p>
            <a:pPr algn="l">
              <a:buFontTx/>
              <a:buNone/>
              <a:defRPr/>
            </a:pPr>
            <a:r>
              <a:rPr lang="ko-KR" altLang="en-US" sz="4800" b="1" dirty="0">
                <a:latin typeface="맑은 고딕" pitchFamily="50" charset="-127"/>
              </a:rPr>
              <a:t>19. 너희 몸은 너희가 하나님께로부터 받은 바 너희 가운데 계신 성령의 전인 줄을 알지 못하느냐 너희는 너희 자신의 것이 아니라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FirstCorinthians 6:19-20</a:t>
            </a:r>
            <a:endParaRPr lang="en-US" altLang="ko-KR" sz="3733" b="1" dirty="0">
              <a:latin typeface="+mn-ea"/>
            </a:endParaRPr>
          </a:p>
          <a:p>
            <a:pPr algn="l">
              <a:buFontTx/>
              <a:buNone/>
              <a:defRPr/>
            </a:pPr>
            <a:r>
              <a:rPr lang="ko-KR" altLang="en-US" sz="3733" dirty="0">
                <a:latin typeface="맑은 고딕" pitchFamily="50" charset="-127"/>
              </a:rPr>
              <a:t>19. Do you not know that your bodies are temples of the Holy Spirit, who is in you, whom you have received from God? You are not your own;</a:t>
            </a:r>
            <a:endParaRPr lang="en-US" altLang="ko-KR" sz="3733" dirty="0">
              <a:latin typeface="맑은 고딕" pitchFamily="50" charset="-127"/>
            </a:endParaRPr>
          </a:p>
        </p:txBody>
      </p:sp>
    </p:spTree>
    <p:extLst>
      <p:ext uri="{BB962C8B-B14F-4D97-AF65-F5344CB8AC3E}">
        <p14:creationId xmlns:p14="http://schemas.microsoft.com/office/powerpoint/2010/main" val="301896330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고린도전서 6:19-20</a:t>
            </a:r>
            <a:endParaRPr lang="en-US" altLang="ko-KR" sz="4267" b="1" dirty="0">
              <a:latin typeface="+mn-ea"/>
            </a:endParaRPr>
          </a:p>
          <a:p>
            <a:pPr algn="l">
              <a:buFontTx/>
              <a:buNone/>
              <a:defRPr/>
            </a:pPr>
            <a:r>
              <a:rPr lang="ko-KR" altLang="en-US" sz="4800" b="1" dirty="0">
                <a:latin typeface="맑은 고딕" pitchFamily="50" charset="-127"/>
              </a:rPr>
              <a:t>20. 값으로 산 것이 되었으니 그런즉 너희 몸으로 하나님께 영광을 돌리라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FirstCorinthians 6:19-20</a:t>
            </a:r>
            <a:endParaRPr lang="en-US" altLang="ko-KR" sz="3733" b="1" dirty="0">
              <a:latin typeface="+mn-ea"/>
            </a:endParaRPr>
          </a:p>
          <a:p>
            <a:pPr algn="l">
              <a:buFontTx/>
              <a:buNone/>
              <a:defRPr/>
            </a:pPr>
            <a:r>
              <a:rPr lang="ko-KR" altLang="en-US" sz="3733" dirty="0">
                <a:latin typeface="맑은 고딕" pitchFamily="50" charset="-127"/>
              </a:rPr>
              <a:t>20. you were bought at a price. Therefore honor God with your bodies.</a:t>
            </a:r>
            <a:endParaRPr lang="en-US" altLang="ko-KR" sz="3733" dirty="0">
              <a:latin typeface="맑은 고딕" pitchFamily="50" charset="-127"/>
            </a:endParaRPr>
          </a:p>
        </p:txBody>
      </p:sp>
    </p:spTree>
    <p:extLst>
      <p:ext uri="{BB962C8B-B14F-4D97-AF65-F5344CB8AC3E}">
        <p14:creationId xmlns:p14="http://schemas.microsoft.com/office/powerpoint/2010/main" val="219635484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고린도전서 12:13</a:t>
            </a:r>
            <a:r>
              <a:rPr lang="en-US" altLang="ko-KR" sz="4267" b="1" dirty="0">
                <a:latin typeface="+mn-ea"/>
              </a:rPr>
              <a:t>b</a:t>
            </a:r>
          </a:p>
          <a:p>
            <a:pPr algn="l">
              <a:buFontTx/>
              <a:buNone/>
              <a:defRPr/>
            </a:pPr>
            <a:r>
              <a:rPr lang="ko-KR" altLang="en-US" sz="4800" b="1" dirty="0">
                <a:latin typeface="맑은 고딕" pitchFamily="50" charset="-127"/>
              </a:rPr>
              <a:t>13. 다 한 성령으로 세례를 받아 한 몸이 되었고 또 다 한 성령을 마시게 하셨느니라 </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FirstCorinthians 12:13</a:t>
            </a:r>
            <a:endParaRPr lang="en-US" altLang="ko-KR" sz="3733" b="1" dirty="0">
              <a:latin typeface="+mn-ea"/>
            </a:endParaRPr>
          </a:p>
          <a:p>
            <a:pPr algn="l">
              <a:buFontTx/>
              <a:buNone/>
              <a:defRPr/>
            </a:pPr>
            <a:r>
              <a:rPr lang="ko-KR" altLang="en-US" sz="3733" dirty="0">
                <a:latin typeface="맑은 고딕" pitchFamily="50" charset="-127"/>
              </a:rPr>
              <a:t>13. For we were all baptized by one Spirit so as to form </a:t>
            </a:r>
            <a:r>
              <a:rPr lang="ko-KR" altLang="en-US" sz="3733" dirty="0" err="1">
                <a:latin typeface="맑은 고딕" pitchFamily="50" charset="-127"/>
              </a:rPr>
              <a:t>one</a:t>
            </a:r>
            <a:r>
              <a:rPr lang="ko-KR" altLang="en-US" sz="3733" dirty="0">
                <a:latin typeface="맑은 고딕" pitchFamily="50" charset="-127"/>
              </a:rPr>
              <a:t> </a:t>
            </a:r>
            <a:r>
              <a:rPr lang="ko-KR" altLang="en-US" sz="3733" dirty="0" err="1">
                <a:latin typeface="맑은 고딕" pitchFamily="50" charset="-127"/>
              </a:rPr>
              <a:t>body</a:t>
            </a:r>
            <a:r>
              <a:rPr lang="ko-KR" altLang="en-US" sz="3733" dirty="0">
                <a:latin typeface="맑은 고딕" pitchFamily="50" charset="-127"/>
              </a:rPr>
              <a:t>-and we were all given the one Spirit to drink.</a:t>
            </a:r>
            <a:endParaRPr lang="en-US" altLang="ko-KR" sz="3733" dirty="0">
              <a:latin typeface="맑은 고딕" pitchFamily="50" charset="-127"/>
            </a:endParaRPr>
          </a:p>
        </p:txBody>
      </p:sp>
    </p:spTree>
    <p:extLst>
      <p:ext uri="{BB962C8B-B14F-4D97-AF65-F5344CB8AC3E}">
        <p14:creationId xmlns:p14="http://schemas.microsoft.com/office/powerpoint/2010/main" val="421687135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에베소서 2:19</a:t>
            </a:r>
            <a:r>
              <a:rPr lang="en-US" altLang="ko-KR" sz="4267" b="1" dirty="0">
                <a:latin typeface="+mn-ea"/>
              </a:rPr>
              <a:t>b</a:t>
            </a:r>
          </a:p>
          <a:p>
            <a:pPr algn="l">
              <a:buFontTx/>
              <a:buNone/>
              <a:defRPr/>
            </a:pPr>
            <a:r>
              <a:rPr lang="ko-KR" altLang="en-US" sz="4800" b="1" dirty="0">
                <a:latin typeface="맑은 고딕" pitchFamily="50" charset="-127"/>
              </a:rPr>
              <a:t>19. 오직 성도들과 동일한 시민이요 하나님의 권속이라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Ephesians 2:19</a:t>
            </a:r>
            <a:endParaRPr lang="en-US" altLang="ko-KR" sz="3733" b="1" dirty="0">
              <a:latin typeface="+mn-ea"/>
            </a:endParaRPr>
          </a:p>
          <a:p>
            <a:pPr algn="l">
              <a:buFontTx/>
              <a:buNone/>
              <a:defRPr/>
            </a:pPr>
            <a:r>
              <a:rPr lang="ko-KR" altLang="en-US" sz="3733" dirty="0">
                <a:latin typeface="맑은 고딕" pitchFamily="50" charset="-127"/>
              </a:rPr>
              <a:t>19. </a:t>
            </a:r>
            <a:r>
              <a:rPr lang="ko-KR" altLang="en-US" sz="3733" dirty="0" err="1">
                <a:latin typeface="맑은 고딕" pitchFamily="50" charset="-127"/>
              </a:rPr>
              <a:t>but</a:t>
            </a:r>
            <a:r>
              <a:rPr lang="ko-KR" altLang="en-US" sz="3733" dirty="0">
                <a:latin typeface="맑은 고딕" pitchFamily="50" charset="-127"/>
              </a:rPr>
              <a:t> fellow citizens with God's people and also members of his household,</a:t>
            </a:r>
            <a:endParaRPr lang="en-US" altLang="ko-KR" sz="3733" dirty="0">
              <a:latin typeface="맑은 고딕" pitchFamily="50" charset="-127"/>
            </a:endParaRPr>
          </a:p>
        </p:txBody>
      </p:sp>
    </p:spTree>
    <p:extLst>
      <p:ext uri="{BB962C8B-B14F-4D97-AF65-F5344CB8AC3E}">
        <p14:creationId xmlns:p14="http://schemas.microsoft.com/office/powerpoint/2010/main" val="342489367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3600" b="1" dirty="0">
                <a:latin typeface="+mn-ea"/>
              </a:rPr>
              <a:t>요한일서 2:27</a:t>
            </a:r>
            <a:endParaRPr lang="en-US" altLang="ko-KR" sz="3600" b="1" dirty="0">
              <a:latin typeface="+mn-ea"/>
            </a:endParaRPr>
          </a:p>
          <a:p>
            <a:pPr algn="l">
              <a:buFontTx/>
              <a:buNone/>
              <a:defRPr/>
            </a:pPr>
            <a:r>
              <a:rPr lang="ko-KR" altLang="en-US" sz="4000" b="1" dirty="0">
                <a:latin typeface="맑은 고딕" pitchFamily="50" charset="-127"/>
              </a:rPr>
              <a:t>27. 너희는 주께 받은 바 기름 부음이 너희 안에 거하나니 아무도 너희를 가르칠 필요가 없고 오직 그의 기름 부음이 모든 것을 너희에게 가르치며 또 참되고 거짓이 없으니 너희를 가르치신 그대로 주 안에 거하라</a:t>
            </a:r>
            <a:endParaRPr lang="en-US" altLang="ko-KR" sz="4000" b="1" dirty="0">
              <a:latin typeface="맑은 고딕" pitchFamily="50" charset="-127"/>
            </a:endParaRPr>
          </a:p>
          <a:p>
            <a:pPr algn="l">
              <a:buFontTx/>
              <a:buNone/>
              <a:defRPr/>
            </a:pPr>
            <a:endParaRPr lang="en-US" altLang="ko-KR" b="1" dirty="0">
              <a:latin typeface="맑은 고딕" pitchFamily="50" charset="-127"/>
            </a:endParaRPr>
          </a:p>
          <a:p>
            <a:pPr algn="l">
              <a:buFontTx/>
              <a:buNone/>
              <a:defRPr/>
            </a:pPr>
            <a:r>
              <a:rPr lang="ko-KR" altLang="en-US" sz="3200" b="1" dirty="0">
                <a:latin typeface="+mn-ea"/>
              </a:rPr>
              <a:t>FirstJohn 2:27</a:t>
            </a:r>
            <a:endParaRPr lang="en-US" altLang="ko-KR" sz="3200" b="1" dirty="0">
              <a:latin typeface="+mn-ea"/>
            </a:endParaRPr>
          </a:p>
          <a:p>
            <a:pPr algn="l">
              <a:buFontTx/>
              <a:buNone/>
              <a:defRPr/>
            </a:pPr>
            <a:r>
              <a:rPr lang="ko-KR" altLang="en-US" sz="3200" dirty="0">
                <a:latin typeface="맑은 고딕" pitchFamily="50" charset="-127"/>
              </a:rPr>
              <a:t>27. As for you, the anointing you received from him remains in you, and you do not need anyone to teach you. But as his anointing teaches you about all things and as that anointing is real, not counterfeit-just as it has taught you, remain in him.</a:t>
            </a:r>
            <a:endParaRPr lang="en-US" altLang="ko-KR" sz="3200" dirty="0">
              <a:latin typeface="맑은 고딕" pitchFamily="50" charset="-127"/>
            </a:endParaRPr>
          </a:p>
        </p:txBody>
      </p:sp>
    </p:spTree>
    <p:extLst>
      <p:ext uri="{BB962C8B-B14F-4D97-AF65-F5344CB8AC3E}">
        <p14:creationId xmlns:p14="http://schemas.microsoft.com/office/powerpoint/2010/main" val="424895135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빌립보서 3:3,8</a:t>
            </a:r>
            <a:endParaRPr lang="en-US" altLang="ko-KR" sz="4267" b="1" dirty="0">
              <a:latin typeface="+mn-ea"/>
            </a:endParaRPr>
          </a:p>
          <a:p>
            <a:pPr algn="l">
              <a:buFontTx/>
              <a:buNone/>
              <a:defRPr/>
            </a:pPr>
            <a:r>
              <a:rPr lang="ko-KR" altLang="en-US" sz="4800" b="1" dirty="0">
                <a:latin typeface="맑은 고딕" pitchFamily="50" charset="-127"/>
              </a:rPr>
              <a:t>3. 하나님의 성령으로 봉사하며 그리스도 예수로 자랑하고 육체를 신뢰하지 아니하는 우리가 곧 할례파라 </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Philippians 3:3,8</a:t>
            </a:r>
            <a:endParaRPr lang="en-US" altLang="ko-KR" sz="3733" b="1" dirty="0">
              <a:latin typeface="+mn-ea"/>
            </a:endParaRPr>
          </a:p>
          <a:p>
            <a:pPr algn="l">
              <a:buFontTx/>
              <a:buNone/>
              <a:defRPr/>
            </a:pPr>
            <a:r>
              <a:rPr lang="ko-KR" altLang="en-US" sz="3733" dirty="0">
                <a:latin typeface="맑은 고딕" pitchFamily="50" charset="-127"/>
              </a:rPr>
              <a:t>3. For it is we who are the circumcision, we who serve God by his Spirit, who boast in Christ Jesus, and who put no confidence in the flesh-</a:t>
            </a:r>
            <a:endParaRPr lang="en-US" altLang="ko-KR" sz="3733" dirty="0">
              <a:latin typeface="맑은 고딕" pitchFamily="50" charset="-127"/>
            </a:endParaRPr>
          </a:p>
        </p:txBody>
      </p:sp>
    </p:spTree>
    <p:extLst>
      <p:ext uri="{BB962C8B-B14F-4D97-AF65-F5344CB8AC3E}">
        <p14:creationId xmlns:p14="http://schemas.microsoft.com/office/powerpoint/2010/main" val="273065547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000" b="1" dirty="0">
                <a:latin typeface="+mn-ea"/>
              </a:rPr>
              <a:t>빌립보서 3:3,8</a:t>
            </a:r>
            <a:endParaRPr lang="en-US" altLang="ko-KR" sz="4000" b="1" dirty="0">
              <a:latin typeface="+mn-ea"/>
            </a:endParaRPr>
          </a:p>
          <a:p>
            <a:pPr algn="l">
              <a:buFontTx/>
              <a:buNone/>
              <a:defRPr/>
            </a:pPr>
            <a:r>
              <a:rPr lang="ko-KR" altLang="en-US" sz="4400" b="1" dirty="0">
                <a:latin typeface="맑은 고딕" pitchFamily="50" charset="-127"/>
              </a:rPr>
              <a:t>8. 또한 모든 것을 해로 여김은 내 주 그리스도 예수를 아는 지식이 가장 고상하기 때문이라 내가 그를 위하여 모든 것을 잃어버리고 배설물로 여김은 그리스도를 얻고</a:t>
            </a:r>
            <a:endParaRPr lang="en-US" altLang="ko-KR" sz="4400" b="1" dirty="0">
              <a:latin typeface="맑은 고딕" pitchFamily="50" charset="-127"/>
            </a:endParaRPr>
          </a:p>
          <a:p>
            <a:pPr algn="l">
              <a:buFontTx/>
              <a:buNone/>
              <a:defRPr/>
            </a:pPr>
            <a:endParaRPr lang="en-US" altLang="ko-KR" sz="2800" b="1" dirty="0">
              <a:latin typeface="맑은 고딕" pitchFamily="50" charset="-127"/>
            </a:endParaRPr>
          </a:p>
          <a:p>
            <a:pPr algn="l">
              <a:buFontTx/>
              <a:buNone/>
              <a:defRPr/>
            </a:pPr>
            <a:r>
              <a:rPr lang="ko-KR" altLang="en-US" sz="3600" b="1" dirty="0">
                <a:latin typeface="+mn-ea"/>
              </a:rPr>
              <a:t>Philippians 3:3,8</a:t>
            </a:r>
            <a:endParaRPr lang="en-US" altLang="ko-KR" sz="3600" b="1" dirty="0">
              <a:latin typeface="+mn-ea"/>
            </a:endParaRPr>
          </a:p>
          <a:p>
            <a:pPr algn="l">
              <a:buFontTx/>
              <a:buNone/>
              <a:defRPr/>
            </a:pPr>
            <a:r>
              <a:rPr lang="ko-KR" altLang="en-US" sz="3600" dirty="0">
                <a:latin typeface="맑은 고딕" pitchFamily="50" charset="-127"/>
              </a:rPr>
              <a:t>8. What is more, I consider everything a loss because of the surpassing worth of knowing Christ Jesus my Lord, for whose sake I have lost all things. I consider them garbage, that I may gain Christ</a:t>
            </a:r>
            <a:endParaRPr lang="en-US" altLang="ko-KR" sz="3600" dirty="0">
              <a:latin typeface="맑은 고딕" pitchFamily="50" charset="-127"/>
            </a:endParaRPr>
          </a:p>
        </p:txBody>
      </p:sp>
    </p:spTree>
    <p:extLst>
      <p:ext uri="{BB962C8B-B14F-4D97-AF65-F5344CB8AC3E}">
        <p14:creationId xmlns:p14="http://schemas.microsoft.com/office/powerpoint/2010/main" val="108632426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요한계시록 2:3-5,7</a:t>
            </a:r>
            <a:endParaRPr lang="en-US" altLang="ko-KR" sz="4267" b="1" dirty="0">
              <a:latin typeface="+mn-ea"/>
            </a:endParaRPr>
          </a:p>
          <a:p>
            <a:pPr algn="l">
              <a:buFontTx/>
              <a:buNone/>
              <a:defRPr/>
            </a:pPr>
            <a:r>
              <a:rPr lang="ko-KR" altLang="en-US" sz="4800" b="1" dirty="0">
                <a:latin typeface="맑은 고딕" pitchFamily="50" charset="-127"/>
              </a:rPr>
              <a:t>3. 또 네가 참고 내 이름을 위하여 견디고 게으르지 아니한 것을 아노라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Revelation 2:3-5,7</a:t>
            </a:r>
            <a:endParaRPr lang="en-US" altLang="ko-KR" sz="3733" b="1" dirty="0">
              <a:latin typeface="+mn-ea"/>
            </a:endParaRPr>
          </a:p>
          <a:p>
            <a:pPr algn="l">
              <a:buFontTx/>
              <a:buNone/>
              <a:defRPr/>
            </a:pPr>
            <a:r>
              <a:rPr lang="ko-KR" altLang="en-US" sz="3733" dirty="0">
                <a:latin typeface="맑은 고딕" pitchFamily="50" charset="-127"/>
              </a:rPr>
              <a:t>3. You have persevered and have endured hardships for my name, and have not grown weary.</a:t>
            </a:r>
            <a:endParaRPr lang="en-US" altLang="ko-KR" sz="3733" dirty="0">
              <a:latin typeface="맑은 고딕" pitchFamily="50" charset="-127"/>
            </a:endParaRPr>
          </a:p>
        </p:txBody>
      </p:sp>
    </p:spTree>
    <p:extLst>
      <p:ext uri="{BB962C8B-B14F-4D97-AF65-F5344CB8AC3E}">
        <p14:creationId xmlns:p14="http://schemas.microsoft.com/office/powerpoint/2010/main" val="172298394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요한계시록 2:3-5,7</a:t>
            </a:r>
            <a:endParaRPr lang="en-US" altLang="ko-KR" sz="4267" b="1" dirty="0">
              <a:latin typeface="+mn-ea"/>
            </a:endParaRPr>
          </a:p>
          <a:p>
            <a:pPr algn="l">
              <a:buFontTx/>
              <a:buNone/>
              <a:defRPr/>
            </a:pPr>
            <a:r>
              <a:rPr lang="ko-KR" altLang="en-US" sz="4800" b="1" dirty="0">
                <a:latin typeface="맑은 고딕" pitchFamily="50" charset="-127"/>
              </a:rPr>
              <a:t>4. 그러나 너를 책망할 것이 있나니 너의 처음 사랑을 버렸느니라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Revelation 2:3-5,7</a:t>
            </a:r>
            <a:endParaRPr lang="en-US" altLang="ko-KR" sz="3733" b="1" dirty="0">
              <a:latin typeface="+mn-ea"/>
            </a:endParaRPr>
          </a:p>
          <a:p>
            <a:pPr algn="l">
              <a:buFontTx/>
              <a:buNone/>
              <a:defRPr/>
            </a:pPr>
            <a:r>
              <a:rPr lang="ko-KR" altLang="en-US" sz="3733" dirty="0">
                <a:latin typeface="맑은 고딕" pitchFamily="50" charset="-127"/>
              </a:rPr>
              <a:t>4. Yet I hold this against you: You have forsaken the love you had at first.</a:t>
            </a:r>
            <a:endParaRPr lang="en-US" altLang="ko-KR" sz="3733" dirty="0">
              <a:latin typeface="맑은 고딕" pitchFamily="50" charset="-127"/>
            </a:endParaRPr>
          </a:p>
        </p:txBody>
      </p:sp>
    </p:spTree>
    <p:extLst>
      <p:ext uri="{BB962C8B-B14F-4D97-AF65-F5344CB8AC3E}">
        <p14:creationId xmlns:p14="http://schemas.microsoft.com/office/powerpoint/2010/main" val="402801163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000" b="1" dirty="0">
                <a:latin typeface="+mn-ea"/>
              </a:rPr>
              <a:t>요한계시록 2:3-5,7</a:t>
            </a:r>
            <a:endParaRPr lang="en-US" altLang="ko-KR" sz="4000" b="1" dirty="0">
              <a:latin typeface="+mn-ea"/>
            </a:endParaRPr>
          </a:p>
          <a:p>
            <a:pPr algn="l">
              <a:buFontTx/>
              <a:buNone/>
              <a:defRPr/>
            </a:pPr>
            <a:r>
              <a:rPr lang="ko-KR" altLang="en-US" sz="4400" b="1" dirty="0">
                <a:latin typeface="맑은 고딕" pitchFamily="50" charset="-127"/>
              </a:rPr>
              <a:t>5. 그러므로 어디서 떨어졌는지를 생각하고 회개하여 처음 행위를 가지라 만일 그리하지 아니하고 회개하지 아니하면 내가 네게 가서 네 촛대를 그 자리에서 옮기리라</a:t>
            </a:r>
            <a:endParaRPr lang="en-US" altLang="ko-KR" sz="4400" b="1" dirty="0">
              <a:latin typeface="맑은 고딕" pitchFamily="50" charset="-127"/>
            </a:endParaRPr>
          </a:p>
          <a:p>
            <a:pPr algn="l">
              <a:buFontTx/>
              <a:buNone/>
              <a:defRPr/>
            </a:pPr>
            <a:endParaRPr lang="en-US" altLang="ko-KR" sz="2800" b="1" dirty="0">
              <a:latin typeface="맑은 고딕" pitchFamily="50" charset="-127"/>
            </a:endParaRPr>
          </a:p>
          <a:p>
            <a:pPr algn="l">
              <a:buFontTx/>
              <a:buNone/>
              <a:defRPr/>
            </a:pPr>
            <a:r>
              <a:rPr lang="ko-KR" altLang="en-US" sz="3600" b="1" dirty="0">
                <a:latin typeface="+mn-ea"/>
              </a:rPr>
              <a:t>Revelation 2:3-5,7</a:t>
            </a:r>
            <a:endParaRPr lang="en-US" altLang="ko-KR" sz="3600" b="1" dirty="0">
              <a:latin typeface="+mn-ea"/>
            </a:endParaRPr>
          </a:p>
          <a:p>
            <a:pPr algn="l">
              <a:buFontTx/>
              <a:buNone/>
              <a:defRPr/>
            </a:pPr>
            <a:r>
              <a:rPr lang="ko-KR" altLang="en-US" sz="3600" dirty="0">
                <a:latin typeface="맑은 고딕" pitchFamily="50" charset="-127"/>
              </a:rPr>
              <a:t>5. Consider how far you have fallen! Repent and do the things you did at first. If you do not repent, I will come to you and remove your lampstand from its place.</a:t>
            </a:r>
            <a:endParaRPr lang="en-US" altLang="ko-KR" sz="3600" dirty="0">
              <a:latin typeface="맑은 고딕" pitchFamily="50" charset="-127"/>
            </a:endParaRPr>
          </a:p>
        </p:txBody>
      </p:sp>
    </p:spTree>
    <p:extLst>
      <p:ext uri="{BB962C8B-B14F-4D97-AF65-F5344CB8AC3E}">
        <p14:creationId xmlns:p14="http://schemas.microsoft.com/office/powerpoint/2010/main" val="216836864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000" b="1" dirty="0">
                <a:latin typeface="+mn-ea"/>
              </a:rPr>
              <a:t>요한계시록 2:3-5,7</a:t>
            </a:r>
            <a:endParaRPr lang="en-US" altLang="ko-KR" sz="4000" b="1" dirty="0">
              <a:latin typeface="+mn-ea"/>
            </a:endParaRPr>
          </a:p>
          <a:p>
            <a:pPr algn="l">
              <a:buFontTx/>
              <a:buNone/>
              <a:defRPr/>
            </a:pPr>
            <a:r>
              <a:rPr lang="ko-KR" altLang="en-US" sz="4400" b="1" dirty="0">
                <a:latin typeface="맑은 고딕" pitchFamily="50" charset="-127"/>
              </a:rPr>
              <a:t>7. 귀 있는 자는 성령이 교회들에게 하시는 말씀을 들을지어다 이기는 그에게는 내가 하나님의 낙원에 있는 생명나무의 열매를 주어 먹게 하리라</a:t>
            </a:r>
            <a:endParaRPr lang="en-US" altLang="ko-KR" sz="4400" b="1" dirty="0">
              <a:latin typeface="맑은 고딕" pitchFamily="50" charset="-127"/>
            </a:endParaRPr>
          </a:p>
          <a:p>
            <a:pPr algn="l">
              <a:buFontTx/>
              <a:buNone/>
              <a:defRPr/>
            </a:pPr>
            <a:endParaRPr lang="en-US" altLang="ko-KR" sz="2800" b="1" dirty="0">
              <a:latin typeface="맑은 고딕" pitchFamily="50" charset="-127"/>
            </a:endParaRPr>
          </a:p>
          <a:p>
            <a:pPr algn="l">
              <a:buFontTx/>
              <a:buNone/>
              <a:defRPr/>
            </a:pPr>
            <a:r>
              <a:rPr lang="ko-KR" altLang="en-US" sz="3600" b="1" dirty="0">
                <a:latin typeface="+mn-ea"/>
              </a:rPr>
              <a:t>Revelation 2:3-5,7</a:t>
            </a:r>
            <a:endParaRPr lang="en-US" altLang="ko-KR" sz="3600" b="1" dirty="0">
              <a:latin typeface="+mn-ea"/>
            </a:endParaRPr>
          </a:p>
          <a:p>
            <a:pPr algn="l">
              <a:buFontTx/>
              <a:buNone/>
              <a:defRPr/>
            </a:pPr>
            <a:r>
              <a:rPr lang="ko-KR" altLang="en-US" sz="3600" dirty="0">
                <a:latin typeface="맑은 고딕" pitchFamily="50" charset="-127"/>
              </a:rPr>
              <a:t>7. Whoever has ears, let them hear what the Spirit says to the churches. To the one who is victorious, I will give the right to eat from the tree of life, which is in the paradise of God.</a:t>
            </a:r>
            <a:endParaRPr lang="en-US" altLang="ko-KR" sz="3600" dirty="0">
              <a:latin typeface="맑은 고딕" pitchFamily="50" charset="-127"/>
            </a:endParaRPr>
          </a:p>
        </p:txBody>
      </p:sp>
    </p:spTree>
    <p:extLst>
      <p:ext uri="{BB962C8B-B14F-4D97-AF65-F5344CB8AC3E}">
        <p14:creationId xmlns:p14="http://schemas.microsoft.com/office/powerpoint/2010/main" val="148572103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24DC1-2B09-7FD0-D5FD-AF3FF84606EB}"/>
            </a:ext>
          </a:extLst>
        </p:cNvPr>
        <p:cNvGrpSpPr/>
        <p:nvPr/>
      </p:nvGrpSpPr>
      <p:grpSpPr>
        <a:xfrm>
          <a:off x="0" y="0"/>
          <a:ext cx="0" cy="0"/>
          <a:chOff x="0" y="0"/>
          <a:chExt cx="0" cy="0"/>
        </a:xfrm>
      </p:grpSpPr>
      <p:sp>
        <p:nvSpPr>
          <p:cNvPr id="28674" name="내용 개체 틀 5">
            <a:extLst>
              <a:ext uri="{FF2B5EF4-FFF2-40B4-BE49-F238E27FC236}">
                <a16:creationId xmlns:a16="http://schemas.microsoft.com/office/drawing/2014/main" id="{A9435A41-C96F-CA0C-104A-52BF87C72792}"/>
              </a:ext>
            </a:extLst>
          </p:cNvPr>
          <p:cNvSpPr>
            <a:spLocks noGrp="1"/>
          </p:cNvSpPr>
          <p:nvPr>
            <p:ph type="body" orient="vert" idx="1"/>
          </p:nvPr>
        </p:nvSpPr>
        <p:spPr bwMode="auto">
          <a:xfrm>
            <a:off x="299356" y="166328"/>
            <a:ext cx="11701300" cy="6525343"/>
          </a:xfrm>
          <a:ln>
            <a:miter lim="800000"/>
            <a:headEnd/>
            <a:tailEnd/>
          </a:ln>
        </p:spPr>
        <p:txBody>
          <a:bodyPr vert="horz" wrap="square" lIns="91440" tIns="45720" rIns="91440" bIns="45720" numCol="1" anchor="ctr" anchorCtr="0" compatLnSpc="1">
            <a:prstTxWarp prst="textNoShape">
              <a:avLst/>
            </a:prstTxWarp>
            <a:normAutofit/>
          </a:bodyPr>
          <a:lstStyle/>
          <a:p>
            <a:pPr marL="0" indent="0">
              <a:buNone/>
            </a:pPr>
            <a:r>
              <a:rPr lang="en-US" altLang="ko-Kore-KR" b="1" dirty="0"/>
              <a:t>3. </a:t>
            </a:r>
            <a:r>
              <a:rPr lang="ko-KR" altLang="ko-Kore-KR" b="1" dirty="0" err="1"/>
              <a:t>한분</a:t>
            </a:r>
            <a:r>
              <a:rPr lang="en-US" altLang="ko-Kore-KR" b="1" dirty="0"/>
              <a:t>(</a:t>
            </a:r>
            <a:r>
              <a:rPr lang="ko-KR" altLang="ko-Kore-KR" b="1" dirty="0"/>
              <a:t>삼위일체</a:t>
            </a:r>
            <a:r>
              <a:rPr lang="en-US" altLang="ko-Kore-KR" b="1" dirty="0"/>
              <a:t>) </a:t>
            </a:r>
            <a:r>
              <a:rPr lang="ko-KR" altLang="ko-Kore-KR" b="1" dirty="0"/>
              <a:t>하나님을 신뢰하라</a:t>
            </a:r>
            <a:endParaRPr lang="ko-Kore-KR" altLang="ko-Kore-KR" dirty="0"/>
          </a:p>
          <a:p>
            <a:pPr marL="0" indent="0">
              <a:buNone/>
            </a:pPr>
            <a:r>
              <a:rPr lang="en-US" altLang="ko-Kore-KR" dirty="0"/>
              <a:t>3. Trust in God (Trinity) </a:t>
            </a:r>
            <a:endParaRPr lang="ko-Kore-KR" altLang="ko-Kore-KR" dirty="0"/>
          </a:p>
        </p:txBody>
      </p:sp>
    </p:spTree>
    <p:extLst>
      <p:ext uri="{BB962C8B-B14F-4D97-AF65-F5344CB8AC3E}">
        <p14:creationId xmlns:p14="http://schemas.microsoft.com/office/powerpoint/2010/main" val="315316934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에베소서 4:5-6</a:t>
            </a:r>
            <a:endParaRPr lang="en-US" altLang="ko-KR" sz="4267" b="1" dirty="0">
              <a:latin typeface="+mn-ea"/>
            </a:endParaRPr>
          </a:p>
          <a:p>
            <a:pPr algn="l">
              <a:buFontTx/>
              <a:buNone/>
              <a:defRPr/>
            </a:pPr>
            <a:r>
              <a:rPr lang="ko-KR" altLang="en-US" sz="4800" b="1" dirty="0">
                <a:latin typeface="맑은 고딕" pitchFamily="50" charset="-127"/>
              </a:rPr>
              <a:t>5. 주도 한 분이시요 믿음도 하나요 세례도 하나요 </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Ephesians 4:5-6</a:t>
            </a:r>
            <a:endParaRPr lang="en-US" altLang="ko-KR" sz="3733" b="1" dirty="0">
              <a:latin typeface="+mn-ea"/>
            </a:endParaRPr>
          </a:p>
          <a:p>
            <a:pPr algn="l">
              <a:buFontTx/>
              <a:buNone/>
              <a:defRPr/>
            </a:pPr>
            <a:r>
              <a:rPr lang="ko-KR" altLang="en-US" sz="3733" dirty="0">
                <a:latin typeface="맑은 고딕" pitchFamily="50" charset="-127"/>
              </a:rPr>
              <a:t>5. one Lord, one faith, one baptism;</a:t>
            </a:r>
            <a:endParaRPr lang="en-US" altLang="ko-KR" sz="3733" dirty="0">
              <a:latin typeface="맑은 고딕" pitchFamily="50" charset="-127"/>
            </a:endParaRPr>
          </a:p>
        </p:txBody>
      </p:sp>
    </p:spTree>
    <p:extLst>
      <p:ext uri="{BB962C8B-B14F-4D97-AF65-F5344CB8AC3E}">
        <p14:creationId xmlns:p14="http://schemas.microsoft.com/office/powerpoint/2010/main" val="2300911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에베소서 4:5-6</a:t>
            </a:r>
            <a:endParaRPr lang="en-US" altLang="ko-KR" sz="4267" b="1" dirty="0">
              <a:latin typeface="+mn-ea"/>
            </a:endParaRPr>
          </a:p>
          <a:p>
            <a:pPr algn="l">
              <a:buFontTx/>
              <a:buNone/>
              <a:defRPr/>
            </a:pPr>
            <a:r>
              <a:rPr lang="ko-KR" altLang="en-US" sz="4800" b="1" dirty="0">
                <a:latin typeface="맑은 고딕" pitchFamily="50" charset="-127"/>
              </a:rPr>
              <a:t>6. 하나님도 한 분이시니 곧 만유의 아버지시라 만유 위에 계시고 만유를 통일하시고 만유 가운데 계시도다</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Ephesians 4:5-6</a:t>
            </a:r>
            <a:endParaRPr lang="en-US" altLang="ko-KR" sz="3733" b="1" dirty="0">
              <a:latin typeface="+mn-ea"/>
            </a:endParaRPr>
          </a:p>
          <a:p>
            <a:pPr algn="l">
              <a:buFontTx/>
              <a:buNone/>
              <a:defRPr/>
            </a:pPr>
            <a:r>
              <a:rPr lang="ko-KR" altLang="en-US" sz="3733" dirty="0">
                <a:latin typeface="맑은 고딕" pitchFamily="50" charset="-127"/>
              </a:rPr>
              <a:t>6. one God and Father of all, who is over all and through all and in all.</a:t>
            </a:r>
            <a:endParaRPr lang="en-US" altLang="ko-KR" sz="3733" dirty="0">
              <a:latin typeface="맑은 고딕" pitchFamily="50" charset="-127"/>
            </a:endParaRPr>
          </a:p>
        </p:txBody>
      </p:sp>
    </p:spTree>
    <p:extLst>
      <p:ext uri="{BB962C8B-B14F-4D97-AF65-F5344CB8AC3E}">
        <p14:creationId xmlns:p14="http://schemas.microsoft.com/office/powerpoint/2010/main" val="252354563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요한복음 10:28-30</a:t>
            </a:r>
            <a:endParaRPr lang="en-US" altLang="ko-KR" sz="4267" b="1" dirty="0">
              <a:latin typeface="+mn-ea"/>
            </a:endParaRPr>
          </a:p>
          <a:p>
            <a:pPr algn="l">
              <a:buFontTx/>
              <a:buNone/>
              <a:defRPr/>
            </a:pPr>
            <a:r>
              <a:rPr lang="ko-KR" altLang="en-US" sz="4800" b="1" dirty="0">
                <a:latin typeface="맑은 고딕" pitchFamily="50" charset="-127"/>
              </a:rPr>
              <a:t>28. 내가 그들에게 영생을 주노니 영원히 멸망하지 아니할 것이요 또 그들을 내 손에서 빼앗을 자가 없느니라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John 10:28-30</a:t>
            </a:r>
            <a:endParaRPr lang="en-US" altLang="ko-KR" sz="3733" b="1" dirty="0">
              <a:latin typeface="+mn-ea"/>
            </a:endParaRPr>
          </a:p>
          <a:p>
            <a:pPr algn="l">
              <a:buFontTx/>
              <a:buNone/>
              <a:defRPr/>
            </a:pPr>
            <a:r>
              <a:rPr lang="ko-KR" altLang="en-US" sz="3733" dirty="0">
                <a:latin typeface="맑은 고딕" pitchFamily="50" charset="-127"/>
              </a:rPr>
              <a:t>28. I give them eternal life, and they shall never perish; no one will snatch them out of my hand.</a:t>
            </a:r>
            <a:endParaRPr lang="en-US" altLang="ko-KR" sz="3733" dirty="0">
              <a:latin typeface="맑은 고딕" pitchFamily="50" charset="-127"/>
            </a:endParaRPr>
          </a:p>
        </p:txBody>
      </p:sp>
    </p:spTree>
    <p:extLst>
      <p:ext uri="{BB962C8B-B14F-4D97-AF65-F5344CB8AC3E}">
        <p14:creationId xmlns:p14="http://schemas.microsoft.com/office/powerpoint/2010/main" val="176095401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요한복음 10:28-30</a:t>
            </a:r>
            <a:endParaRPr lang="en-US" altLang="ko-KR" sz="4267" b="1" dirty="0">
              <a:latin typeface="+mn-ea"/>
            </a:endParaRPr>
          </a:p>
          <a:p>
            <a:pPr algn="l">
              <a:buFontTx/>
              <a:buNone/>
              <a:defRPr/>
            </a:pPr>
            <a:r>
              <a:rPr lang="ko-KR" altLang="en-US" sz="4800" b="1" dirty="0">
                <a:latin typeface="맑은 고딕" pitchFamily="50" charset="-127"/>
              </a:rPr>
              <a:t>29. 그들을 주신 내 아버지는 만물보다 크시매 아무도 아버지 손에서 빼앗을 수 없느니라 </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John 10:28-30</a:t>
            </a:r>
            <a:endParaRPr lang="en-US" altLang="ko-KR" sz="3733" b="1" dirty="0">
              <a:latin typeface="+mn-ea"/>
            </a:endParaRPr>
          </a:p>
          <a:p>
            <a:pPr algn="l">
              <a:buFontTx/>
              <a:buNone/>
              <a:defRPr/>
            </a:pPr>
            <a:r>
              <a:rPr lang="ko-KR" altLang="en-US" sz="3733" dirty="0">
                <a:latin typeface="맑은 고딕" pitchFamily="50" charset="-127"/>
              </a:rPr>
              <a:t>29. My Father, who has given them to me, is greater than all; no one can snatch them out of my Father's hand.</a:t>
            </a:r>
            <a:endParaRPr lang="en-US" altLang="ko-KR" sz="3733" dirty="0">
              <a:latin typeface="맑은 고딕" pitchFamily="50" charset="-127"/>
            </a:endParaRPr>
          </a:p>
        </p:txBody>
      </p:sp>
    </p:spTree>
    <p:extLst>
      <p:ext uri="{BB962C8B-B14F-4D97-AF65-F5344CB8AC3E}">
        <p14:creationId xmlns:p14="http://schemas.microsoft.com/office/powerpoint/2010/main" val="253344714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요한복음 10:28-30</a:t>
            </a:r>
            <a:endParaRPr lang="en-US" altLang="ko-KR" sz="4267" b="1" dirty="0">
              <a:latin typeface="+mn-ea"/>
            </a:endParaRPr>
          </a:p>
          <a:p>
            <a:pPr algn="l">
              <a:buFontTx/>
              <a:buNone/>
              <a:defRPr/>
            </a:pPr>
            <a:r>
              <a:rPr lang="ko-KR" altLang="en-US" sz="4800" b="1" dirty="0">
                <a:latin typeface="맑은 고딕" pitchFamily="50" charset="-127"/>
              </a:rPr>
              <a:t>30. 나와 아버지는 하나이니라 하신대</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John 10:28-30</a:t>
            </a:r>
            <a:endParaRPr lang="en-US" altLang="ko-KR" sz="3733" b="1" dirty="0">
              <a:latin typeface="+mn-ea"/>
            </a:endParaRPr>
          </a:p>
          <a:p>
            <a:pPr algn="l">
              <a:buFontTx/>
              <a:buNone/>
              <a:defRPr/>
            </a:pPr>
            <a:r>
              <a:rPr lang="ko-KR" altLang="en-US" sz="3733" dirty="0">
                <a:latin typeface="맑은 고딕" pitchFamily="50" charset="-127"/>
              </a:rPr>
              <a:t>30. I and the Father are one."</a:t>
            </a:r>
            <a:endParaRPr lang="en-US" altLang="ko-KR" sz="3733" dirty="0">
              <a:latin typeface="맑은 고딕" pitchFamily="50" charset="-127"/>
            </a:endParaRPr>
          </a:p>
        </p:txBody>
      </p:sp>
    </p:spTree>
    <p:extLst>
      <p:ext uri="{BB962C8B-B14F-4D97-AF65-F5344CB8AC3E}">
        <p14:creationId xmlns:p14="http://schemas.microsoft.com/office/powerpoint/2010/main" val="332234563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000" b="1" dirty="0">
                <a:latin typeface="+mn-ea"/>
              </a:rPr>
              <a:t>사도행전 10:38</a:t>
            </a:r>
            <a:endParaRPr lang="en-US" altLang="ko-KR" sz="4000" b="1" dirty="0">
              <a:latin typeface="+mn-ea"/>
            </a:endParaRPr>
          </a:p>
          <a:p>
            <a:pPr algn="l">
              <a:buFontTx/>
              <a:buNone/>
              <a:defRPr/>
            </a:pPr>
            <a:r>
              <a:rPr lang="ko-KR" altLang="en-US" sz="4400" b="1" dirty="0">
                <a:latin typeface="맑은 고딕" pitchFamily="50" charset="-127"/>
              </a:rPr>
              <a:t>38. 하나님이 나사렛 예수에게 성령과 능력을 기름 붓듯 하셨으매 그가 두루 다니시며 선한 일을 행하시고 마귀에게 눌린 모든 사람을 고치셨으니 이는 하나님이 함께 하셨음이라</a:t>
            </a:r>
            <a:endParaRPr lang="en-US" altLang="ko-KR" sz="4400" b="1" dirty="0">
              <a:latin typeface="맑은 고딕" pitchFamily="50" charset="-127"/>
            </a:endParaRPr>
          </a:p>
          <a:p>
            <a:pPr algn="l">
              <a:buFontTx/>
              <a:buNone/>
              <a:defRPr/>
            </a:pPr>
            <a:endParaRPr lang="en-US" altLang="ko-KR" sz="2800" b="1" dirty="0">
              <a:latin typeface="맑은 고딕" pitchFamily="50" charset="-127"/>
            </a:endParaRPr>
          </a:p>
          <a:p>
            <a:pPr algn="l">
              <a:buFontTx/>
              <a:buNone/>
              <a:defRPr/>
            </a:pPr>
            <a:r>
              <a:rPr lang="ko-KR" altLang="en-US" sz="3600" b="1" dirty="0">
                <a:latin typeface="+mn-ea"/>
              </a:rPr>
              <a:t>Acts 10:38</a:t>
            </a:r>
            <a:endParaRPr lang="en-US" altLang="ko-KR" sz="3600" b="1" dirty="0">
              <a:latin typeface="+mn-ea"/>
            </a:endParaRPr>
          </a:p>
          <a:p>
            <a:pPr algn="l">
              <a:buFontTx/>
              <a:buNone/>
              <a:defRPr/>
            </a:pPr>
            <a:r>
              <a:rPr lang="ko-KR" altLang="en-US" sz="3600" dirty="0">
                <a:latin typeface="맑은 고딕" pitchFamily="50" charset="-127"/>
              </a:rPr>
              <a:t>38. how God anointed Jesus of Nazareth with the Holy Spirit and power, and how he went around doing good and healing all who were under the power of the devil, because God was with him.</a:t>
            </a:r>
            <a:endParaRPr lang="en-US" altLang="ko-KR" sz="3600" dirty="0">
              <a:latin typeface="맑은 고딕" pitchFamily="50" charset="-127"/>
            </a:endParaRPr>
          </a:p>
        </p:txBody>
      </p:sp>
    </p:spTree>
    <p:extLst>
      <p:ext uri="{BB962C8B-B14F-4D97-AF65-F5344CB8AC3E}">
        <p14:creationId xmlns:p14="http://schemas.microsoft.com/office/powerpoint/2010/main" val="274012261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요한일서 5:20</a:t>
            </a:r>
            <a:r>
              <a:rPr lang="en-US" altLang="ko-KR" sz="4267" b="1" dirty="0">
                <a:latin typeface="+mn-ea"/>
              </a:rPr>
              <a:t>b</a:t>
            </a:r>
          </a:p>
          <a:p>
            <a:pPr algn="l">
              <a:buFontTx/>
              <a:buNone/>
              <a:defRPr/>
            </a:pPr>
            <a:r>
              <a:rPr lang="ko-KR" altLang="en-US" sz="4800" b="1" dirty="0">
                <a:latin typeface="맑은 고딕" pitchFamily="50" charset="-127"/>
              </a:rPr>
              <a:t>20. 우리가 참된 자 곧 그의 아들 예수 그리스도 안에 있는 것이니 그는 참 하나님이시요 영생이시라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FirstJohn 5:20</a:t>
            </a:r>
            <a:endParaRPr lang="en-US" altLang="ko-KR" sz="3733" b="1" dirty="0">
              <a:latin typeface="+mn-ea"/>
            </a:endParaRPr>
          </a:p>
          <a:p>
            <a:pPr algn="l">
              <a:buFontTx/>
              <a:buNone/>
              <a:defRPr/>
            </a:pPr>
            <a:r>
              <a:rPr lang="ko-KR" altLang="en-US" sz="3733" dirty="0">
                <a:latin typeface="맑은 고딕" pitchFamily="50" charset="-127"/>
              </a:rPr>
              <a:t>20. And we are in him who is true by being in his Son Jesus Christ. He is the true God and eternal life.</a:t>
            </a:r>
            <a:endParaRPr lang="en-US" altLang="ko-KR" sz="3733" dirty="0">
              <a:latin typeface="맑은 고딕" pitchFamily="50" charset="-127"/>
            </a:endParaRPr>
          </a:p>
        </p:txBody>
      </p:sp>
    </p:spTree>
    <p:extLst>
      <p:ext uri="{BB962C8B-B14F-4D97-AF65-F5344CB8AC3E}">
        <p14:creationId xmlns:p14="http://schemas.microsoft.com/office/powerpoint/2010/main" val="91248357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고린도전서 2:10</a:t>
            </a:r>
            <a:endParaRPr lang="en-US" altLang="ko-KR" sz="4267" b="1" dirty="0">
              <a:latin typeface="+mn-ea"/>
            </a:endParaRPr>
          </a:p>
          <a:p>
            <a:pPr algn="l">
              <a:buFontTx/>
              <a:buNone/>
              <a:defRPr/>
            </a:pPr>
            <a:r>
              <a:rPr lang="ko-KR" altLang="en-US" sz="4800" b="1" dirty="0">
                <a:latin typeface="맑은 고딕" pitchFamily="50" charset="-127"/>
              </a:rPr>
              <a:t>10. 오직 하나님이 성령으로 이것을 우리에게 보이셨으니 성령은 모든 것 곧 하나님의 깊은 것까지도 통달하시느니라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FirstCorinthians 2:10</a:t>
            </a:r>
            <a:endParaRPr lang="en-US" altLang="ko-KR" sz="3733" b="1" dirty="0">
              <a:latin typeface="+mn-ea"/>
            </a:endParaRPr>
          </a:p>
          <a:p>
            <a:pPr algn="l">
              <a:buFontTx/>
              <a:buNone/>
              <a:defRPr/>
            </a:pPr>
            <a:r>
              <a:rPr lang="ko-KR" altLang="en-US" sz="3733" dirty="0">
                <a:latin typeface="맑은 고딕" pitchFamily="50" charset="-127"/>
              </a:rPr>
              <a:t>10. these are the things God has revealed to us by his Spirit. The Spirit searches all things, even the deep things of God.</a:t>
            </a:r>
            <a:endParaRPr lang="en-US" altLang="ko-KR" sz="3733" dirty="0">
              <a:latin typeface="맑은 고딕" pitchFamily="50" charset="-127"/>
            </a:endParaRPr>
          </a:p>
        </p:txBody>
      </p:sp>
    </p:spTree>
    <p:extLst>
      <p:ext uri="{BB962C8B-B14F-4D97-AF65-F5344CB8AC3E}">
        <p14:creationId xmlns:p14="http://schemas.microsoft.com/office/powerpoint/2010/main" val="93957105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고린도전서 11:23-26</a:t>
            </a:r>
            <a:endParaRPr lang="en-US" altLang="ko-KR" sz="4267" b="1" dirty="0">
              <a:latin typeface="+mn-ea"/>
            </a:endParaRPr>
          </a:p>
          <a:p>
            <a:pPr algn="l">
              <a:buFontTx/>
              <a:buNone/>
              <a:defRPr/>
            </a:pPr>
            <a:r>
              <a:rPr lang="ko-KR" altLang="en-US" sz="4800" b="1" dirty="0">
                <a:latin typeface="맑은 고딕" pitchFamily="50" charset="-127"/>
              </a:rPr>
              <a:t>23. 내가 너희에게 전한 것은 주께 받은 것이니 곧 주 예수께서 잡히시던 밤에 떡을 가지사</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FirstCorinthians 11:23-26</a:t>
            </a:r>
            <a:endParaRPr lang="en-US" altLang="ko-KR" sz="3733" b="1" dirty="0">
              <a:latin typeface="+mn-ea"/>
            </a:endParaRPr>
          </a:p>
          <a:p>
            <a:pPr algn="l">
              <a:buFontTx/>
              <a:buNone/>
              <a:defRPr/>
            </a:pPr>
            <a:r>
              <a:rPr lang="ko-KR" altLang="en-US" sz="3733" dirty="0">
                <a:latin typeface="맑은 고딕" pitchFamily="50" charset="-127"/>
              </a:rPr>
              <a:t>23. For I received from the Lord what I also passed on to you: The Lord Jesus, on the night he was betrayed, took bread,</a:t>
            </a:r>
            <a:endParaRPr lang="en-US" altLang="ko-KR" sz="3733" dirty="0">
              <a:latin typeface="맑은 고딕" pitchFamily="50" charset="-127"/>
            </a:endParaRPr>
          </a:p>
        </p:txBody>
      </p:sp>
    </p:spTree>
    <p:extLst>
      <p:ext uri="{BB962C8B-B14F-4D97-AF65-F5344CB8AC3E}">
        <p14:creationId xmlns:p14="http://schemas.microsoft.com/office/powerpoint/2010/main" val="174683875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고린도전서 11:23-26</a:t>
            </a:r>
            <a:endParaRPr lang="en-US" altLang="ko-KR" sz="4267" b="1" dirty="0">
              <a:latin typeface="+mn-ea"/>
            </a:endParaRPr>
          </a:p>
          <a:p>
            <a:pPr algn="l">
              <a:buFontTx/>
              <a:buNone/>
              <a:defRPr/>
            </a:pPr>
            <a:r>
              <a:rPr lang="ko-KR" altLang="en-US" sz="4800" b="1" dirty="0">
                <a:latin typeface="맑은 고딕" pitchFamily="50" charset="-127"/>
              </a:rPr>
              <a:t>24. 축사하시고 떼어 이르시되 이것은 너희를 위하는 내 몸이니 이것을 행하여 나를 기념하라 하시고</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FirstCorinthians 11:23-26</a:t>
            </a:r>
            <a:endParaRPr lang="en-US" altLang="ko-KR" sz="3733" b="1" dirty="0">
              <a:latin typeface="+mn-ea"/>
            </a:endParaRPr>
          </a:p>
          <a:p>
            <a:pPr algn="l">
              <a:buFontTx/>
              <a:buNone/>
              <a:defRPr/>
            </a:pPr>
            <a:r>
              <a:rPr lang="ko-KR" altLang="en-US" sz="3733" dirty="0">
                <a:latin typeface="맑은 고딕" pitchFamily="50" charset="-127"/>
              </a:rPr>
              <a:t>24. and when he had given thanks, he broke it and said, "This is my body, which is for you; do this in remembrance of me."</a:t>
            </a:r>
            <a:endParaRPr lang="en-US" altLang="ko-KR" sz="3733" dirty="0">
              <a:latin typeface="맑은 고딕" pitchFamily="50" charset="-127"/>
            </a:endParaRPr>
          </a:p>
        </p:txBody>
      </p:sp>
    </p:spTree>
    <p:extLst>
      <p:ext uri="{BB962C8B-B14F-4D97-AF65-F5344CB8AC3E}">
        <p14:creationId xmlns:p14="http://schemas.microsoft.com/office/powerpoint/2010/main" val="348389674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000" b="1" dirty="0">
                <a:latin typeface="+mn-ea"/>
              </a:rPr>
              <a:t>고린도전서 11:23-26</a:t>
            </a:r>
            <a:endParaRPr lang="en-US" altLang="ko-KR" sz="4000" b="1" dirty="0">
              <a:latin typeface="+mn-ea"/>
            </a:endParaRPr>
          </a:p>
          <a:p>
            <a:pPr algn="l">
              <a:buFontTx/>
              <a:buNone/>
              <a:defRPr/>
            </a:pPr>
            <a:r>
              <a:rPr lang="ko-KR" altLang="en-US" sz="4400" b="1" dirty="0">
                <a:latin typeface="맑은 고딕" pitchFamily="50" charset="-127"/>
              </a:rPr>
              <a:t>25. 식후에 또한 그와 같이 잔을 가지시고 이르시되 이 잔은 내 피로 세운 새 언약이니 이것을 행하여 마실 때마다 나를 기념하라 하셨으니</a:t>
            </a:r>
            <a:endParaRPr lang="en-US" altLang="ko-KR" sz="4400" b="1" dirty="0">
              <a:latin typeface="맑은 고딕" pitchFamily="50" charset="-127"/>
            </a:endParaRPr>
          </a:p>
          <a:p>
            <a:pPr algn="l">
              <a:buFontTx/>
              <a:buNone/>
              <a:defRPr/>
            </a:pPr>
            <a:endParaRPr lang="en-US" altLang="ko-KR" sz="2800" b="1" dirty="0">
              <a:latin typeface="맑은 고딕" pitchFamily="50" charset="-127"/>
            </a:endParaRPr>
          </a:p>
          <a:p>
            <a:pPr algn="l">
              <a:buFontTx/>
              <a:buNone/>
              <a:defRPr/>
            </a:pPr>
            <a:r>
              <a:rPr lang="ko-KR" altLang="en-US" sz="3600" b="1" dirty="0">
                <a:latin typeface="+mn-ea"/>
              </a:rPr>
              <a:t>FirstCorinthians 11:23-26</a:t>
            </a:r>
            <a:endParaRPr lang="en-US" altLang="ko-KR" sz="3600" b="1" dirty="0">
              <a:latin typeface="+mn-ea"/>
            </a:endParaRPr>
          </a:p>
          <a:p>
            <a:pPr algn="l">
              <a:buFontTx/>
              <a:buNone/>
              <a:defRPr/>
            </a:pPr>
            <a:r>
              <a:rPr lang="ko-KR" altLang="en-US" sz="3600" dirty="0">
                <a:latin typeface="맑은 고딕" pitchFamily="50" charset="-127"/>
              </a:rPr>
              <a:t>25. In the same way, after supper he took the cup, saying, "This cup is the new covenant in my blood; do this, whenever you drink it, in remembrance of me."</a:t>
            </a:r>
            <a:endParaRPr lang="en-US" altLang="ko-KR" sz="3600" dirty="0">
              <a:latin typeface="맑은 고딕" pitchFamily="50" charset="-127"/>
            </a:endParaRPr>
          </a:p>
        </p:txBody>
      </p:sp>
    </p:spTree>
    <p:extLst>
      <p:ext uri="{BB962C8B-B14F-4D97-AF65-F5344CB8AC3E}">
        <p14:creationId xmlns:p14="http://schemas.microsoft.com/office/powerpoint/2010/main" val="69886750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고린도전서 11:23-26</a:t>
            </a:r>
            <a:endParaRPr lang="en-US" altLang="ko-KR" sz="4267" b="1" dirty="0">
              <a:latin typeface="+mn-ea"/>
            </a:endParaRPr>
          </a:p>
          <a:p>
            <a:pPr algn="l">
              <a:buFontTx/>
              <a:buNone/>
              <a:defRPr/>
            </a:pPr>
            <a:r>
              <a:rPr lang="ko-KR" altLang="en-US" sz="4800" b="1" dirty="0">
                <a:latin typeface="맑은 고딕" pitchFamily="50" charset="-127"/>
              </a:rPr>
              <a:t>26. 너희가 이 떡을 먹으며 이 잔을 마실 때마다 주의 죽으심을 그가 오실 때까지 전하는 것이니라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FirstCorinthians 11:23-26</a:t>
            </a:r>
            <a:endParaRPr lang="en-US" altLang="ko-KR" sz="3733" b="1" dirty="0">
              <a:latin typeface="+mn-ea"/>
            </a:endParaRPr>
          </a:p>
          <a:p>
            <a:pPr algn="l">
              <a:buFontTx/>
              <a:buNone/>
              <a:defRPr/>
            </a:pPr>
            <a:r>
              <a:rPr lang="ko-KR" altLang="en-US" sz="3733" dirty="0">
                <a:latin typeface="맑은 고딕" pitchFamily="50" charset="-127"/>
              </a:rPr>
              <a:t>26. For whenever you eat this bread and drink this cup, you proclaim the Lord's death until he comes.</a:t>
            </a:r>
            <a:endParaRPr lang="en-US" altLang="ko-KR" sz="3733" dirty="0">
              <a:latin typeface="맑은 고딕" pitchFamily="50" charset="-127"/>
            </a:endParaRPr>
          </a:p>
        </p:txBody>
      </p:sp>
    </p:spTree>
    <p:extLst>
      <p:ext uri="{BB962C8B-B14F-4D97-AF65-F5344CB8AC3E}">
        <p14:creationId xmlns:p14="http://schemas.microsoft.com/office/powerpoint/2010/main" val="272157752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빌립보서 3:21</a:t>
            </a:r>
            <a:endParaRPr lang="en-US" altLang="ko-KR" sz="4267" b="1" dirty="0">
              <a:latin typeface="+mn-ea"/>
            </a:endParaRPr>
          </a:p>
          <a:p>
            <a:pPr algn="l">
              <a:buFontTx/>
              <a:buNone/>
              <a:defRPr/>
            </a:pPr>
            <a:r>
              <a:rPr lang="ko-KR" altLang="en-US" sz="4800" b="1" dirty="0">
                <a:latin typeface="맑은 고딕" pitchFamily="50" charset="-127"/>
              </a:rPr>
              <a:t>21. 그는 만물을 자기에게 복종하게 하실 수 있는 자의 역사로 우리의 낮은 몸을 자기 영광의 몸의 형체와 같이 변하게 하시리라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Philippians 3:21</a:t>
            </a:r>
            <a:endParaRPr lang="en-US" altLang="ko-KR" sz="3733" b="1" dirty="0">
              <a:latin typeface="+mn-ea"/>
            </a:endParaRPr>
          </a:p>
          <a:p>
            <a:pPr algn="l">
              <a:buFontTx/>
              <a:buNone/>
              <a:defRPr/>
            </a:pPr>
            <a:r>
              <a:rPr lang="ko-KR" altLang="en-US" sz="3733" dirty="0">
                <a:latin typeface="맑은 고딕" pitchFamily="50" charset="-127"/>
              </a:rPr>
              <a:t>21. who, by the power that enables him to bring everything under his control, will transform our lowly bodies so that they will be like his glorious body.</a:t>
            </a:r>
            <a:endParaRPr lang="en-US" altLang="ko-KR" sz="3733" dirty="0">
              <a:latin typeface="맑은 고딕" pitchFamily="50" charset="-127"/>
            </a:endParaRPr>
          </a:p>
        </p:txBody>
      </p:sp>
    </p:spTree>
    <p:extLst>
      <p:ext uri="{BB962C8B-B14F-4D97-AF65-F5344CB8AC3E}">
        <p14:creationId xmlns:p14="http://schemas.microsoft.com/office/powerpoint/2010/main" val="347943100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a:extLst>
            <a:ext uri="{FF2B5EF4-FFF2-40B4-BE49-F238E27FC236}">
              <a16:creationId xmlns:a16="http://schemas.microsoft.com/office/drawing/2014/main" id="{5779C7A2-EBE1-8721-5CF3-31098AED614F}"/>
            </a:ext>
          </a:extLst>
        </p:cNvPr>
        <p:cNvGrpSpPr/>
        <p:nvPr/>
      </p:nvGrpSpPr>
      <p:grpSpPr>
        <a:xfrm>
          <a:off x="0" y="0"/>
          <a:ext cx="0" cy="0"/>
          <a:chOff x="0" y="0"/>
          <a:chExt cx="0" cy="0"/>
        </a:xfrm>
      </p:grpSpPr>
      <p:sp>
        <p:nvSpPr>
          <p:cNvPr id="80898" name="직사각형 4">
            <a:extLst>
              <a:ext uri="{FF2B5EF4-FFF2-40B4-BE49-F238E27FC236}">
                <a16:creationId xmlns:a16="http://schemas.microsoft.com/office/drawing/2014/main" id="{837D1AE7-123B-C274-FF07-2AD3ADD10216}"/>
              </a:ext>
            </a:extLst>
          </p:cNvPr>
          <p:cNvSpPr>
            <a:spLocks noChangeArrowheads="1"/>
          </p:cNvSpPr>
          <p:nvPr/>
        </p:nvSpPr>
        <p:spPr bwMode="auto">
          <a:xfrm>
            <a:off x="488504" y="520511"/>
            <a:ext cx="11214992" cy="6001643"/>
          </a:xfrm>
          <a:prstGeom prst="rect">
            <a:avLst/>
          </a:prstGeom>
          <a:noFill/>
          <a:ln w="9525">
            <a:noFill/>
            <a:miter lim="800000"/>
            <a:headEnd/>
            <a:tailEnd/>
          </a:ln>
        </p:spPr>
        <p:txBody>
          <a:bodyPr wrap="square">
            <a:spAutoFit/>
          </a:bodyPr>
          <a:lstStyle/>
          <a:p>
            <a:pPr marL="0" marR="0" lvl="0" indent="0" algn="r" defTabSz="914400" rtl="0" eaLnBrk="1" fontAlgn="base" latinLnBrk="1" hangingPunct="1">
              <a:lnSpc>
                <a:spcPct val="100000"/>
              </a:lnSpc>
              <a:spcBef>
                <a:spcPct val="0"/>
              </a:spcBef>
              <a:spcAft>
                <a:spcPct val="0"/>
              </a:spcAft>
              <a:buClrTx/>
              <a:buSzTx/>
              <a:buFontTx/>
              <a:buNone/>
              <a:tabLst/>
              <a:defRPr/>
            </a:pPr>
            <a:r>
              <a:rPr kumimoji="1" lang="ko-KR" altLang="en-US" sz="2800" b="0" i="0" u="none" strike="noStrike" kern="1200" cap="none" spc="0" normalizeH="0" baseline="0" noProof="0" dirty="0">
                <a:ln>
                  <a:noFill/>
                </a:ln>
                <a:solidFill>
                  <a:srgbClr val="A6A6A6"/>
                </a:solidFill>
                <a:effectLst/>
                <a:uLnTx/>
                <a:uFillTx/>
                <a:latin typeface="HY울릉도M" pitchFamily="18" charset="-127"/>
                <a:ea typeface="HY울릉도M" pitchFamily="18" charset="-127"/>
                <a:cs typeface="+mn-cs"/>
              </a:rPr>
              <a:t>   김정임 목사 </a:t>
            </a:r>
            <a:r>
              <a:rPr lang="ko-KR" altLang="en-US" sz="2800" dirty="0">
                <a:solidFill>
                  <a:srgbClr val="A6A6A6"/>
                </a:solidFill>
                <a:latin typeface="HY울릉도M" pitchFamily="18" charset="-127"/>
                <a:ea typeface="HY울릉도M" pitchFamily="18" charset="-127"/>
              </a:rPr>
              <a:t>수요</a:t>
            </a:r>
            <a:r>
              <a:rPr kumimoji="1" lang="ko-KR" altLang="en-US" sz="2800" b="0" i="0" u="none" strike="noStrike" kern="1200" cap="none" spc="0" normalizeH="0" baseline="0" noProof="0" dirty="0">
                <a:ln>
                  <a:noFill/>
                </a:ln>
                <a:solidFill>
                  <a:srgbClr val="A6A6A6"/>
                </a:solidFill>
                <a:effectLst/>
                <a:uLnTx/>
                <a:uFillTx/>
                <a:latin typeface="HY울릉도M" pitchFamily="18" charset="-127"/>
                <a:ea typeface="HY울릉도M" pitchFamily="18" charset="-127"/>
                <a:cs typeface="+mn-cs"/>
              </a:rPr>
              <a:t>예배 말씀</a:t>
            </a:r>
            <a:endParaRPr kumimoji="1" lang="en-US" altLang="ko-KR" sz="2800" b="0" i="0" u="none" strike="noStrike" kern="1200" cap="none" spc="0" normalizeH="0" baseline="0" noProof="0" dirty="0">
              <a:ln>
                <a:noFill/>
              </a:ln>
              <a:solidFill>
                <a:srgbClr val="A6A6A6"/>
              </a:solidFill>
              <a:effectLst/>
              <a:uLnTx/>
              <a:uFillTx/>
              <a:latin typeface="HY울릉도M" pitchFamily="18" charset="-127"/>
              <a:ea typeface="HY울릉도M"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800" b="0" i="0" u="none" strike="noStrike" kern="1200" cap="none" spc="0" normalizeH="0" baseline="0" noProof="0" dirty="0">
              <a:ln>
                <a:noFill/>
              </a:ln>
              <a:solidFill>
                <a:prstClr val="white">
                  <a:lumMod val="65000"/>
                </a:prstClr>
              </a:solidFill>
              <a:effectLst/>
              <a:uLnTx/>
              <a:uFillTx/>
              <a:latin typeface="HY울릉도M" pitchFamily="18" charset="-127"/>
              <a:ea typeface="HY울릉도M" pitchFamily="18" charset="-127"/>
              <a:cs typeface="+mn-cs"/>
            </a:endParaRPr>
          </a:p>
          <a:p>
            <a:pPr algn="r" eaLnBrk="1" latinLnBrk="1" hangingPunct="1">
              <a:defRPr/>
            </a:pPr>
            <a:r>
              <a:rPr lang="ko-KR" altLang="en-US" sz="2800" dirty="0" err="1">
                <a:solidFill>
                  <a:prstClr val="black">
                    <a:lumMod val="65000"/>
                    <a:lumOff val="35000"/>
                  </a:prstClr>
                </a:solidFill>
                <a:ea typeface="HY울릉도M" pitchFamily="18" charset="-127"/>
              </a:rPr>
              <a:t>에스라</a:t>
            </a:r>
            <a:r>
              <a:rPr lang="en-US" altLang="ko-Kore-KR" sz="2800" dirty="0">
                <a:solidFill>
                  <a:prstClr val="black">
                    <a:lumMod val="65000"/>
                    <a:lumOff val="35000"/>
                  </a:prstClr>
                </a:solidFill>
                <a:ea typeface="HY울릉도M" pitchFamily="18" charset="-127"/>
              </a:rPr>
              <a:t> </a:t>
            </a:r>
            <a:r>
              <a:rPr lang="en-US" altLang="ko-KR" sz="2800" dirty="0">
                <a:solidFill>
                  <a:prstClr val="black">
                    <a:lumMod val="65000"/>
                    <a:lumOff val="35000"/>
                  </a:prstClr>
                </a:solidFill>
                <a:ea typeface="HY울릉도M" pitchFamily="18" charset="-127"/>
              </a:rPr>
              <a:t>10</a:t>
            </a:r>
            <a:r>
              <a:rPr lang="en-US" altLang="ko-Kore-KR" sz="2800" dirty="0">
                <a:solidFill>
                  <a:prstClr val="black">
                    <a:lumMod val="65000"/>
                    <a:lumOff val="35000"/>
                  </a:prstClr>
                </a:solidFill>
                <a:ea typeface="HY울릉도M" pitchFamily="18" charset="-127"/>
              </a:rPr>
              <a:t>:</a:t>
            </a:r>
            <a:r>
              <a:rPr lang="en-US" altLang="ko-KR" sz="2800" dirty="0">
                <a:solidFill>
                  <a:prstClr val="black">
                    <a:lumMod val="65000"/>
                    <a:lumOff val="35000"/>
                  </a:prstClr>
                </a:solidFill>
                <a:ea typeface="HY울릉도M" pitchFamily="18" charset="-127"/>
              </a:rPr>
              <a:t>1</a:t>
            </a:r>
            <a:r>
              <a:rPr lang="en-US" altLang="ko-Kore-KR" sz="2800" dirty="0">
                <a:solidFill>
                  <a:prstClr val="black">
                    <a:lumMod val="65000"/>
                    <a:lumOff val="35000"/>
                  </a:prstClr>
                </a:solidFill>
                <a:ea typeface="HY울릉도M" pitchFamily="18" charset="-127"/>
              </a:rPr>
              <a:t>-</a:t>
            </a:r>
            <a:r>
              <a:rPr lang="en-US" altLang="ko-KR" sz="2800" dirty="0">
                <a:solidFill>
                  <a:prstClr val="black">
                    <a:lumMod val="65000"/>
                    <a:lumOff val="35000"/>
                  </a:prstClr>
                </a:solidFill>
                <a:ea typeface="HY울릉도M" pitchFamily="18" charset="-127"/>
              </a:rPr>
              <a:t>5</a:t>
            </a:r>
            <a:endParaRPr lang="en-US" altLang="ko-Kore-KR" sz="2800" dirty="0">
              <a:solidFill>
                <a:prstClr val="black">
                  <a:lumMod val="65000"/>
                  <a:lumOff val="35000"/>
                </a:prstClr>
              </a:solidFill>
              <a:ea typeface="HY울릉도M" pitchFamily="18" charset="-127"/>
            </a:endParaRPr>
          </a:p>
        </p:txBody>
      </p:sp>
      <p:sp>
        <p:nvSpPr>
          <p:cNvPr id="2" name="직사각형 1">
            <a:extLst>
              <a:ext uri="{FF2B5EF4-FFF2-40B4-BE49-F238E27FC236}">
                <a16:creationId xmlns:a16="http://schemas.microsoft.com/office/drawing/2014/main" id="{19B74FAD-D13F-A38E-0CDB-CBA5FF277E0D}"/>
              </a:ext>
            </a:extLst>
          </p:cNvPr>
          <p:cNvSpPr>
            <a:spLocks noChangeArrowheads="1"/>
          </p:cNvSpPr>
          <p:nvPr/>
        </p:nvSpPr>
        <p:spPr bwMode="auto">
          <a:xfrm>
            <a:off x="119336" y="2636912"/>
            <a:ext cx="12072664" cy="1077667"/>
          </a:xfrm>
          <a:prstGeom prst="rect">
            <a:avLst/>
          </a:prstGeom>
          <a:noFill/>
          <a:ln w="9525">
            <a:noFill/>
            <a:miter lim="800000"/>
            <a:headEnd/>
            <a:tailEnd/>
          </a:ln>
        </p:spPr>
        <p:txBody>
          <a:bodyPr wrap="square">
            <a:spAutoFit/>
          </a:bodyPr>
          <a:lstStyle/>
          <a:p>
            <a:pPr lvl="0" indent="-180340" algn="ctr" latinLnBrk="1">
              <a:lnSpc>
                <a:spcPct val="120000"/>
              </a:lnSpc>
              <a:spcAft>
                <a:spcPts val="0"/>
              </a:spcAft>
              <a:defRPr/>
            </a:pPr>
            <a:r>
              <a:rPr lang="ko-KR" altLang="en-US" sz="3600" b="1" kern="100" dirty="0">
                <a:solidFill>
                  <a:prstClr val="black"/>
                </a:solidFill>
                <a:latin typeface="맑은 고딕" charset="-127"/>
                <a:ea typeface="맑은 고딕" charset="-127"/>
                <a:cs typeface="Times New Roman" charset="0"/>
              </a:rPr>
              <a:t>나라를 위해 결단하는 </a:t>
            </a:r>
            <a:r>
              <a:rPr lang="ko-KR" altLang="en-US" sz="3600" b="1" kern="100" dirty="0" err="1">
                <a:solidFill>
                  <a:prstClr val="black"/>
                </a:solidFill>
                <a:latin typeface="맑은 고딕" charset="-127"/>
                <a:ea typeface="맑은 고딕" charset="-127"/>
                <a:cs typeface="Times New Roman" charset="0"/>
              </a:rPr>
              <a:t>에스라</a:t>
            </a:r>
            <a:endParaRPr lang="ko-KR" altLang="en-US" sz="3600" b="1" kern="100" dirty="0">
              <a:solidFill>
                <a:prstClr val="black"/>
              </a:solidFill>
              <a:latin typeface="맑은 고딕" charset="-127"/>
              <a:ea typeface="맑은 고딕" charset="-127"/>
              <a:cs typeface="Times New Roman" charset="0"/>
            </a:endParaRPr>
          </a:p>
          <a:p>
            <a:pPr indent="-180340" algn="ctr" latinLnBrk="1">
              <a:lnSpc>
                <a:spcPct val="120000"/>
              </a:lnSpc>
              <a:spcAft>
                <a:spcPts val="0"/>
              </a:spcAft>
              <a:defRPr/>
            </a:pPr>
            <a:r>
              <a:rPr lang="en-US" altLang="ko-Kore-KR" sz="2000" b="1" dirty="0">
                <a:solidFill>
                  <a:srgbClr val="7F7F7F"/>
                </a:solidFill>
                <a:ea typeface="HY목각파임B" pitchFamily="18" charset="-127"/>
              </a:rPr>
              <a:t>Ezra who resolves for his nation </a:t>
            </a:r>
            <a:endParaRPr lang="ko-Kore-KR" altLang="ko-Kore-KR" sz="2000" b="1" dirty="0">
              <a:solidFill>
                <a:srgbClr val="7F7F7F"/>
              </a:solidFill>
              <a:ea typeface="HY목각파임B" pitchFamily="18" charset="-127"/>
            </a:endParaRPr>
          </a:p>
        </p:txBody>
      </p:sp>
    </p:spTree>
    <p:extLst>
      <p:ext uri="{BB962C8B-B14F-4D97-AF65-F5344CB8AC3E}">
        <p14:creationId xmlns:p14="http://schemas.microsoft.com/office/powerpoint/2010/main" val="397439949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000" b="1" dirty="0">
                <a:latin typeface="+mn-ea"/>
              </a:rPr>
              <a:t>에스라 10:1-5</a:t>
            </a:r>
            <a:endParaRPr lang="en-US" altLang="ko-KR" sz="4000" b="1" dirty="0">
              <a:latin typeface="+mn-ea"/>
            </a:endParaRPr>
          </a:p>
          <a:p>
            <a:pPr algn="l">
              <a:buFontTx/>
              <a:buNone/>
              <a:defRPr/>
            </a:pPr>
            <a:r>
              <a:rPr lang="ko-KR" altLang="en-US" sz="4400" b="1" dirty="0">
                <a:latin typeface="맑은 고딕" pitchFamily="50" charset="-127"/>
              </a:rPr>
              <a:t>1. 에스라가 하나님의 성전 앞에 엎드려 울며 기도하여 죄를 자복할 때에 많은 백성이 크게 통곡하매 이스라엘 중에서 백성의 남녀와 어린 아이의 큰 무리가 그 앞에 모인지라</a:t>
            </a:r>
            <a:endParaRPr lang="en-US" altLang="ko-KR" sz="4400" b="1" dirty="0">
              <a:latin typeface="맑은 고딕" pitchFamily="50" charset="-127"/>
            </a:endParaRPr>
          </a:p>
          <a:p>
            <a:pPr algn="l">
              <a:buFontTx/>
              <a:buNone/>
              <a:defRPr/>
            </a:pPr>
            <a:endParaRPr lang="en-US" altLang="ko-KR" sz="2800" b="1" dirty="0">
              <a:latin typeface="맑은 고딕" pitchFamily="50" charset="-127"/>
            </a:endParaRPr>
          </a:p>
          <a:p>
            <a:pPr algn="l">
              <a:buFontTx/>
              <a:buNone/>
              <a:defRPr/>
            </a:pPr>
            <a:r>
              <a:rPr lang="ko-KR" altLang="en-US" sz="3600" b="1" dirty="0">
                <a:latin typeface="+mn-ea"/>
              </a:rPr>
              <a:t>Ezra 10:1-5</a:t>
            </a:r>
            <a:endParaRPr lang="en-US" altLang="ko-KR" sz="3600" b="1" dirty="0">
              <a:latin typeface="+mn-ea"/>
            </a:endParaRPr>
          </a:p>
          <a:p>
            <a:pPr algn="l">
              <a:buFontTx/>
              <a:buNone/>
              <a:defRPr/>
            </a:pPr>
            <a:r>
              <a:rPr lang="ko-KR" altLang="en-US" sz="3600" dirty="0">
                <a:latin typeface="맑은 고딕" pitchFamily="50" charset="-127"/>
              </a:rPr>
              <a:t>1. While Ezra was praying and confessing, weeping and throwing himself down before the house of God, a large crowd of Israelites-men, women and children-gathered around him. They too wept bitterly.</a:t>
            </a:r>
            <a:endParaRPr lang="en-US" altLang="ko-KR" sz="3600" dirty="0">
              <a:latin typeface="맑은 고딕" pitchFamily="50" charset="-127"/>
            </a:endParaRPr>
          </a:p>
        </p:txBody>
      </p:sp>
    </p:spTree>
    <p:extLst>
      <p:ext uri="{BB962C8B-B14F-4D97-AF65-F5344CB8AC3E}">
        <p14:creationId xmlns:p14="http://schemas.microsoft.com/office/powerpoint/2010/main" val="404702967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3600" b="1" dirty="0">
                <a:latin typeface="+mn-ea"/>
              </a:rPr>
              <a:t>에스라 10:1-5</a:t>
            </a:r>
            <a:endParaRPr lang="en-US" altLang="ko-KR" sz="3600" b="1" dirty="0">
              <a:latin typeface="+mn-ea"/>
            </a:endParaRPr>
          </a:p>
          <a:p>
            <a:pPr algn="l">
              <a:buFontTx/>
              <a:buNone/>
              <a:defRPr/>
            </a:pPr>
            <a:r>
              <a:rPr lang="ko-KR" altLang="en-US" sz="4000" b="1" dirty="0">
                <a:latin typeface="맑은 고딕" pitchFamily="50" charset="-127"/>
              </a:rPr>
              <a:t>2. 엘람 자손 중 여히엘의 아들 스가냐가 에스라에게 이르되 우리가 우리 하나님께 범죄하여 이 땅 이방 여자를 맞이하여 아내로 삼았으나 이스라엘에게 아직도 소망이 있나니</a:t>
            </a:r>
            <a:endParaRPr lang="en-US" altLang="ko-KR" sz="4000" b="1" dirty="0">
              <a:latin typeface="맑은 고딕" pitchFamily="50" charset="-127"/>
            </a:endParaRPr>
          </a:p>
          <a:p>
            <a:pPr algn="l">
              <a:buFontTx/>
              <a:buNone/>
              <a:defRPr/>
            </a:pPr>
            <a:endParaRPr lang="en-US" altLang="ko-KR" b="1" dirty="0">
              <a:latin typeface="맑은 고딕" pitchFamily="50" charset="-127"/>
            </a:endParaRPr>
          </a:p>
          <a:p>
            <a:pPr algn="l">
              <a:buFontTx/>
              <a:buNone/>
              <a:defRPr/>
            </a:pPr>
            <a:r>
              <a:rPr lang="ko-KR" altLang="en-US" sz="3200" b="1" dirty="0">
                <a:latin typeface="+mn-ea"/>
              </a:rPr>
              <a:t>Ezra 10:1-5</a:t>
            </a:r>
            <a:endParaRPr lang="en-US" altLang="ko-KR" sz="3200" b="1" dirty="0">
              <a:latin typeface="+mn-ea"/>
            </a:endParaRPr>
          </a:p>
          <a:p>
            <a:pPr algn="l">
              <a:buFontTx/>
              <a:buNone/>
              <a:defRPr/>
            </a:pPr>
            <a:r>
              <a:rPr lang="ko-KR" altLang="en-US" sz="3200" dirty="0">
                <a:latin typeface="맑은 고딕" pitchFamily="50" charset="-127"/>
              </a:rPr>
              <a:t>2. Then Shekaniah son of Jehiel, one of the descendants of Elam, said to Ezra, "We have been unfaithful to our God by marrying foreign women from the peoples around us. But in spite of this, there is still hope for Israel.</a:t>
            </a:r>
            <a:endParaRPr lang="en-US" altLang="ko-KR" sz="3200" dirty="0">
              <a:latin typeface="맑은 고딕" pitchFamily="50" charset="-127"/>
            </a:endParaRPr>
          </a:p>
        </p:txBody>
      </p:sp>
    </p:spTree>
    <p:extLst>
      <p:ext uri="{BB962C8B-B14F-4D97-AF65-F5344CB8AC3E}">
        <p14:creationId xmlns:p14="http://schemas.microsoft.com/office/powerpoint/2010/main" val="36679528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3600" b="1" dirty="0">
                <a:latin typeface="+mn-ea"/>
              </a:rPr>
              <a:t>에스라 10:1-5</a:t>
            </a:r>
            <a:endParaRPr lang="en-US" altLang="ko-KR" sz="3600" b="1" dirty="0">
              <a:latin typeface="+mn-ea"/>
            </a:endParaRPr>
          </a:p>
          <a:p>
            <a:pPr algn="l">
              <a:buFontTx/>
              <a:buNone/>
              <a:defRPr/>
            </a:pPr>
            <a:r>
              <a:rPr lang="ko-KR" altLang="en-US" sz="4000" b="1" dirty="0">
                <a:latin typeface="맑은 고딕" pitchFamily="50" charset="-127"/>
              </a:rPr>
              <a:t>3. 곧 내 주의 교훈을 따르며 우리 하나님의 명령을 떨며 준행하는 자의 가르침을 따라 이 모든 아내와 그들의 소생을 다 내보내기로 우리 하나님과 언약을 세우고 율법대로 행할 것이라</a:t>
            </a:r>
            <a:endParaRPr lang="en-US" altLang="ko-KR" sz="4000" b="1" dirty="0">
              <a:latin typeface="맑은 고딕" pitchFamily="50" charset="-127"/>
            </a:endParaRPr>
          </a:p>
          <a:p>
            <a:pPr algn="l">
              <a:buFontTx/>
              <a:buNone/>
              <a:defRPr/>
            </a:pPr>
            <a:endParaRPr lang="en-US" altLang="ko-KR" b="1" dirty="0">
              <a:latin typeface="맑은 고딕" pitchFamily="50" charset="-127"/>
            </a:endParaRPr>
          </a:p>
          <a:p>
            <a:pPr algn="l">
              <a:buFontTx/>
              <a:buNone/>
              <a:defRPr/>
            </a:pPr>
            <a:r>
              <a:rPr lang="ko-KR" altLang="en-US" sz="3200" b="1" dirty="0">
                <a:latin typeface="+mn-ea"/>
              </a:rPr>
              <a:t>Ezra 10:1-5</a:t>
            </a:r>
            <a:endParaRPr lang="en-US" altLang="ko-KR" sz="3200" b="1" dirty="0">
              <a:latin typeface="+mn-ea"/>
            </a:endParaRPr>
          </a:p>
          <a:p>
            <a:pPr algn="l">
              <a:buFontTx/>
              <a:buNone/>
              <a:defRPr/>
            </a:pPr>
            <a:r>
              <a:rPr lang="ko-KR" altLang="en-US" sz="3200" dirty="0">
                <a:latin typeface="맑은 고딕" pitchFamily="50" charset="-127"/>
              </a:rPr>
              <a:t>3. Now let us make a covenant before our God to send away all these women and their children, in accordance with the counsel of my lord and of those who fear the commands of our God. Let it be done according to the Law.</a:t>
            </a:r>
            <a:endParaRPr lang="en-US" altLang="ko-KR" sz="3200" dirty="0">
              <a:latin typeface="맑은 고딕" pitchFamily="50" charset="-127"/>
            </a:endParaRPr>
          </a:p>
        </p:txBody>
      </p:sp>
    </p:spTree>
    <p:extLst>
      <p:ext uri="{BB962C8B-B14F-4D97-AF65-F5344CB8AC3E}">
        <p14:creationId xmlns:p14="http://schemas.microsoft.com/office/powerpoint/2010/main" val="96232438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에스라 10:1-5</a:t>
            </a:r>
            <a:endParaRPr lang="en-US" altLang="ko-KR" sz="4267" b="1" dirty="0">
              <a:latin typeface="+mn-ea"/>
            </a:endParaRPr>
          </a:p>
          <a:p>
            <a:pPr algn="l">
              <a:buFontTx/>
              <a:buNone/>
              <a:defRPr/>
            </a:pPr>
            <a:r>
              <a:rPr lang="ko-KR" altLang="en-US" sz="4800" b="1" dirty="0">
                <a:latin typeface="맑은 고딕" pitchFamily="50" charset="-127"/>
              </a:rPr>
              <a:t>4. 이는 당신이 주장할 일이니 일어나소서 우리가 도우리니 힘써 행하소서 하니라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Ezra 10:1-5</a:t>
            </a:r>
            <a:endParaRPr lang="en-US" altLang="ko-KR" sz="3733" b="1" dirty="0">
              <a:latin typeface="+mn-ea"/>
            </a:endParaRPr>
          </a:p>
          <a:p>
            <a:pPr algn="l">
              <a:buFontTx/>
              <a:buNone/>
              <a:defRPr/>
            </a:pPr>
            <a:r>
              <a:rPr lang="ko-KR" altLang="en-US" sz="3733" dirty="0">
                <a:latin typeface="맑은 고딕" pitchFamily="50" charset="-127"/>
              </a:rPr>
              <a:t>4. Rise up; this matter is in your hands. We will support you, so take courage and do it."</a:t>
            </a:r>
            <a:endParaRPr lang="en-US" altLang="ko-KR" sz="3733" dirty="0">
              <a:latin typeface="맑은 고딕" pitchFamily="50" charset="-127"/>
            </a:endParaRPr>
          </a:p>
        </p:txBody>
      </p:sp>
    </p:spTree>
    <p:extLst>
      <p:ext uri="{BB962C8B-B14F-4D97-AF65-F5344CB8AC3E}">
        <p14:creationId xmlns:p14="http://schemas.microsoft.com/office/powerpoint/2010/main" val="282651973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에스라 10:1-5</a:t>
            </a:r>
            <a:endParaRPr lang="en-US" altLang="ko-KR" sz="4267" b="1" dirty="0">
              <a:latin typeface="+mn-ea"/>
            </a:endParaRPr>
          </a:p>
          <a:p>
            <a:pPr algn="l">
              <a:buFontTx/>
              <a:buNone/>
              <a:defRPr/>
            </a:pPr>
            <a:r>
              <a:rPr lang="ko-KR" altLang="en-US" sz="4800" b="1" dirty="0">
                <a:latin typeface="맑은 고딕" pitchFamily="50" charset="-127"/>
              </a:rPr>
              <a:t>5. 이에 에스라가 일어나 제사장들과 레위 사람들과 온 이스라엘에게 이 말대로 행하기를 맹세하게 하매 무리가 맹세하는지라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Ezra 10:1-5</a:t>
            </a:r>
            <a:endParaRPr lang="en-US" altLang="ko-KR" sz="3733" b="1" dirty="0">
              <a:latin typeface="+mn-ea"/>
            </a:endParaRPr>
          </a:p>
          <a:p>
            <a:pPr algn="l">
              <a:buFontTx/>
              <a:buNone/>
              <a:defRPr/>
            </a:pPr>
            <a:r>
              <a:rPr lang="ko-KR" altLang="en-US" sz="3733" dirty="0">
                <a:latin typeface="맑은 고딕" pitchFamily="50" charset="-127"/>
              </a:rPr>
              <a:t>5. So Ezra rose up and put the leading priests and Levites and all Israel under oath to do what had been suggested. And they took the oath.</a:t>
            </a:r>
            <a:endParaRPr lang="en-US" altLang="ko-KR" sz="3733" dirty="0">
              <a:latin typeface="맑은 고딕" pitchFamily="50" charset="-127"/>
            </a:endParaRPr>
          </a:p>
        </p:txBody>
      </p:sp>
    </p:spTree>
    <p:extLst>
      <p:ext uri="{BB962C8B-B14F-4D97-AF65-F5344CB8AC3E}">
        <p14:creationId xmlns:p14="http://schemas.microsoft.com/office/powerpoint/2010/main" val="284530689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3D3FA-2CA0-8D79-1854-87C49F7B45BC}"/>
            </a:ext>
          </a:extLst>
        </p:cNvPr>
        <p:cNvGrpSpPr/>
        <p:nvPr/>
      </p:nvGrpSpPr>
      <p:grpSpPr>
        <a:xfrm>
          <a:off x="0" y="0"/>
          <a:ext cx="0" cy="0"/>
          <a:chOff x="0" y="0"/>
          <a:chExt cx="0" cy="0"/>
        </a:xfrm>
      </p:grpSpPr>
      <p:sp>
        <p:nvSpPr>
          <p:cNvPr id="28674" name="내용 개체 틀 5">
            <a:extLst>
              <a:ext uri="{FF2B5EF4-FFF2-40B4-BE49-F238E27FC236}">
                <a16:creationId xmlns:a16="http://schemas.microsoft.com/office/drawing/2014/main" id="{1D9BB74A-DE91-F93F-45A7-AC8431A2D36E}"/>
              </a:ext>
            </a:extLst>
          </p:cNvPr>
          <p:cNvSpPr>
            <a:spLocks noGrp="1"/>
          </p:cNvSpPr>
          <p:nvPr>
            <p:ph type="body" orient="vert" idx="1"/>
          </p:nvPr>
        </p:nvSpPr>
        <p:spPr bwMode="auto">
          <a:xfrm>
            <a:off x="299356" y="166328"/>
            <a:ext cx="11701300" cy="6525343"/>
          </a:xfrm>
          <a:ln>
            <a:miter lim="800000"/>
            <a:headEnd/>
            <a:tailEnd/>
          </a:ln>
        </p:spPr>
        <p:txBody>
          <a:bodyPr vert="horz" wrap="square" lIns="91440" tIns="45720" rIns="91440" bIns="45720" numCol="1" anchor="ctr" anchorCtr="0" compatLnSpc="1">
            <a:prstTxWarp prst="textNoShape">
              <a:avLst/>
            </a:prstTxWarp>
            <a:normAutofit/>
          </a:bodyPr>
          <a:lstStyle/>
          <a:p>
            <a:pPr marL="0" indent="0">
              <a:buNone/>
            </a:pPr>
            <a:r>
              <a:rPr lang="en-US" altLang="ko-Kore-KR" b="1" dirty="0"/>
              <a:t>1. </a:t>
            </a:r>
            <a:r>
              <a:rPr lang="ko-KR" altLang="ko-Kore-KR" b="1" dirty="0"/>
              <a:t>나라를 위한 회개가 있었습니다</a:t>
            </a:r>
            <a:endParaRPr lang="ko-Kore-KR" altLang="ko-Kore-KR" dirty="0"/>
          </a:p>
          <a:p>
            <a:pPr marL="0" indent="0">
              <a:buNone/>
            </a:pPr>
            <a:r>
              <a:rPr lang="en-US" altLang="ko-Kore-KR" dirty="0"/>
              <a:t>1. There was repentance for the nation</a:t>
            </a:r>
            <a:endParaRPr lang="ko-Kore-KR" altLang="ko-Kore-KR" dirty="0"/>
          </a:p>
          <a:p>
            <a:pPr marL="0" indent="0">
              <a:buNone/>
            </a:pPr>
            <a:endParaRPr lang="en-US" altLang="ko-Kore-KR" b="1" dirty="0"/>
          </a:p>
          <a:p>
            <a:pPr marL="0" indent="0">
              <a:buNone/>
            </a:pPr>
            <a:r>
              <a:rPr lang="en-US" altLang="ko-Kore-KR" b="1" dirty="0"/>
              <a:t>2. </a:t>
            </a:r>
            <a:r>
              <a:rPr lang="ko-KR" altLang="ko-Kore-KR" b="1" dirty="0"/>
              <a:t>하나님께 소망을 두었습니다</a:t>
            </a:r>
            <a:endParaRPr lang="ko-Kore-KR" altLang="ko-Kore-KR" dirty="0"/>
          </a:p>
          <a:p>
            <a:pPr marL="0" indent="0">
              <a:buNone/>
            </a:pPr>
            <a:r>
              <a:rPr lang="en-US" altLang="ko-Kore-KR" dirty="0"/>
              <a:t>2. He placed his hope in God</a:t>
            </a:r>
            <a:endParaRPr lang="ko-Kore-KR" altLang="ko-Kore-KR" dirty="0"/>
          </a:p>
          <a:p>
            <a:pPr marL="0" indent="0">
              <a:buNone/>
            </a:pPr>
            <a:endParaRPr lang="en-US" altLang="ko-Kore-KR" b="1" dirty="0"/>
          </a:p>
          <a:p>
            <a:pPr marL="0" indent="0">
              <a:buNone/>
            </a:pPr>
            <a:r>
              <a:rPr lang="en-US" altLang="ko-Kore-KR" b="1" dirty="0"/>
              <a:t>3. </a:t>
            </a:r>
            <a:r>
              <a:rPr lang="ko-KR" altLang="ko-Kore-KR" b="1" dirty="0"/>
              <a:t>말씀의 행함이 있었습니다</a:t>
            </a:r>
            <a:endParaRPr lang="ko-Kore-KR" altLang="ko-Kore-KR" dirty="0"/>
          </a:p>
          <a:p>
            <a:pPr marL="0" indent="0">
              <a:buNone/>
            </a:pPr>
            <a:r>
              <a:rPr lang="en-US" altLang="ko-Kore-KR" dirty="0"/>
              <a:t>3. He put the word of God into practice</a:t>
            </a:r>
            <a:endParaRPr lang="ko-Kore-KR" altLang="ko-Kore-KR" dirty="0"/>
          </a:p>
        </p:txBody>
      </p:sp>
    </p:spTree>
    <p:extLst>
      <p:ext uri="{BB962C8B-B14F-4D97-AF65-F5344CB8AC3E}">
        <p14:creationId xmlns:p14="http://schemas.microsoft.com/office/powerpoint/2010/main" val="7538484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D3D70-C942-204E-FDA5-FC370E253688}"/>
            </a:ext>
          </a:extLst>
        </p:cNvPr>
        <p:cNvGrpSpPr/>
        <p:nvPr/>
      </p:nvGrpSpPr>
      <p:grpSpPr>
        <a:xfrm>
          <a:off x="0" y="0"/>
          <a:ext cx="0" cy="0"/>
          <a:chOff x="0" y="0"/>
          <a:chExt cx="0" cy="0"/>
        </a:xfrm>
      </p:grpSpPr>
      <p:sp>
        <p:nvSpPr>
          <p:cNvPr id="28674" name="내용 개체 틀 5">
            <a:extLst>
              <a:ext uri="{FF2B5EF4-FFF2-40B4-BE49-F238E27FC236}">
                <a16:creationId xmlns:a16="http://schemas.microsoft.com/office/drawing/2014/main" id="{2AFA0569-27E9-D7ED-6CA6-F569461820BD}"/>
              </a:ext>
            </a:extLst>
          </p:cNvPr>
          <p:cNvSpPr>
            <a:spLocks noGrp="1"/>
          </p:cNvSpPr>
          <p:nvPr>
            <p:ph type="body" orient="vert" idx="1"/>
          </p:nvPr>
        </p:nvSpPr>
        <p:spPr bwMode="auto">
          <a:xfrm>
            <a:off x="299356" y="166328"/>
            <a:ext cx="11701300" cy="6525343"/>
          </a:xfrm>
          <a:ln>
            <a:miter lim="800000"/>
            <a:headEnd/>
            <a:tailEnd/>
          </a:ln>
        </p:spPr>
        <p:txBody>
          <a:bodyPr vert="horz" wrap="square" lIns="91440" tIns="45720" rIns="91440" bIns="45720" numCol="1" anchor="ctr" anchorCtr="0" compatLnSpc="1">
            <a:prstTxWarp prst="textNoShape">
              <a:avLst/>
            </a:prstTxWarp>
            <a:normAutofit/>
          </a:bodyPr>
          <a:lstStyle/>
          <a:p>
            <a:pPr marL="0" indent="0">
              <a:buNone/>
            </a:pPr>
            <a:r>
              <a:rPr lang="en-US" altLang="ko-Kore-KR" b="1" dirty="0"/>
              <a:t>1. </a:t>
            </a:r>
            <a:r>
              <a:rPr lang="ko-KR" altLang="ko-Kore-KR" b="1" dirty="0"/>
              <a:t>나라를 위한 회개가 있었습니다</a:t>
            </a:r>
            <a:endParaRPr lang="ko-Kore-KR" altLang="ko-Kore-KR" dirty="0"/>
          </a:p>
          <a:p>
            <a:pPr marL="0" indent="0">
              <a:buNone/>
            </a:pPr>
            <a:r>
              <a:rPr lang="en-US" altLang="ko-Kore-KR" dirty="0"/>
              <a:t>1. There was repentance for the nation</a:t>
            </a:r>
            <a:endParaRPr lang="ko-Kore-KR" altLang="ko-Kore-KR" dirty="0"/>
          </a:p>
        </p:txBody>
      </p:sp>
    </p:spTree>
    <p:extLst>
      <p:ext uri="{BB962C8B-B14F-4D97-AF65-F5344CB8AC3E}">
        <p14:creationId xmlns:p14="http://schemas.microsoft.com/office/powerpoint/2010/main" val="97497280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000" b="1" dirty="0">
                <a:latin typeface="+mn-ea"/>
              </a:rPr>
              <a:t>에스라 10:1</a:t>
            </a:r>
            <a:endParaRPr lang="en-US" altLang="ko-KR" sz="4000" b="1" dirty="0">
              <a:latin typeface="+mn-ea"/>
            </a:endParaRPr>
          </a:p>
          <a:p>
            <a:pPr algn="l">
              <a:buFontTx/>
              <a:buNone/>
              <a:defRPr/>
            </a:pPr>
            <a:r>
              <a:rPr lang="ko-KR" altLang="en-US" sz="4400" b="1" dirty="0">
                <a:latin typeface="맑은 고딕" pitchFamily="50" charset="-127"/>
              </a:rPr>
              <a:t>1. 에스라가 하나님의 성전 앞에 엎드려 울며 기도하여 죄를 자복할 때에 많은 백성이 크게 통곡하매 이스라엘 중에서 백성의 남녀와 어린 아이의 큰 무리가 그 앞에 모인지라</a:t>
            </a:r>
            <a:endParaRPr lang="en-US" altLang="ko-KR" sz="4400" b="1" dirty="0">
              <a:latin typeface="맑은 고딕" pitchFamily="50" charset="-127"/>
            </a:endParaRPr>
          </a:p>
          <a:p>
            <a:pPr algn="l">
              <a:buFontTx/>
              <a:buNone/>
              <a:defRPr/>
            </a:pPr>
            <a:endParaRPr lang="en-US" altLang="ko-KR" sz="2800" b="1" dirty="0">
              <a:latin typeface="맑은 고딕" pitchFamily="50" charset="-127"/>
            </a:endParaRPr>
          </a:p>
          <a:p>
            <a:pPr algn="l">
              <a:buFontTx/>
              <a:buNone/>
              <a:defRPr/>
            </a:pPr>
            <a:r>
              <a:rPr lang="ko-KR" altLang="en-US" sz="3600" b="1" dirty="0">
                <a:latin typeface="+mn-ea"/>
              </a:rPr>
              <a:t>Ezra 10:1</a:t>
            </a:r>
            <a:endParaRPr lang="en-US" altLang="ko-KR" sz="3600" b="1" dirty="0">
              <a:latin typeface="+mn-ea"/>
            </a:endParaRPr>
          </a:p>
          <a:p>
            <a:pPr algn="l">
              <a:buFontTx/>
              <a:buNone/>
              <a:defRPr/>
            </a:pPr>
            <a:r>
              <a:rPr lang="ko-KR" altLang="en-US" sz="3600" dirty="0">
                <a:latin typeface="맑은 고딕" pitchFamily="50" charset="-127"/>
              </a:rPr>
              <a:t>1. While Ezra was praying and confessing, weeping and throwing himself down before the house of God, a large crowd of Israelites-men, women and children-gathered around him. They too wept bitterly.</a:t>
            </a:r>
            <a:endParaRPr lang="en-US" altLang="ko-KR" sz="3600" dirty="0">
              <a:latin typeface="맑은 고딕" pitchFamily="50" charset="-127"/>
            </a:endParaRPr>
          </a:p>
        </p:txBody>
      </p:sp>
    </p:spTree>
    <p:extLst>
      <p:ext uri="{BB962C8B-B14F-4D97-AF65-F5344CB8AC3E}">
        <p14:creationId xmlns:p14="http://schemas.microsoft.com/office/powerpoint/2010/main" val="75427767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3600" b="1" dirty="0">
                <a:latin typeface="+mn-ea"/>
              </a:rPr>
              <a:t>에스라 10:9-12</a:t>
            </a:r>
            <a:endParaRPr lang="en-US" altLang="ko-KR" sz="3600" b="1" dirty="0">
              <a:latin typeface="+mn-ea"/>
            </a:endParaRPr>
          </a:p>
          <a:p>
            <a:pPr algn="l">
              <a:buFontTx/>
              <a:buNone/>
              <a:defRPr/>
            </a:pPr>
            <a:r>
              <a:rPr lang="ko-KR" altLang="en-US" sz="4000" b="1" dirty="0">
                <a:latin typeface="맑은 고딕" pitchFamily="50" charset="-127"/>
              </a:rPr>
              <a:t>9. 유다와 베냐민 모든 사람들이 삼 일 내에 예루살렘에 모이니 때는 아홉째 달 이십일이라 무리가 하나님의 성전 앞 광장에 앉아서 이 일과 큰 비 때문에 떨고 있더니</a:t>
            </a:r>
            <a:endParaRPr lang="en-US" altLang="ko-KR" sz="4000" b="1" dirty="0">
              <a:latin typeface="맑은 고딕" pitchFamily="50" charset="-127"/>
            </a:endParaRPr>
          </a:p>
          <a:p>
            <a:pPr algn="l">
              <a:buFontTx/>
              <a:buNone/>
              <a:defRPr/>
            </a:pPr>
            <a:endParaRPr lang="en-US" altLang="ko-KR" b="1" dirty="0">
              <a:latin typeface="맑은 고딕" pitchFamily="50" charset="-127"/>
            </a:endParaRPr>
          </a:p>
          <a:p>
            <a:pPr algn="l">
              <a:buFontTx/>
              <a:buNone/>
              <a:defRPr/>
            </a:pPr>
            <a:r>
              <a:rPr lang="ko-KR" altLang="en-US" sz="3200" b="1" dirty="0">
                <a:latin typeface="+mn-ea"/>
              </a:rPr>
              <a:t>Ezra 10:9-12</a:t>
            </a:r>
            <a:endParaRPr lang="en-US" altLang="ko-KR" sz="3200" b="1" dirty="0">
              <a:latin typeface="+mn-ea"/>
            </a:endParaRPr>
          </a:p>
          <a:p>
            <a:pPr algn="l">
              <a:buFontTx/>
              <a:buNone/>
              <a:defRPr/>
            </a:pPr>
            <a:r>
              <a:rPr lang="ko-KR" altLang="en-US" sz="3200" dirty="0">
                <a:latin typeface="맑은 고딕" pitchFamily="50" charset="-127"/>
              </a:rPr>
              <a:t>9. Within the three days, all the men of Judah and Benjamin had gathered in Jerusalem. And on the twentieth day of the ninth month, all the people were sitting in the square before the house of God, greatly distressed by the occasion and because of the rain.</a:t>
            </a:r>
            <a:endParaRPr lang="en-US" altLang="ko-KR" sz="3200" dirty="0">
              <a:latin typeface="맑은 고딕" pitchFamily="50" charset="-127"/>
            </a:endParaRPr>
          </a:p>
        </p:txBody>
      </p:sp>
    </p:spTree>
    <p:extLst>
      <p:ext uri="{BB962C8B-B14F-4D97-AF65-F5344CB8AC3E}">
        <p14:creationId xmlns:p14="http://schemas.microsoft.com/office/powerpoint/2010/main" val="211684356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에스라 10:9-12</a:t>
            </a:r>
            <a:endParaRPr lang="en-US" altLang="ko-KR" sz="4267" b="1" dirty="0">
              <a:latin typeface="+mn-ea"/>
            </a:endParaRPr>
          </a:p>
          <a:p>
            <a:pPr algn="l">
              <a:buFontTx/>
              <a:buNone/>
              <a:defRPr/>
            </a:pPr>
            <a:r>
              <a:rPr lang="ko-KR" altLang="en-US" sz="4800" b="1" dirty="0">
                <a:latin typeface="맑은 고딕" pitchFamily="50" charset="-127"/>
              </a:rPr>
              <a:t>10. 제사장 에스라가 일어나 그들에게 이르되 너희가 범죄하여 이방 여자를 아내로 삼아 이스라엘의 죄를 더하게 하였으니</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Ezra 10:9-12</a:t>
            </a:r>
            <a:endParaRPr lang="en-US" altLang="ko-KR" sz="3733" b="1" dirty="0">
              <a:latin typeface="+mn-ea"/>
            </a:endParaRPr>
          </a:p>
          <a:p>
            <a:pPr algn="l">
              <a:buFontTx/>
              <a:buNone/>
              <a:defRPr/>
            </a:pPr>
            <a:r>
              <a:rPr lang="ko-KR" altLang="en-US" sz="3733" dirty="0">
                <a:latin typeface="맑은 고딕" pitchFamily="50" charset="-127"/>
              </a:rPr>
              <a:t>10. Then Ezra the priest stood up and said to them, "You have been unfaithful; you have married foreign women, adding to Israel's guilt.</a:t>
            </a:r>
            <a:endParaRPr lang="en-US" altLang="ko-KR" sz="3733" dirty="0">
              <a:latin typeface="맑은 고딕" pitchFamily="50" charset="-127"/>
            </a:endParaRPr>
          </a:p>
        </p:txBody>
      </p:sp>
    </p:spTree>
    <p:extLst>
      <p:ext uri="{BB962C8B-B14F-4D97-AF65-F5344CB8AC3E}">
        <p14:creationId xmlns:p14="http://schemas.microsoft.com/office/powerpoint/2010/main" val="412375214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에스라 10:9-12</a:t>
            </a:r>
            <a:endParaRPr lang="en-US" altLang="ko-KR" sz="4267" b="1" dirty="0">
              <a:latin typeface="+mn-ea"/>
            </a:endParaRPr>
          </a:p>
          <a:p>
            <a:pPr algn="l">
              <a:buFontTx/>
              <a:buNone/>
              <a:defRPr/>
            </a:pPr>
            <a:r>
              <a:rPr lang="ko-KR" altLang="en-US" sz="4800" b="1" dirty="0">
                <a:latin typeface="맑은 고딕" pitchFamily="50" charset="-127"/>
              </a:rPr>
              <a:t>11. 이제 너희 조상들의 하나님 앞에서 죄를 자복하고 그의 뜻대로 행하여 그 지방 사람들과 이방 여인을 끊어 버리라 하니</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Ezra 10:9-12</a:t>
            </a:r>
            <a:endParaRPr lang="en-US" altLang="ko-KR" sz="3733" b="1" dirty="0">
              <a:latin typeface="+mn-ea"/>
            </a:endParaRPr>
          </a:p>
          <a:p>
            <a:pPr algn="l">
              <a:buFontTx/>
              <a:buNone/>
              <a:defRPr/>
            </a:pPr>
            <a:r>
              <a:rPr lang="ko-KR" altLang="en-US" sz="3733" dirty="0">
                <a:latin typeface="맑은 고딕" pitchFamily="50" charset="-127"/>
              </a:rPr>
              <a:t>11. Now honor the LORD, the God of your ancestors, and do his will. Separate yourselves from the peoples around you and from your foreign wives."</a:t>
            </a:r>
            <a:endParaRPr lang="en-US" altLang="ko-KR" sz="3733" dirty="0">
              <a:latin typeface="맑은 고딕" pitchFamily="50" charset="-127"/>
            </a:endParaRPr>
          </a:p>
        </p:txBody>
      </p:sp>
    </p:spTree>
    <p:extLst>
      <p:ext uri="{BB962C8B-B14F-4D97-AF65-F5344CB8AC3E}">
        <p14:creationId xmlns:p14="http://schemas.microsoft.com/office/powerpoint/2010/main" val="159486942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에스라 10:9-12</a:t>
            </a:r>
            <a:endParaRPr lang="en-US" altLang="ko-KR" sz="4267" b="1" dirty="0">
              <a:latin typeface="+mn-ea"/>
            </a:endParaRPr>
          </a:p>
          <a:p>
            <a:pPr algn="l">
              <a:buFontTx/>
              <a:buNone/>
              <a:defRPr/>
            </a:pPr>
            <a:r>
              <a:rPr lang="ko-KR" altLang="en-US" sz="4800" b="1" dirty="0">
                <a:latin typeface="맑은 고딕" pitchFamily="50" charset="-127"/>
              </a:rPr>
              <a:t>12. 모든 회중이 큰 소리로 대답하여 이르되 당신의 말씀대로 우리가 마땅히 행할 것이니이다</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Ezra 10:9-12</a:t>
            </a:r>
            <a:endParaRPr lang="en-US" altLang="ko-KR" sz="3733" b="1" dirty="0">
              <a:latin typeface="+mn-ea"/>
            </a:endParaRPr>
          </a:p>
          <a:p>
            <a:pPr algn="l">
              <a:buFontTx/>
              <a:buNone/>
              <a:defRPr/>
            </a:pPr>
            <a:r>
              <a:rPr lang="ko-KR" altLang="en-US" sz="3733" dirty="0">
                <a:latin typeface="맑은 고딕" pitchFamily="50" charset="-127"/>
              </a:rPr>
              <a:t>12. The whole assembly responded with a loud voice: "You are right! We must do as you say.</a:t>
            </a:r>
            <a:endParaRPr lang="en-US" altLang="ko-KR" sz="3733" dirty="0">
              <a:latin typeface="맑은 고딕" pitchFamily="50" charset="-127"/>
            </a:endParaRPr>
          </a:p>
        </p:txBody>
      </p:sp>
    </p:spTree>
    <p:extLst>
      <p:ext uri="{BB962C8B-B14F-4D97-AF65-F5344CB8AC3E}">
        <p14:creationId xmlns:p14="http://schemas.microsoft.com/office/powerpoint/2010/main" val="312447481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사무엘하 12:16-17,22-23</a:t>
            </a:r>
            <a:endParaRPr lang="en-US" altLang="ko-KR" sz="4267" b="1" dirty="0">
              <a:latin typeface="+mn-ea"/>
            </a:endParaRPr>
          </a:p>
          <a:p>
            <a:pPr algn="l">
              <a:buFontTx/>
              <a:buNone/>
              <a:defRPr/>
            </a:pPr>
            <a:r>
              <a:rPr lang="ko-KR" altLang="en-US" sz="4800" b="1" dirty="0">
                <a:latin typeface="맑은 고딕" pitchFamily="50" charset="-127"/>
              </a:rPr>
              <a:t>16. 다윗이 그 아이를 위하여 하나님께 간구하되 다윗이 금식하고 안에 들어가서 밤새도록 땅에 엎드렸으니</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SecondSamuel 12:16-17,22-23</a:t>
            </a:r>
            <a:endParaRPr lang="en-US" altLang="ko-KR" sz="3733" b="1" dirty="0">
              <a:latin typeface="+mn-ea"/>
            </a:endParaRPr>
          </a:p>
          <a:p>
            <a:pPr algn="l">
              <a:buFontTx/>
              <a:buNone/>
              <a:defRPr/>
            </a:pPr>
            <a:r>
              <a:rPr lang="ko-KR" altLang="en-US" sz="3733" dirty="0">
                <a:latin typeface="맑은 고딕" pitchFamily="50" charset="-127"/>
              </a:rPr>
              <a:t>16. David pleaded with God for the child. He fasted and spent the nights lying in sackcloth on the ground.</a:t>
            </a:r>
            <a:endParaRPr lang="en-US" altLang="ko-KR" sz="3733" dirty="0">
              <a:latin typeface="맑은 고딕" pitchFamily="50" charset="-127"/>
            </a:endParaRPr>
          </a:p>
        </p:txBody>
      </p:sp>
    </p:spTree>
    <p:extLst>
      <p:ext uri="{BB962C8B-B14F-4D97-AF65-F5344CB8AC3E}">
        <p14:creationId xmlns:p14="http://schemas.microsoft.com/office/powerpoint/2010/main" val="369784565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사무엘하 12:16-17,22-23</a:t>
            </a:r>
            <a:endParaRPr lang="en-US" altLang="ko-KR" sz="4267" b="1" dirty="0">
              <a:latin typeface="+mn-ea"/>
            </a:endParaRPr>
          </a:p>
          <a:p>
            <a:pPr algn="l">
              <a:buFontTx/>
              <a:buNone/>
              <a:defRPr/>
            </a:pPr>
            <a:r>
              <a:rPr lang="ko-KR" altLang="en-US" sz="4800" b="1" dirty="0">
                <a:latin typeface="맑은 고딕" pitchFamily="50" charset="-127"/>
              </a:rPr>
              <a:t>17. 그 집의 늙은 자들이 그 곁에 서서 다윗을 땅에서 일으키려 하되 왕이 듣지 아니하고 그들과 더불어 먹지도 아니하더라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SecondSamuel 12:16-17,22-23</a:t>
            </a:r>
            <a:endParaRPr lang="en-US" altLang="ko-KR" sz="3733" b="1" dirty="0">
              <a:latin typeface="+mn-ea"/>
            </a:endParaRPr>
          </a:p>
          <a:p>
            <a:pPr algn="l">
              <a:buFontTx/>
              <a:buNone/>
              <a:defRPr/>
            </a:pPr>
            <a:r>
              <a:rPr lang="ko-KR" altLang="en-US" sz="3733" dirty="0">
                <a:latin typeface="맑은 고딕" pitchFamily="50" charset="-127"/>
              </a:rPr>
              <a:t>17. The elders of his household stood beside him to get him up from the ground, but he refused, and he would not eat any food with them.</a:t>
            </a:r>
            <a:endParaRPr lang="en-US" altLang="ko-KR" sz="3733" dirty="0">
              <a:latin typeface="맑은 고딕" pitchFamily="50" charset="-127"/>
            </a:endParaRPr>
          </a:p>
        </p:txBody>
      </p:sp>
    </p:spTree>
    <p:extLst>
      <p:ext uri="{BB962C8B-B14F-4D97-AF65-F5344CB8AC3E}">
        <p14:creationId xmlns:p14="http://schemas.microsoft.com/office/powerpoint/2010/main" val="328278141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사무엘하 12:16-17,22-23</a:t>
            </a:r>
            <a:endParaRPr lang="en-US" altLang="ko-KR" sz="4267" b="1" dirty="0">
              <a:latin typeface="+mn-ea"/>
            </a:endParaRPr>
          </a:p>
          <a:p>
            <a:pPr algn="l">
              <a:buFontTx/>
              <a:buNone/>
              <a:defRPr/>
            </a:pPr>
            <a:r>
              <a:rPr lang="ko-KR" altLang="en-US" sz="4800" b="1" dirty="0">
                <a:latin typeface="맑은 고딕" pitchFamily="50" charset="-127"/>
              </a:rPr>
              <a:t>22. 이르되 아이가 살았을 때에 내가 금식하고 운 것은 혹시 여호와께서 나를 불쌍히 여기사 아이를 살려 주실는지 누가 알까 생각함이거니와</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SecondSamuel 12:16-17,22-23</a:t>
            </a:r>
            <a:endParaRPr lang="en-US" altLang="ko-KR" sz="3733" b="1" dirty="0">
              <a:latin typeface="+mn-ea"/>
            </a:endParaRPr>
          </a:p>
          <a:p>
            <a:pPr algn="l">
              <a:buFontTx/>
              <a:buNone/>
              <a:defRPr/>
            </a:pPr>
            <a:r>
              <a:rPr lang="ko-KR" altLang="en-US" sz="3733" dirty="0">
                <a:latin typeface="맑은 고딕" pitchFamily="50" charset="-127"/>
              </a:rPr>
              <a:t>22. He answered, "While the child was still alive, I fasted and wept. I thought, 'Who knows? The LORD may be gracious to me and let the child live.'</a:t>
            </a:r>
            <a:endParaRPr lang="en-US" altLang="ko-KR" sz="3733" dirty="0">
              <a:latin typeface="맑은 고딕" pitchFamily="50" charset="-127"/>
            </a:endParaRPr>
          </a:p>
        </p:txBody>
      </p:sp>
    </p:spTree>
    <p:extLst>
      <p:ext uri="{BB962C8B-B14F-4D97-AF65-F5344CB8AC3E}">
        <p14:creationId xmlns:p14="http://schemas.microsoft.com/office/powerpoint/2010/main" val="406030686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사무엘하 12:16-17,22-23</a:t>
            </a:r>
            <a:endParaRPr lang="en-US" altLang="ko-KR" sz="4267" b="1" dirty="0">
              <a:latin typeface="+mn-ea"/>
            </a:endParaRPr>
          </a:p>
          <a:p>
            <a:pPr algn="l">
              <a:buFontTx/>
              <a:buNone/>
              <a:defRPr/>
            </a:pPr>
            <a:r>
              <a:rPr lang="ko-KR" altLang="en-US" sz="4800" b="1" dirty="0">
                <a:latin typeface="맑은 고딕" pitchFamily="50" charset="-127"/>
              </a:rPr>
              <a:t>23. 지금은 죽었으니 내가 어찌 금식하랴 내가 다시 돌아오게 할 수 있느냐 나는 그에게로 가려니와 그는 내게로 돌아오지 아니하리라 하니라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SecondSamuel 12:16-17,22-23</a:t>
            </a:r>
            <a:endParaRPr lang="en-US" altLang="ko-KR" sz="3733" b="1" dirty="0">
              <a:latin typeface="+mn-ea"/>
            </a:endParaRPr>
          </a:p>
          <a:p>
            <a:pPr algn="l">
              <a:buFontTx/>
              <a:buNone/>
              <a:defRPr/>
            </a:pPr>
            <a:r>
              <a:rPr lang="ko-KR" altLang="en-US" sz="3733" dirty="0">
                <a:latin typeface="맑은 고딕" pitchFamily="50" charset="-127"/>
              </a:rPr>
              <a:t>23. But now that he is dead, why should I go on fasting? Can I bring him back again? I will go to him, but he will not return to me."</a:t>
            </a:r>
            <a:endParaRPr lang="en-US" altLang="ko-KR" sz="3733" dirty="0">
              <a:latin typeface="맑은 고딕" pitchFamily="50" charset="-127"/>
            </a:endParaRPr>
          </a:p>
        </p:txBody>
      </p:sp>
    </p:spTree>
    <p:extLst>
      <p:ext uri="{BB962C8B-B14F-4D97-AF65-F5344CB8AC3E}">
        <p14:creationId xmlns:p14="http://schemas.microsoft.com/office/powerpoint/2010/main" val="209340491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시편 51:2-3,10,17</a:t>
            </a:r>
            <a:endParaRPr lang="en-US" altLang="ko-KR" sz="4267" b="1" dirty="0">
              <a:latin typeface="+mn-ea"/>
            </a:endParaRPr>
          </a:p>
          <a:p>
            <a:pPr algn="l">
              <a:buFontTx/>
              <a:buNone/>
              <a:defRPr/>
            </a:pPr>
            <a:r>
              <a:rPr lang="ko-KR" altLang="en-US" sz="4800" b="1" dirty="0">
                <a:latin typeface="맑은 고딕" pitchFamily="50" charset="-127"/>
              </a:rPr>
              <a:t>2. 나의 죄악을 말갛게 씻으시며 나의 죄를 깨끗이 제하소서</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Psalms 51:2-3,10,17</a:t>
            </a:r>
            <a:endParaRPr lang="en-US" altLang="ko-KR" sz="3733" b="1" dirty="0">
              <a:latin typeface="+mn-ea"/>
            </a:endParaRPr>
          </a:p>
          <a:p>
            <a:pPr algn="l">
              <a:buFontTx/>
              <a:buNone/>
              <a:defRPr/>
            </a:pPr>
            <a:r>
              <a:rPr lang="ko-KR" altLang="en-US" sz="3733" dirty="0">
                <a:latin typeface="맑은 고딕" pitchFamily="50" charset="-127"/>
              </a:rPr>
              <a:t>2. Wash away all my iniquity and cleanse me from my sin.</a:t>
            </a:r>
            <a:endParaRPr lang="en-US" altLang="ko-KR" sz="3733" dirty="0">
              <a:latin typeface="맑은 고딕" pitchFamily="50" charset="-127"/>
            </a:endParaRPr>
          </a:p>
        </p:txBody>
      </p:sp>
    </p:spTree>
    <p:extLst>
      <p:ext uri="{BB962C8B-B14F-4D97-AF65-F5344CB8AC3E}">
        <p14:creationId xmlns:p14="http://schemas.microsoft.com/office/powerpoint/2010/main" val="401206960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시편 51:2-3,10,17</a:t>
            </a:r>
            <a:endParaRPr lang="en-US" altLang="ko-KR" sz="4267" b="1" dirty="0">
              <a:latin typeface="+mn-ea"/>
            </a:endParaRPr>
          </a:p>
          <a:p>
            <a:pPr algn="l">
              <a:buFontTx/>
              <a:buNone/>
              <a:defRPr/>
            </a:pPr>
            <a:r>
              <a:rPr lang="ko-KR" altLang="en-US" sz="4800" b="1" dirty="0">
                <a:latin typeface="맑은 고딕" pitchFamily="50" charset="-127"/>
              </a:rPr>
              <a:t>3. 무릇 나는 내 죄과를 아오니 내 죄가 항상 내 앞에 있나이다</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Psalms 51:2-3,10,17</a:t>
            </a:r>
            <a:endParaRPr lang="en-US" altLang="ko-KR" sz="3733" b="1" dirty="0">
              <a:latin typeface="+mn-ea"/>
            </a:endParaRPr>
          </a:p>
          <a:p>
            <a:pPr algn="l">
              <a:buFontTx/>
              <a:buNone/>
              <a:defRPr/>
            </a:pPr>
            <a:r>
              <a:rPr lang="ko-KR" altLang="en-US" sz="3733" dirty="0">
                <a:latin typeface="맑은 고딕" pitchFamily="50" charset="-127"/>
              </a:rPr>
              <a:t>3. For I know my transgressions, and my sin is always before me.</a:t>
            </a:r>
            <a:endParaRPr lang="en-US" altLang="ko-KR" sz="3733" dirty="0">
              <a:latin typeface="맑은 고딕" pitchFamily="50" charset="-127"/>
            </a:endParaRPr>
          </a:p>
        </p:txBody>
      </p:sp>
    </p:spTree>
    <p:extLst>
      <p:ext uri="{BB962C8B-B14F-4D97-AF65-F5344CB8AC3E}">
        <p14:creationId xmlns:p14="http://schemas.microsoft.com/office/powerpoint/2010/main" val="376660365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시편 51:2-3,10,17</a:t>
            </a:r>
            <a:endParaRPr lang="en-US" altLang="ko-KR" sz="4267" b="1" dirty="0">
              <a:latin typeface="+mn-ea"/>
            </a:endParaRPr>
          </a:p>
          <a:p>
            <a:pPr algn="l">
              <a:buFontTx/>
              <a:buNone/>
              <a:defRPr/>
            </a:pPr>
            <a:r>
              <a:rPr lang="ko-KR" altLang="en-US" sz="4800" b="1" dirty="0">
                <a:latin typeface="맑은 고딕" pitchFamily="50" charset="-127"/>
              </a:rPr>
              <a:t>10. 하나님이여 내 속에 정한 마음을 창조하시고 내 안에 정직한 영을 새롭게 하소서 </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Psalms 51:2-3,10,17</a:t>
            </a:r>
            <a:endParaRPr lang="en-US" altLang="ko-KR" sz="3733" b="1" dirty="0">
              <a:latin typeface="+mn-ea"/>
            </a:endParaRPr>
          </a:p>
          <a:p>
            <a:pPr algn="l">
              <a:buFontTx/>
              <a:buNone/>
              <a:defRPr/>
            </a:pPr>
            <a:r>
              <a:rPr lang="ko-KR" altLang="en-US" sz="3733" dirty="0">
                <a:latin typeface="맑은 고딕" pitchFamily="50" charset="-127"/>
              </a:rPr>
              <a:t>10. Create in me a pure heart, O God, and renew a steadfast spirit within me.</a:t>
            </a:r>
            <a:endParaRPr lang="en-US" altLang="ko-KR" sz="3733" dirty="0">
              <a:latin typeface="맑은 고딕" pitchFamily="50" charset="-127"/>
            </a:endParaRPr>
          </a:p>
        </p:txBody>
      </p:sp>
    </p:spTree>
    <p:extLst>
      <p:ext uri="{BB962C8B-B14F-4D97-AF65-F5344CB8AC3E}">
        <p14:creationId xmlns:p14="http://schemas.microsoft.com/office/powerpoint/2010/main" val="196059855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시편 51:2-3,10,17</a:t>
            </a:r>
            <a:endParaRPr lang="en-US" altLang="ko-KR" sz="4267" b="1" dirty="0">
              <a:latin typeface="+mn-ea"/>
            </a:endParaRPr>
          </a:p>
          <a:p>
            <a:pPr algn="l">
              <a:buFontTx/>
              <a:buNone/>
              <a:defRPr/>
            </a:pPr>
            <a:r>
              <a:rPr lang="ko-KR" altLang="en-US" sz="4800" b="1" dirty="0">
                <a:latin typeface="맑은 고딕" pitchFamily="50" charset="-127"/>
              </a:rPr>
              <a:t>17. 하나님께서 구하시는 제사는 상한 심령이라 하나님이여 상하고 통회하는 마음을 주께서 멸시하지 아니하시리이다</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Psalms 51:2-3,10,17</a:t>
            </a:r>
            <a:endParaRPr lang="en-US" altLang="ko-KR" sz="3733" b="1" dirty="0">
              <a:latin typeface="+mn-ea"/>
            </a:endParaRPr>
          </a:p>
          <a:p>
            <a:pPr algn="l">
              <a:buFontTx/>
              <a:buNone/>
              <a:defRPr/>
            </a:pPr>
            <a:r>
              <a:rPr lang="ko-KR" altLang="en-US" sz="3733" dirty="0">
                <a:latin typeface="맑은 고딕" pitchFamily="50" charset="-127"/>
              </a:rPr>
              <a:t>17. My sacrifice, O God, is a broken spirit; a broken and contrite heart you, God, will not despise.</a:t>
            </a:r>
            <a:endParaRPr lang="en-US" altLang="ko-KR" sz="3733" dirty="0">
              <a:latin typeface="맑은 고딕" pitchFamily="50" charset="-127"/>
            </a:endParaRPr>
          </a:p>
        </p:txBody>
      </p:sp>
    </p:spTree>
    <p:extLst>
      <p:ext uri="{BB962C8B-B14F-4D97-AF65-F5344CB8AC3E}">
        <p14:creationId xmlns:p14="http://schemas.microsoft.com/office/powerpoint/2010/main" val="9496738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000" b="1" dirty="0">
                <a:latin typeface="+mn-ea"/>
              </a:rPr>
              <a:t>이사야 38:3,5-6</a:t>
            </a:r>
            <a:endParaRPr lang="en-US" altLang="ko-KR" sz="4000" b="1" dirty="0">
              <a:latin typeface="+mn-ea"/>
            </a:endParaRPr>
          </a:p>
          <a:p>
            <a:pPr algn="l">
              <a:buFontTx/>
              <a:buNone/>
              <a:defRPr/>
            </a:pPr>
            <a:r>
              <a:rPr lang="ko-KR" altLang="en-US" sz="4400" b="1" dirty="0">
                <a:latin typeface="맑은 고딕" pitchFamily="50" charset="-127"/>
              </a:rPr>
              <a:t>3. 이르되 여호와여 구하오니 내가 주 앞에서 진실과 전심으로 행하며 주의 목전에서 선하게 행한 것을 기억하옵소서 하고 히스기야가 심히 통곡하니</a:t>
            </a:r>
            <a:endParaRPr lang="en-US" altLang="ko-KR" sz="4400" b="1" dirty="0">
              <a:latin typeface="맑은 고딕" pitchFamily="50" charset="-127"/>
            </a:endParaRPr>
          </a:p>
          <a:p>
            <a:pPr algn="l">
              <a:buFontTx/>
              <a:buNone/>
              <a:defRPr/>
            </a:pPr>
            <a:endParaRPr lang="en-US" altLang="ko-KR" sz="2800" b="1" dirty="0">
              <a:latin typeface="맑은 고딕" pitchFamily="50" charset="-127"/>
            </a:endParaRPr>
          </a:p>
          <a:p>
            <a:pPr algn="l">
              <a:buFontTx/>
              <a:buNone/>
              <a:defRPr/>
            </a:pPr>
            <a:r>
              <a:rPr lang="ko-KR" altLang="en-US" sz="3600" b="1" dirty="0">
                <a:latin typeface="+mn-ea"/>
              </a:rPr>
              <a:t>Isaiah 38:3,5-6</a:t>
            </a:r>
            <a:endParaRPr lang="en-US" altLang="ko-KR" sz="3600" b="1" dirty="0">
              <a:latin typeface="+mn-ea"/>
            </a:endParaRPr>
          </a:p>
          <a:p>
            <a:pPr algn="l">
              <a:buFontTx/>
              <a:buNone/>
              <a:defRPr/>
            </a:pPr>
            <a:r>
              <a:rPr lang="ko-KR" altLang="en-US" sz="3600" dirty="0">
                <a:latin typeface="맑은 고딕" pitchFamily="50" charset="-127"/>
              </a:rPr>
              <a:t>3. "Remember, LORD, how I have walked before you faithfully and with wholehearted devotion and have done what is good in your eyes." And Hezekiah wept bitterly.</a:t>
            </a:r>
            <a:endParaRPr lang="en-US" altLang="ko-KR" sz="3600" dirty="0">
              <a:latin typeface="맑은 고딕" pitchFamily="50" charset="-127"/>
            </a:endParaRPr>
          </a:p>
        </p:txBody>
      </p:sp>
    </p:spTree>
    <p:extLst>
      <p:ext uri="{BB962C8B-B14F-4D97-AF65-F5344CB8AC3E}">
        <p14:creationId xmlns:p14="http://schemas.microsoft.com/office/powerpoint/2010/main" val="232670079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000" b="1" dirty="0">
                <a:latin typeface="+mn-ea"/>
              </a:rPr>
              <a:t>이사야 38:3,5-6</a:t>
            </a:r>
            <a:endParaRPr lang="en-US" altLang="ko-KR" sz="4000" b="1" dirty="0">
              <a:latin typeface="+mn-ea"/>
            </a:endParaRPr>
          </a:p>
          <a:p>
            <a:pPr algn="l">
              <a:buFontTx/>
              <a:buNone/>
              <a:defRPr/>
            </a:pPr>
            <a:r>
              <a:rPr lang="ko-KR" altLang="en-US" sz="4400" b="1" dirty="0">
                <a:latin typeface="맑은 고딕" pitchFamily="50" charset="-127"/>
              </a:rPr>
              <a:t>5. 너는 가서 히스기야에게 이르기를 네 조상 다윗의 하나님 여호와께서 이같이 말씀하시기를 내가 네 기도를 들었고 네 눈물을 보았노라 내가 네 수한에 십오 년을 더하고</a:t>
            </a:r>
            <a:endParaRPr lang="en-US" altLang="ko-KR" sz="4400" b="1" dirty="0">
              <a:latin typeface="맑은 고딕" pitchFamily="50" charset="-127"/>
            </a:endParaRPr>
          </a:p>
          <a:p>
            <a:pPr algn="l">
              <a:buFontTx/>
              <a:buNone/>
              <a:defRPr/>
            </a:pPr>
            <a:endParaRPr lang="en-US" altLang="ko-KR" sz="2800" b="1" dirty="0">
              <a:latin typeface="맑은 고딕" pitchFamily="50" charset="-127"/>
            </a:endParaRPr>
          </a:p>
          <a:p>
            <a:pPr algn="l">
              <a:buFontTx/>
              <a:buNone/>
              <a:defRPr/>
            </a:pPr>
            <a:r>
              <a:rPr lang="ko-KR" altLang="en-US" sz="3600" b="1" dirty="0">
                <a:latin typeface="+mn-ea"/>
              </a:rPr>
              <a:t>Isaiah 38:3,5-6</a:t>
            </a:r>
            <a:endParaRPr lang="en-US" altLang="ko-KR" sz="3600" b="1" dirty="0">
              <a:latin typeface="+mn-ea"/>
            </a:endParaRPr>
          </a:p>
          <a:p>
            <a:pPr algn="l">
              <a:buFontTx/>
              <a:buNone/>
              <a:defRPr/>
            </a:pPr>
            <a:r>
              <a:rPr lang="ko-KR" altLang="en-US" sz="3600" dirty="0">
                <a:latin typeface="맑은 고딕" pitchFamily="50" charset="-127"/>
              </a:rPr>
              <a:t>5. "Go and tell Hezekiah, 'This is what the LORD, the God of your father David, says: I have heard your prayer and seen your tears; I will add fifteen years to your life.</a:t>
            </a:r>
            <a:endParaRPr lang="en-US" altLang="ko-KR" sz="3600" dirty="0">
              <a:latin typeface="맑은 고딕" pitchFamily="50" charset="-127"/>
            </a:endParaRPr>
          </a:p>
        </p:txBody>
      </p:sp>
    </p:spTree>
    <p:extLst>
      <p:ext uri="{BB962C8B-B14F-4D97-AF65-F5344CB8AC3E}">
        <p14:creationId xmlns:p14="http://schemas.microsoft.com/office/powerpoint/2010/main" val="294145952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이사야 38:3,5-6</a:t>
            </a:r>
            <a:endParaRPr lang="en-US" altLang="ko-KR" sz="4267" b="1" dirty="0">
              <a:latin typeface="+mn-ea"/>
            </a:endParaRPr>
          </a:p>
          <a:p>
            <a:pPr algn="l">
              <a:buFontTx/>
              <a:buNone/>
              <a:defRPr/>
            </a:pPr>
            <a:r>
              <a:rPr lang="ko-KR" altLang="en-US" sz="4800" b="1" dirty="0">
                <a:latin typeface="맑은 고딕" pitchFamily="50" charset="-127"/>
              </a:rPr>
              <a:t>6. 너와 이 성을 앗수르 왕의 손에서 건져내겠고 내가 또 이 성을 보호하리라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Isaiah 38:3,5-6</a:t>
            </a:r>
            <a:endParaRPr lang="en-US" altLang="ko-KR" sz="3733" b="1" dirty="0">
              <a:latin typeface="+mn-ea"/>
            </a:endParaRPr>
          </a:p>
          <a:p>
            <a:pPr algn="l">
              <a:buFontTx/>
              <a:buNone/>
              <a:defRPr/>
            </a:pPr>
            <a:r>
              <a:rPr lang="ko-KR" altLang="en-US" sz="3733" dirty="0">
                <a:latin typeface="맑은 고딕" pitchFamily="50" charset="-127"/>
              </a:rPr>
              <a:t>6. And I will deliver you and this city from the hand of the king of Assyria. I will defend this city.</a:t>
            </a:r>
            <a:endParaRPr lang="en-US" altLang="ko-KR" sz="3733" dirty="0">
              <a:latin typeface="맑은 고딕" pitchFamily="50" charset="-127"/>
            </a:endParaRPr>
          </a:p>
        </p:txBody>
      </p:sp>
    </p:spTree>
    <p:extLst>
      <p:ext uri="{BB962C8B-B14F-4D97-AF65-F5344CB8AC3E}">
        <p14:creationId xmlns:p14="http://schemas.microsoft.com/office/powerpoint/2010/main" val="117841289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F38AD-EB39-4FE0-9D79-37171D5A669D}"/>
            </a:ext>
          </a:extLst>
        </p:cNvPr>
        <p:cNvGrpSpPr/>
        <p:nvPr/>
      </p:nvGrpSpPr>
      <p:grpSpPr>
        <a:xfrm>
          <a:off x="0" y="0"/>
          <a:ext cx="0" cy="0"/>
          <a:chOff x="0" y="0"/>
          <a:chExt cx="0" cy="0"/>
        </a:xfrm>
      </p:grpSpPr>
      <p:sp>
        <p:nvSpPr>
          <p:cNvPr id="28674" name="내용 개체 틀 5">
            <a:extLst>
              <a:ext uri="{FF2B5EF4-FFF2-40B4-BE49-F238E27FC236}">
                <a16:creationId xmlns:a16="http://schemas.microsoft.com/office/drawing/2014/main" id="{9700BA4A-8C9A-BA8F-054C-C26780D30EF9}"/>
              </a:ext>
            </a:extLst>
          </p:cNvPr>
          <p:cNvSpPr>
            <a:spLocks noGrp="1"/>
          </p:cNvSpPr>
          <p:nvPr>
            <p:ph type="body" orient="vert" idx="1"/>
          </p:nvPr>
        </p:nvSpPr>
        <p:spPr bwMode="auto">
          <a:xfrm>
            <a:off x="299356" y="166328"/>
            <a:ext cx="11701300" cy="6525343"/>
          </a:xfrm>
          <a:ln>
            <a:miter lim="800000"/>
            <a:headEnd/>
            <a:tailEnd/>
          </a:ln>
        </p:spPr>
        <p:txBody>
          <a:bodyPr vert="horz" wrap="square" lIns="91440" tIns="45720" rIns="91440" bIns="45720" numCol="1" anchor="ctr" anchorCtr="0" compatLnSpc="1">
            <a:prstTxWarp prst="textNoShape">
              <a:avLst/>
            </a:prstTxWarp>
            <a:normAutofit/>
          </a:bodyPr>
          <a:lstStyle/>
          <a:p>
            <a:pPr marL="0" indent="0">
              <a:buNone/>
            </a:pPr>
            <a:r>
              <a:rPr lang="en-US" altLang="ko-Kore-KR" b="1" dirty="0"/>
              <a:t>2. </a:t>
            </a:r>
            <a:r>
              <a:rPr lang="ko-KR" altLang="ko-Kore-KR" b="1" dirty="0"/>
              <a:t>하나님께 소망을 두었습니다</a:t>
            </a:r>
            <a:endParaRPr lang="ko-Kore-KR" altLang="ko-Kore-KR" dirty="0"/>
          </a:p>
          <a:p>
            <a:pPr marL="0" indent="0">
              <a:buNone/>
            </a:pPr>
            <a:r>
              <a:rPr lang="en-US" altLang="ko-Kore-KR" dirty="0"/>
              <a:t>2. He placed his hope in God</a:t>
            </a:r>
            <a:endParaRPr lang="ko-Kore-KR" altLang="ko-Kore-KR" dirty="0"/>
          </a:p>
        </p:txBody>
      </p:sp>
    </p:spTree>
    <p:extLst>
      <p:ext uri="{BB962C8B-B14F-4D97-AF65-F5344CB8AC3E}">
        <p14:creationId xmlns:p14="http://schemas.microsoft.com/office/powerpoint/2010/main" val="276109393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3600" b="1" dirty="0">
                <a:latin typeface="+mn-ea"/>
              </a:rPr>
              <a:t>에스라 10:2-3</a:t>
            </a:r>
            <a:endParaRPr lang="en-US" altLang="ko-KR" sz="3600" b="1" dirty="0">
              <a:latin typeface="+mn-ea"/>
            </a:endParaRPr>
          </a:p>
          <a:p>
            <a:pPr algn="l">
              <a:buFontTx/>
              <a:buNone/>
              <a:defRPr/>
            </a:pPr>
            <a:r>
              <a:rPr lang="ko-KR" altLang="en-US" sz="4000" b="1" dirty="0">
                <a:latin typeface="맑은 고딕" pitchFamily="50" charset="-127"/>
              </a:rPr>
              <a:t>2. 엘람 자손 중 여히엘의 아들 스가냐가 에스라에게 이르되 우리가 우리 하나님께 범죄하여 이 땅 이방 여자를 맞이하여 아내로 삼았으나 이스라엘에게 아직도 소망이 있나니</a:t>
            </a:r>
            <a:endParaRPr lang="en-US" altLang="ko-KR" sz="4000" b="1" dirty="0">
              <a:latin typeface="맑은 고딕" pitchFamily="50" charset="-127"/>
            </a:endParaRPr>
          </a:p>
          <a:p>
            <a:pPr algn="l">
              <a:buFontTx/>
              <a:buNone/>
              <a:defRPr/>
            </a:pPr>
            <a:endParaRPr lang="en-US" altLang="ko-KR" b="1" dirty="0">
              <a:latin typeface="맑은 고딕" pitchFamily="50" charset="-127"/>
            </a:endParaRPr>
          </a:p>
          <a:p>
            <a:pPr algn="l">
              <a:buFontTx/>
              <a:buNone/>
              <a:defRPr/>
            </a:pPr>
            <a:r>
              <a:rPr lang="ko-KR" altLang="en-US" sz="3200" b="1" dirty="0">
                <a:latin typeface="+mn-ea"/>
              </a:rPr>
              <a:t>Ezra 10:2-3</a:t>
            </a:r>
            <a:endParaRPr lang="en-US" altLang="ko-KR" sz="3200" b="1" dirty="0">
              <a:latin typeface="+mn-ea"/>
            </a:endParaRPr>
          </a:p>
          <a:p>
            <a:pPr algn="l">
              <a:buFontTx/>
              <a:buNone/>
              <a:defRPr/>
            </a:pPr>
            <a:r>
              <a:rPr lang="ko-KR" altLang="en-US" sz="3200" dirty="0">
                <a:latin typeface="맑은 고딕" pitchFamily="50" charset="-127"/>
              </a:rPr>
              <a:t>2. Then Shekaniah son of Jehiel, one of the descendants of Elam, said to Ezra, "We have been unfaithful to our God by marrying foreign women from the peoples around us. But in spite of this, there is still hope for Israel.</a:t>
            </a:r>
            <a:endParaRPr lang="en-US" altLang="ko-KR" sz="3200" dirty="0">
              <a:latin typeface="맑은 고딕" pitchFamily="50" charset="-127"/>
            </a:endParaRPr>
          </a:p>
        </p:txBody>
      </p:sp>
    </p:spTree>
    <p:extLst>
      <p:ext uri="{BB962C8B-B14F-4D97-AF65-F5344CB8AC3E}">
        <p14:creationId xmlns:p14="http://schemas.microsoft.com/office/powerpoint/2010/main" val="405568262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3600" b="1" dirty="0">
                <a:latin typeface="+mn-ea"/>
              </a:rPr>
              <a:t>에스라 10:2-3</a:t>
            </a:r>
            <a:endParaRPr lang="en-US" altLang="ko-KR" sz="3600" b="1" dirty="0">
              <a:latin typeface="+mn-ea"/>
            </a:endParaRPr>
          </a:p>
          <a:p>
            <a:pPr algn="l">
              <a:buFontTx/>
              <a:buNone/>
              <a:defRPr/>
            </a:pPr>
            <a:r>
              <a:rPr lang="ko-KR" altLang="en-US" sz="4000" b="1" dirty="0">
                <a:latin typeface="맑은 고딕" pitchFamily="50" charset="-127"/>
              </a:rPr>
              <a:t>3. 곧 내 주의 교훈을 따르며 우리 하나님의 명령을 떨며 준행하는 자의 가르침을 따라 이 모든 아내와 그들의 소생을 다 내보내기로 우리 하나님과 언약을 세우고 율법대로 행할 것이라</a:t>
            </a:r>
            <a:endParaRPr lang="en-US" altLang="ko-KR" sz="4000" b="1" dirty="0">
              <a:latin typeface="맑은 고딕" pitchFamily="50" charset="-127"/>
            </a:endParaRPr>
          </a:p>
          <a:p>
            <a:pPr algn="l">
              <a:buFontTx/>
              <a:buNone/>
              <a:defRPr/>
            </a:pPr>
            <a:endParaRPr lang="en-US" altLang="ko-KR" b="1" dirty="0">
              <a:latin typeface="맑은 고딕" pitchFamily="50" charset="-127"/>
            </a:endParaRPr>
          </a:p>
          <a:p>
            <a:pPr algn="l">
              <a:buFontTx/>
              <a:buNone/>
              <a:defRPr/>
            </a:pPr>
            <a:r>
              <a:rPr lang="ko-KR" altLang="en-US" sz="3200" b="1" dirty="0">
                <a:latin typeface="+mn-ea"/>
              </a:rPr>
              <a:t>Ezra 10:2-3</a:t>
            </a:r>
            <a:endParaRPr lang="en-US" altLang="ko-KR" sz="3200" b="1" dirty="0">
              <a:latin typeface="+mn-ea"/>
            </a:endParaRPr>
          </a:p>
          <a:p>
            <a:pPr algn="l">
              <a:buFontTx/>
              <a:buNone/>
              <a:defRPr/>
            </a:pPr>
            <a:r>
              <a:rPr lang="ko-KR" altLang="en-US" sz="3200" dirty="0">
                <a:latin typeface="맑은 고딕" pitchFamily="50" charset="-127"/>
              </a:rPr>
              <a:t>3. Now let us make a covenant before our God to send away all these women and their children, in accordance with the counsel of my lord and of those who fear the commands of our God. Let it be done according to the Law.</a:t>
            </a:r>
            <a:endParaRPr lang="en-US" altLang="ko-KR" sz="3200" dirty="0">
              <a:latin typeface="맑은 고딕" pitchFamily="50" charset="-127"/>
            </a:endParaRPr>
          </a:p>
        </p:txBody>
      </p:sp>
    </p:spTree>
    <p:extLst>
      <p:ext uri="{BB962C8B-B14F-4D97-AF65-F5344CB8AC3E}">
        <p14:creationId xmlns:p14="http://schemas.microsoft.com/office/powerpoint/2010/main" val="383617093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에스라 10:5-6</a:t>
            </a:r>
            <a:endParaRPr lang="en-US" altLang="ko-KR" sz="4267" b="1" dirty="0">
              <a:latin typeface="+mn-ea"/>
            </a:endParaRPr>
          </a:p>
          <a:p>
            <a:pPr algn="l">
              <a:buFontTx/>
              <a:buNone/>
              <a:defRPr/>
            </a:pPr>
            <a:r>
              <a:rPr lang="ko-KR" altLang="en-US" sz="4800" b="1" dirty="0">
                <a:latin typeface="맑은 고딕" pitchFamily="50" charset="-127"/>
              </a:rPr>
              <a:t>5. 이에 에스라가 일어나 제사장들과 레위 사람들과 온 이스라엘에게 이 말대로 행하기를 맹세하게 하매 무리가 맹세하는지라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Ezra 10:5-6</a:t>
            </a:r>
            <a:endParaRPr lang="en-US" altLang="ko-KR" sz="3733" b="1" dirty="0">
              <a:latin typeface="+mn-ea"/>
            </a:endParaRPr>
          </a:p>
          <a:p>
            <a:pPr algn="l">
              <a:buFontTx/>
              <a:buNone/>
              <a:defRPr/>
            </a:pPr>
            <a:r>
              <a:rPr lang="ko-KR" altLang="en-US" sz="3733" dirty="0">
                <a:latin typeface="맑은 고딕" pitchFamily="50" charset="-127"/>
              </a:rPr>
              <a:t>5. So Ezra rose up and put the leading priests and Levites and all Israel under oath to do what had been suggested. And they took the oath.</a:t>
            </a:r>
            <a:endParaRPr lang="en-US" altLang="ko-KR" sz="3733" dirty="0">
              <a:latin typeface="맑은 고딕" pitchFamily="50" charset="-127"/>
            </a:endParaRPr>
          </a:p>
        </p:txBody>
      </p:sp>
    </p:spTree>
    <p:extLst>
      <p:ext uri="{BB962C8B-B14F-4D97-AF65-F5344CB8AC3E}">
        <p14:creationId xmlns:p14="http://schemas.microsoft.com/office/powerpoint/2010/main" val="230572556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3600" b="1" dirty="0">
                <a:latin typeface="+mn-ea"/>
              </a:rPr>
              <a:t>에스라 10:5-6</a:t>
            </a:r>
            <a:endParaRPr lang="en-US" altLang="ko-KR" sz="3600" b="1" dirty="0">
              <a:latin typeface="+mn-ea"/>
            </a:endParaRPr>
          </a:p>
          <a:p>
            <a:pPr algn="l">
              <a:buFontTx/>
              <a:buNone/>
              <a:defRPr/>
            </a:pPr>
            <a:r>
              <a:rPr lang="ko-KR" altLang="en-US" sz="4000" b="1" dirty="0">
                <a:latin typeface="맑은 고딕" pitchFamily="50" charset="-127"/>
              </a:rPr>
              <a:t>6. 이에 에스라가 하나님의 성전 앞에서 일어나 엘리아십의 아들 여호하난의 방으로 들어가니라 그가 들어가서 사로잡혔던 자들의 죄를 근심하여 음식도 먹지 아니하며 물도 마시지 아니하더니</a:t>
            </a:r>
            <a:endParaRPr lang="en-US" altLang="ko-KR" sz="4000" b="1" dirty="0">
              <a:latin typeface="맑은 고딕" pitchFamily="50" charset="-127"/>
            </a:endParaRPr>
          </a:p>
          <a:p>
            <a:pPr algn="l">
              <a:buFontTx/>
              <a:buNone/>
              <a:defRPr/>
            </a:pPr>
            <a:endParaRPr lang="en-US" altLang="ko-KR" b="1" dirty="0">
              <a:latin typeface="맑은 고딕" pitchFamily="50" charset="-127"/>
            </a:endParaRPr>
          </a:p>
          <a:p>
            <a:pPr algn="l">
              <a:buFontTx/>
              <a:buNone/>
              <a:defRPr/>
            </a:pPr>
            <a:r>
              <a:rPr lang="ko-KR" altLang="en-US" sz="3200" b="1" dirty="0">
                <a:latin typeface="+mn-ea"/>
              </a:rPr>
              <a:t>Ezra 10:5-6</a:t>
            </a:r>
            <a:endParaRPr lang="en-US" altLang="ko-KR" sz="3200" b="1" dirty="0">
              <a:latin typeface="+mn-ea"/>
            </a:endParaRPr>
          </a:p>
          <a:p>
            <a:pPr algn="l">
              <a:buFontTx/>
              <a:buNone/>
              <a:defRPr/>
            </a:pPr>
            <a:r>
              <a:rPr lang="ko-KR" altLang="en-US" sz="3200" dirty="0">
                <a:latin typeface="맑은 고딕" pitchFamily="50" charset="-127"/>
              </a:rPr>
              <a:t>6. Then Ezra withdrew from before the house of God and went to the room of Jehohanan son of Eliashib. While he was there, he ate no food and drank no water, because he continued to mourn over the unfaithfulness of the exiles.</a:t>
            </a:r>
            <a:endParaRPr lang="en-US" altLang="ko-KR" sz="3200" dirty="0">
              <a:latin typeface="맑은 고딕" pitchFamily="50" charset="-127"/>
            </a:endParaRPr>
          </a:p>
        </p:txBody>
      </p:sp>
    </p:spTree>
    <p:extLst>
      <p:ext uri="{BB962C8B-B14F-4D97-AF65-F5344CB8AC3E}">
        <p14:creationId xmlns:p14="http://schemas.microsoft.com/office/powerpoint/2010/main" val="114031185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마가복음 9:23,28-29</a:t>
            </a:r>
            <a:endParaRPr lang="en-US" altLang="ko-KR" sz="4267" b="1" dirty="0">
              <a:latin typeface="+mn-ea"/>
            </a:endParaRPr>
          </a:p>
          <a:p>
            <a:pPr algn="l">
              <a:buFontTx/>
              <a:buNone/>
              <a:defRPr/>
            </a:pPr>
            <a:r>
              <a:rPr lang="ko-KR" altLang="en-US" sz="4800" b="1" dirty="0">
                <a:latin typeface="맑은 고딕" pitchFamily="50" charset="-127"/>
              </a:rPr>
              <a:t>23. 예수께서 이르시되 할 수 있거든이 무슨 말이냐 믿는 자에게는 능히 하지 못할 일이 없느니라 하시니</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Mark 9:23,28-29</a:t>
            </a:r>
            <a:endParaRPr lang="en-US" altLang="ko-KR" sz="3733" b="1" dirty="0">
              <a:latin typeface="+mn-ea"/>
            </a:endParaRPr>
          </a:p>
          <a:p>
            <a:pPr algn="l">
              <a:buFontTx/>
              <a:buNone/>
              <a:defRPr/>
            </a:pPr>
            <a:r>
              <a:rPr lang="ko-KR" altLang="en-US" sz="3733" dirty="0">
                <a:latin typeface="맑은 고딕" pitchFamily="50" charset="-127"/>
              </a:rPr>
              <a:t>23. "'If you can'?" said Jesus. "Everything is possible for one who believes."</a:t>
            </a:r>
            <a:endParaRPr lang="en-US" altLang="ko-KR" sz="3733" dirty="0">
              <a:latin typeface="맑은 고딕" pitchFamily="50" charset="-127"/>
            </a:endParaRPr>
          </a:p>
        </p:txBody>
      </p:sp>
    </p:spTree>
    <p:extLst>
      <p:ext uri="{BB962C8B-B14F-4D97-AF65-F5344CB8AC3E}">
        <p14:creationId xmlns:p14="http://schemas.microsoft.com/office/powerpoint/2010/main" val="410490070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마가복음 9:23,28-29</a:t>
            </a:r>
            <a:endParaRPr lang="en-US" altLang="ko-KR" sz="4267" b="1" dirty="0">
              <a:latin typeface="+mn-ea"/>
            </a:endParaRPr>
          </a:p>
          <a:p>
            <a:pPr algn="l">
              <a:buFontTx/>
              <a:buNone/>
              <a:defRPr/>
            </a:pPr>
            <a:r>
              <a:rPr lang="ko-KR" altLang="en-US" sz="4800" b="1" dirty="0">
                <a:latin typeface="맑은 고딕" pitchFamily="50" charset="-127"/>
              </a:rPr>
              <a:t>28. 집에 들어가시매 제자들이 조용히 묻자오되 우리는 어찌하여 능히 그 귀신을 쫓아내지 못하였나이까</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Mark 9:23,28-29</a:t>
            </a:r>
            <a:endParaRPr lang="en-US" altLang="ko-KR" sz="3733" b="1" dirty="0">
              <a:latin typeface="+mn-ea"/>
            </a:endParaRPr>
          </a:p>
          <a:p>
            <a:pPr algn="l">
              <a:buFontTx/>
              <a:buNone/>
              <a:defRPr/>
            </a:pPr>
            <a:r>
              <a:rPr lang="ko-KR" altLang="en-US" sz="3733" dirty="0">
                <a:latin typeface="맑은 고딕" pitchFamily="50" charset="-127"/>
              </a:rPr>
              <a:t>28. After Jesus had gone indoors, his disciples asked him privately, "Why couldn't we drive it out?"</a:t>
            </a:r>
            <a:endParaRPr lang="en-US" altLang="ko-KR" sz="3733" dirty="0">
              <a:latin typeface="맑은 고딕" pitchFamily="50" charset="-127"/>
            </a:endParaRPr>
          </a:p>
        </p:txBody>
      </p:sp>
    </p:spTree>
    <p:extLst>
      <p:ext uri="{BB962C8B-B14F-4D97-AF65-F5344CB8AC3E}">
        <p14:creationId xmlns:p14="http://schemas.microsoft.com/office/powerpoint/2010/main" val="62663310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마가복음 9:23,28-29</a:t>
            </a:r>
            <a:endParaRPr lang="en-US" altLang="ko-KR" sz="4267" b="1" dirty="0">
              <a:latin typeface="+mn-ea"/>
            </a:endParaRPr>
          </a:p>
          <a:p>
            <a:pPr algn="l">
              <a:buFontTx/>
              <a:buNone/>
              <a:defRPr/>
            </a:pPr>
            <a:r>
              <a:rPr lang="ko-KR" altLang="en-US" sz="4800" b="1" dirty="0">
                <a:latin typeface="맑은 고딕" pitchFamily="50" charset="-127"/>
              </a:rPr>
              <a:t>29. 이르시되 기도 외에 다른 것으로는 이런 종류가 나갈 수 없느니라 하시니라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Mark 9:23,28-29</a:t>
            </a:r>
            <a:endParaRPr lang="en-US" altLang="ko-KR" sz="3733" b="1" dirty="0">
              <a:latin typeface="+mn-ea"/>
            </a:endParaRPr>
          </a:p>
          <a:p>
            <a:pPr algn="l">
              <a:buFontTx/>
              <a:buNone/>
              <a:defRPr/>
            </a:pPr>
            <a:r>
              <a:rPr lang="ko-KR" altLang="en-US" sz="3733" dirty="0">
                <a:latin typeface="맑은 고딕" pitchFamily="50" charset="-127"/>
              </a:rPr>
              <a:t>29. He replied, "This kind can come out only by prayer."</a:t>
            </a:r>
            <a:endParaRPr lang="en-US" altLang="ko-KR" sz="3733" dirty="0">
              <a:latin typeface="맑은 고딕" pitchFamily="50" charset="-127"/>
            </a:endParaRPr>
          </a:p>
        </p:txBody>
      </p:sp>
    </p:spTree>
    <p:extLst>
      <p:ext uri="{BB962C8B-B14F-4D97-AF65-F5344CB8AC3E}">
        <p14:creationId xmlns:p14="http://schemas.microsoft.com/office/powerpoint/2010/main" val="157583745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로마서 5:2-3</a:t>
            </a:r>
            <a:endParaRPr lang="en-US" altLang="ko-KR" sz="4267" b="1" dirty="0">
              <a:latin typeface="+mn-ea"/>
            </a:endParaRPr>
          </a:p>
          <a:p>
            <a:pPr algn="l">
              <a:buFontTx/>
              <a:buNone/>
              <a:defRPr/>
            </a:pPr>
            <a:r>
              <a:rPr lang="ko-KR" altLang="en-US" sz="4800" b="1" dirty="0">
                <a:latin typeface="맑은 고딕" pitchFamily="50" charset="-127"/>
              </a:rPr>
              <a:t>2. 또한 그로 말미암아 우리가 믿음으로 서 있는 이 은혜에 들어감을 얻었으며 하나님의 영광을 바라고 즐거워하느니라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Romans 5:2-3</a:t>
            </a:r>
            <a:endParaRPr lang="en-US" altLang="ko-KR" sz="3733" b="1" dirty="0">
              <a:latin typeface="+mn-ea"/>
            </a:endParaRPr>
          </a:p>
          <a:p>
            <a:pPr algn="l">
              <a:buFontTx/>
              <a:buNone/>
              <a:defRPr/>
            </a:pPr>
            <a:r>
              <a:rPr lang="ko-KR" altLang="en-US" sz="3733" dirty="0">
                <a:latin typeface="맑은 고딕" pitchFamily="50" charset="-127"/>
              </a:rPr>
              <a:t>2. through whom we have gained access by faith into this grace in which we now stand. And we boast in the hope of the glory of God.</a:t>
            </a:r>
            <a:endParaRPr lang="en-US" altLang="ko-KR" sz="3733" dirty="0">
              <a:latin typeface="맑은 고딕" pitchFamily="50" charset="-127"/>
            </a:endParaRPr>
          </a:p>
        </p:txBody>
      </p:sp>
    </p:spTree>
    <p:extLst>
      <p:ext uri="{BB962C8B-B14F-4D97-AF65-F5344CB8AC3E}">
        <p14:creationId xmlns:p14="http://schemas.microsoft.com/office/powerpoint/2010/main" val="1461054861"/>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로마서 5:2-3</a:t>
            </a:r>
            <a:endParaRPr lang="en-US" altLang="ko-KR" sz="4267" b="1" dirty="0">
              <a:latin typeface="+mn-ea"/>
            </a:endParaRPr>
          </a:p>
          <a:p>
            <a:pPr algn="l">
              <a:buFontTx/>
              <a:buNone/>
              <a:defRPr/>
            </a:pPr>
            <a:r>
              <a:rPr lang="ko-KR" altLang="en-US" sz="4800" b="1" dirty="0">
                <a:latin typeface="맑은 고딕" pitchFamily="50" charset="-127"/>
              </a:rPr>
              <a:t>3. 다만 이뿐 아니라 우리가 환난 중에도 즐거워하나니 이는 환난은 인내를,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Romans 5:2-3</a:t>
            </a:r>
            <a:endParaRPr lang="en-US" altLang="ko-KR" sz="3733" b="1" dirty="0">
              <a:latin typeface="+mn-ea"/>
            </a:endParaRPr>
          </a:p>
          <a:p>
            <a:pPr algn="l">
              <a:buFontTx/>
              <a:buNone/>
              <a:defRPr/>
            </a:pPr>
            <a:r>
              <a:rPr lang="ko-KR" altLang="en-US" sz="3733" dirty="0">
                <a:latin typeface="맑은 고딕" pitchFamily="50" charset="-127"/>
              </a:rPr>
              <a:t>3. Not only so, but we also glory in our sufferings, because we know that suffering produces perseverance;</a:t>
            </a:r>
            <a:endParaRPr lang="en-US" altLang="ko-KR" sz="3733" dirty="0">
              <a:latin typeface="맑은 고딕" pitchFamily="50" charset="-127"/>
            </a:endParaRPr>
          </a:p>
        </p:txBody>
      </p:sp>
    </p:spTree>
    <p:extLst>
      <p:ext uri="{BB962C8B-B14F-4D97-AF65-F5344CB8AC3E}">
        <p14:creationId xmlns:p14="http://schemas.microsoft.com/office/powerpoint/2010/main" val="421772674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빌립보서 4:11-13</a:t>
            </a:r>
            <a:endParaRPr lang="en-US" altLang="ko-KR" sz="4267" b="1" dirty="0">
              <a:latin typeface="+mn-ea"/>
            </a:endParaRPr>
          </a:p>
          <a:p>
            <a:pPr algn="l">
              <a:buFontTx/>
              <a:buNone/>
              <a:defRPr/>
            </a:pPr>
            <a:r>
              <a:rPr lang="ko-KR" altLang="en-US" sz="4800" b="1" dirty="0">
                <a:latin typeface="맑은 고딕" pitchFamily="50" charset="-127"/>
              </a:rPr>
              <a:t>11. 내가 궁핍하므로 말하는 것이 아니니라 어떠한 형편에든지 나는 자족하기를 배웠노니</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Philippians 4:11-13</a:t>
            </a:r>
            <a:endParaRPr lang="en-US" altLang="ko-KR" sz="3733" b="1" dirty="0">
              <a:latin typeface="+mn-ea"/>
            </a:endParaRPr>
          </a:p>
          <a:p>
            <a:pPr algn="l">
              <a:buFontTx/>
              <a:buNone/>
              <a:defRPr/>
            </a:pPr>
            <a:r>
              <a:rPr lang="ko-KR" altLang="en-US" sz="3733" dirty="0">
                <a:latin typeface="맑은 고딕" pitchFamily="50" charset="-127"/>
              </a:rPr>
              <a:t>11. I am not saying this because I am in need, for I have learned to be content whatever the circumstances.</a:t>
            </a:r>
            <a:endParaRPr lang="en-US" altLang="ko-KR" sz="3733" dirty="0">
              <a:latin typeface="맑은 고딕" pitchFamily="50" charset="-127"/>
            </a:endParaRPr>
          </a:p>
        </p:txBody>
      </p:sp>
    </p:spTree>
    <p:extLst>
      <p:ext uri="{BB962C8B-B14F-4D97-AF65-F5344CB8AC3E}">
        <p14:creationId xmlns:p14="http://schemas.microsoft.com/office/powerpoint/2010/main" val="220851549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000" b="1" dirty="0">
                <a:latin typeface="+mn-ea"/>
              </a:rPr>
              <a:t>빌립보서 4:11-13</a:t>
            </a:r>
            <a:endParaRPr lang="en-US" altLang="ko-KR" sz="4000" b="1" dirty="0">
              <a:latin typeface="+mn-ea"/>
            </a:endParaRPr>
          </a:p>
          <a:p>
            <a:pPr algn="l">
              <a:buFontTx/>
              <a:buNone/>
              <a:defRPr/>
            </a:pPr>
            <a:r>
              <a:rPr lang="ko-KR" altLang="en-US" sz="4400" b="1" dirty="0">
                <a:latin typeface="맑은 고딕" pitchFamily="50" charset="-127"/>
              </a:rPr>
              <a:t>12. 나는 비천에 처할 줄도 알고 풍부에 처할 줄도 알아 모든 일 곧 배부름과 배고픔과 풍부와 궁핍에도 처할 줄 아는 일체의 비결을 배웠노라</a:t>
            </a:r>
            <a:endParaRPr lang="en-US" altLang="ko-KR" sz="4400" b="1" dirty="0">
              <a:latin typeface="맑은 고딕" pitchFamily="50" charset="-127"/>
            </a:endParaRPr>
          </a:p>
          <a:p>
            <a:pPr algn="l">
              <a:buFontTx/>
              <a:buNone/>
              <a:defRPr/>
            </a:pPr>
            <a:endParaRPr lang="en-US" altLang="ko-KR" sz="2800" b="1" dirty="0">
              <a:latin typeface="맑은 고딕" pitchFamily="50" charset="-127"/>
            </a:endParaRPr>
          </a:p>
          <a:p>
            <a:pPr algn="l">
              <a:buFontTx/>
              <a:buNone/>
              <a:defRPr/>
            </a:pPr>
            <a:r>
              <a:rPr lang="ko-KR" altLang="en-US" sz="3600" b="1" dirty="0">
                <a:latin typeface="+mn-ea"/>
              </a:rPr>
              <a:t>Philippians 4:11-13</a:t>
            </a:r>
            <a:endParaRPr lang="en-US" altLang="ko-KR" sz="3600" b="1" dirty="0">
              <a:latin typeface="+mn-ea"/>
            </a:endParaRPr>
          </a:p>
          <a:p>
            <a:pPr algn="l">
              <a:buFontTx/>
              <a:buNone/>
              <a:defRPr/>
            </a:pPr>
            <a:r>
              <a:rPr lang="ko-KR" altLang="en-US" sz="3600" dirty="0">
                <a:latin typeface="맑은 고딕" pitchFamily="50" charset="-127"/>
              </a:rPr>
              <a:t>12. I know what it is to be in need, and I know what it is to have plenty. I have learned the secret of being content in any and every situation, whether well fed or hungry, whether living in plenty or in want.</a:t>
            </a:r>
            <a:endParaRPr lang="en-US" altLang="ko-KR" sz="3600" dirty="0">
              <a:latin typeface="맑은 고딕" pitchFamily="50" charset="-127"/>
            </a:endParaRPr>
          </a:p>
        </p:txBody>
      </p:sp>
    </p:spTree>
    <p:extLst>
      <p:ext uri="{BB962C8B-B14F-4D97-AF65-F5344CB8AC3E}">
        <p14:creationId xmlns:p14="http://schemas.microsoft.com/office/powerpoint/2010/main" val="11451694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빌립보서 4:11-13</a:t>
            </a:r>
            <a:endParaRPr lang="en-US" altLang="ko-KR" sz="4267" b="1" dirty="0">
              <a:latin typeface="+mn-ea"/>
            </a:endParaRPr>
          </a:p>
          <a:p>
            <a:pPr algn="l">
              <a:buFontTx/>
              <a:buNone/>
              <a:defRPr/>
            </a:pPr>
            <a:r>
              <a:rPr lang="ko-KR" altLang="en-US" sz="4800" b="1" dirty="0">
                <a:latin typeface="맑은 고딕" pitchFamily="50" charset="-127"/>
              </a:rPr>
              <a:t>13. 내게 능력 주시는 자 안에서 내가 모든 것을 할 수 있느니라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Philippians 4:11-13</a:t>
            </a:r>
            <a:endParaRPr lang="en-US" altLang="ko-KR" sz="3733" b="1" dirty="0">
              <a:latin typeface="+mn-ea"/>
            </a:endParaRPr>
          </a:p>
          <a:p>
            <a:pPr algn="l">
              <a:buFontTx/>
              <a:buNone/>
              <a:defRPr/>
            </a:pPr>
            <a:r>
              <a:rPr lang="ko-KR" altLang="en-US" sz="3733" dirty="0">
                <a:latin typeface="맑은 고딕" pitchFamily="50" charset="-127"/>
              </a:rPr>
              <a:t>13. I can do all this through him who gives me strength.</a:t>
            </a:r>
            <a:endParaRPr lang="en-US" altLang="ko-KR" sz="3733" dirty="0">
              <a:latin typeface="맑은 고딕" pitchFamily="50" charset="-127"/>
            </a:endParaRPr>
          </a:p>
        </p:txBody>
      </p:sp>
    </p:spTree>
    <p:extLst>
      <p:ext uri="{BB962C8B-B14F-4D97-AF65-F5344CB8AC3E}">
        <p14:creationId xmlns:p14="http://schemas.microsoft.com/office/powerpoint/2010/main" val="301617060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빌립보서 4:6-7</a:t>
            </a:r>
            <a:endParaRPr lang="en-US" altLang="ko-KR" sz="4267" b="1" dirty="0">
              <a:latin typeface="+mn-ea"/>
            </a:endParaRPr>
          </a:p>
          <a:p>
            <a:pPr algn="l">
              <a:buFontTx/>
              <a:buNone/>
              <a:defRPr/>
            </a:pPr>
            <a:r>
              <a:rPr lang="ko-KR" altLang="en-US" sz="4800" b="1" dirty="0">
                <a:latin typeface="맑은 고딕" pitchFamily="50" charset="-127"/>
              </a:rPr>
              <a:t>6. 아무 것도 염려하지 말고 다만 모든 일에 기도와 간구로, 너희 구할 것을 감사함으로 하나님께 아뢰라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Philippians 4:6-7</a:t>
            </a:r>
            <a:endParaRPr lang="en-US" altLang="ko-KR" sz="3733" b="1" dirty="0">
              <a:latin typeface="+mn-ea"/>
            </a:endParaRPr>
          </a:p>
          <a:p>
            <a:pPr algn="l">
              <a:buFontTx/>
              <a:buNone/>
              <a:defRPr/>
            </a:pPr>
            <a:r>
              <a:rPr lang="ko-KR" altLang="en-US" sz="3733" dirty="0">
                <a:latin typeface="맑은 고딕" pitchFamily="50" charset="-127"/>
              </a:rPr>
              <a:t>6. Do not be anxious about anything, but in every situation, by prayer and petition, with thanksgiving, present your requests to God.</a:t>
            </a:r>
            <a:endParaRPr lang="en-US" altLang="ko-KR" sz="3733" dirty="0">
              <a:latin typeface="맑은 고딕" pitchFamily="50" charset="-127"/>
            </a:endParaRPr>
          </a:p>
        </p:txBody>
      </p:sp>
    </p:spTree>
    <p:extLst>
      <p:ext uri="{BB962C8B-B14F-4D97-AF65-F5344CB8AC3E}">
        <p14:creationId xmlns:p14="http://schemas.microsoft.com/office/powerpoint/2010/main" val="247078105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빌립보서 4:6-7</a:t>
            </a:r>
            <a:endParaRPr lang="en-US" altLang="ko-KR" sz="4267" b="1" dirty="0">
              <a:latin typeface="+mn-ea"/>
            </a:endParaRPr>
          </a:p>
          <a:p>
            <a:pPr algn="l">
              <a:buFontTx/>
              <a:buNone/>
              <a:defRPr/>
            </a:pPr>
            <a:r>
              <a:rPr lang="ko-KR" altLang="en-US" sz="4800" b="1" dirty="0">
                <a:latin typeface="맑은 고딕" pitchFamily="50" charset="-127"/>
              </a:rPr>
              <a:t>7. 그리하면 모든 지각에 뛰어난 하나님의 평강이 그리스도 예수 안에서 너희 마음과 생각을 지키시리라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Philippians 4:6-7</a:t>
            </a:r>
            <a:endParaRPr lang="en-US" altLang="ko-KR" sz="3733" b="1" dirty="0">
              <a:latin typeface="+mn-ea"/>
            </a:endParaRPr>
          </a:p>
          <a:p>
            <a:pPr algn="l">
              <a:buFontTx/>
              <a:buNone/>
              <a:defRPr/>
            </a:pPr>
            <a:r>
              <a:rPr lang="ko-KR" altLang="en-US" sz="3733" dirty="0">
                <a:latin typeface="맑은 고딕" pitchFamily="50" charset="-127"/>
              </a:rPr>
              <a:t>7. And the peace of God, which transcends all understanding, will guard your hearts and your minds in Christ Jesus.</a:t>
            </a:r>
            <a:endParaRPr lang="en-US" altLang="ko-KR" sz="3733" dirty="0">
              <a:latin typeface="맑은 고딕" pitchFamily="50" charset="-127"/>
            </a:endParaRPr>
          </a:p>
        </p:txBody>
      </p:sp>
    </p:spTree>
    <p:extLst>
      <p:ext uri="{BB962C8B-B14F-4D97-AF65-F5344CB8AC3E}">
        <p14:creationId xmlns:p14="http://schemas.microsoft.com/office/powerpoint/2010/main" val="173131905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7B62A-44DA-ED10-EC94-7CF1E58CA7DD}"/>
            </a:ext>
          </a:extLst>
        </p:cNvPr>
        <p:cNvGrpSpPr/>
        <p:nvPr/>
      </p:nvGrpSpPr>
      <p:grpSpPr>
        <a:xfrm>
          <a:off x="0" y="0"/>
          <a:ext cx="0" cy="0"/>
          <a:chOff x="0" y="0"/>
          <a:chExt cx="0" cy="0"/>
        </a:xfrm>
      </p:grpSpPr>
      <p:sp>
        <p:nvSpPr>
          <p:cNvPr id="28674" name="내용 개체 틀 5">
            <a:extLst>
              <a:ext uri="{FF2B5EF4-FFF2-40B4-BE49-F238E27FC236}">
                <a16:creationId xmlns:a16="http://schemas.microsoft.com/office/drawing/2014/main" id="{1A81D144-AF39-1504-3E78-FCD195AE67F3}"/>
              </a:ext>
            </a:extLst>
          </p:cNvPr>
          <p:cNvSpPr>
            <a:spLocks noGrp="1"/>
          </p:cNvSpPr>
          <p:nvPr>
            <p:ph type="body" orient="vert" idx="1"/>
          </p:nvPr>
        </p:nvSpPr>
        <p:spPr bwMode="auto">
          <a:xfrm>
            <a:off x="299356" y="166328"/>
            <a:ext cx="11701300" cy="6525343"/>
          </a:xfrm>
          <a:ln>
            <a:miter lim="800000"/>
            <a:headEnd/>
            <a:tailEnd/>
          </a:ln>
        </p:spPr>
        <p:txBody>
          <a:bodyPr vert="horz" wrap="square" lIns="91440" tIns="45720" rIns="91440" bIns="45720" numCol="1" anchor="ctr" anchorCtr="0" compatLnSpc="1">
            <a:prstTxWarp prst="textNoShape">
              <a:avLst/>
            </a:prstTxWarp>
            <a:normAutofit/>
          </a:bodyPr>
          <a:lstStyle/>
          <a:p>
            <a:pPr marL="0" indent="0">
              <a:buNone/>
            </a:pPr>
            <a:r>
              <a:rPr lang="en-US" altLang="ko-Kore-KR" b="1" dirty="0"/>
              <a:t>3. </a:t>
            </a:r>
            <a:r>
              <a:rPr lang="ko-KR" altLang="ko-Kore-KR" b="1" dirty="0"/>
              <a:t>말씀의 행함이 있었습니다</a:t>
            </a:r>
            <a:endParaRPr lang="ko-Kore-KR" altLang="ko-Kore-KR" dirty="0"/>
          </a:p>
          <a:p>
            <a:pPr marL="0" indent="0">
              <a:buNone/>
            </a:pPr>
            <a:r>
              <a:rPr lang="en-US" altLang="ko-Kore-KR" dirty="0"/>
              <a:t>3. He put the word of God into practice</a:t>
            </a:r>
            <a:endParaRPr lang="ko-Kore-KR" altLang="ko-Kore-KR" dirty="0"/>
          </a:p>
        </p:txBody>
      </p:sp>
    </p:spTree>
    <p:extLst>
      <p:ext uri="{BB962C8B-B14F-4D97-AF65-F5344CB8AC3E}">
        <p14:creationId xmlns:p14="http://schemas.microsoft.com/office/powerpoint/2010/main" val="317849790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3200" b="1" dirty="0">
                <a:latin typeface="+mn-ea"/>
              </a:rPr>
              <a:t>에스라 10:14,17,19</a:t>
            </a:r>
            <a:endParaRPr lang="en-US" altLang="ko-KR" sz="3200" b="1" dirty="0">
              <a:latin typeface="+mn-ea"/>
            </a:endParaRPr>
          </a:p>
          <a:p>
            <a:pPr algn="l">
              <a:buFontTx/>
              <a:buNone/>
              <a:defRPr/>
            </a:pPr>
            <a:r>
              <a:rPr lang="ko-KR" altLang="en-US" sz="3600" b="1" dirty="0">
                <a:latin typeface="맑은 고딕" pitchFamily="50" charset="-127"/>
              </a:rPr>
              <a:t>14. 이제 온 회중을 위하여 우리의 방백들을 세우고 우리 모든 성읍에 이방 여자에게 장가든 자는 다 기한에 각 고을의 장로들과 재판장과 함께 오게 하여 이 일로 인한 우리 하나님의 진노가 우리에게서 떠나게 하소서 하나</a:t>
            </a:r>
            <a:endParaRPr lang="en-US" altLang="ko-KR" sz="3600" b="1" dirty="0">
              <a:latin typeface="맑은 고딕" pitchFamily="50" charset="-127"/>
            </a:endParaRPr>
          </a:p>
          <a:p>
            <a:pPr algn="l">
              <a:buFontTx/>
              <a:buNone/>
              <a:defRPr/>
            </a:pPr>
            <a:endParaRPr lang="en-US" altLang="ko-KR" sz="2000" b="1" dirty="0">
              <a:latin typeface="맑은 고딕" pitchFamily="50" charset="-127"/>
            </a:endParaRPr>
          </a:p>
          <a:p>
            <a:pPr algn="l">
              <a:buFontTx/>
              <a:buNone/>
              <a:defRPr/>
            </a:pPr>
            <a:r>
              <a:rPr lang="ko-KR" altLang="en-US" sz="2800" b="1" dirty="0">
                <a:latin typeface="+mn-ea"/>
              </a:rPr>
              <a:t>Ezra 10:14,17,19</a:t>
            </a:r>
            <a:endParaRPr lang="en-US" altLang="ko-KR" sz="2800" b="1" dirty="0">
              <a:latin typeface="+mn-ea"/>
            </a:endParaRPr>
          </a:p>
          <a:p>
            <a:pPr algn="l">
              <a:buFontTx/>
              <a:buNone/>
              <a:defRPr/>
            </a:pPr>
            <a:r>
              <a:rPr lang="ko-KR" altLang="en-US" sz="2800" dirty="0">
                <a:latin typeface="맑은 고딕" pitchFamily="50" charset="-127"/>
              </a:rPr>
              <a:t>14. Let our officials act for the whole assembly. Then let everyone in our towns who has married a foreign woman come at a set time, along with the elders and judges of each town, until the fierce anger of our God in this matter is turned away from us."</a:t>
            </a:r>
            <a:endParaRPr lang="en-US" altLang="ko-KR" sz="2800" dirty="0">
              <a:latin typeface="맑은 고딕" pitchFamily="50" charset="-127"/>
            </a:endParaRPr>
          </a:p>
        </p:txBody>
      </p:sp>
    </p:spTree>
    <p:extLst>
      <p:ext uri="{BB962C8B-B14F-4D97-AF65-F5344CB8AC3E}">
        <p14:creationId xmlns:p14="http://schemas.microsoft.com/office/powerpoint/2010/main" val="398307477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에스라 10:14,17,19</a:t>
            </a:r>
            <a:endParaRPr lang="en-US" altLang="ko-KR" sz="4267" b="1" dirty="0">
              <a:latin typeface="+mn-ea"/>
            </a:endParaRPr>
          </a:p>
          <a:p>
            <a:pPr algn="l">
              <a:buFontTx/>
              <a:buNone/>
              <a:defRPr/>
            </a:pPr>
            <a:r>
              <a:rPr lang="ko-KR" altLang="en-US" sz="4800" b="1" dirty="0">
                <a:latin typeface="맑은 고딕" pitchFamily="50" charset="-127"/>
              </a:rPr>
              <a:t>17. 첫째 달 초하루에 이르러 이방 여인을 아내로 맞이한 자의 일 조사하기를 마치니라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Ezra 10:14,17,19</a:t>
            </a:r>
            <a:endParaRPr lang="en-US" altLang="ko-KR" sz="3733" b="1" dirty="0">
              <a:latin typeface="+mn-ea"/>
            </a:endParaRPr>
          </a:p>
          <a:p>
            <a:pPr algn="l">
              <a:buFontTx/>
              <a:buNone/>
              <a:defRPr/>
            </a:pPr>
            <a:r>
              <a:rPr lang="ko-KR" altLang="en-US" sz="3733" dirty="0">
                <a:latin typeface="맑은 고딕" pitchFamily="50" charset="-127"/>
              </a:rPr>
              <a:t>17. and by the first day of the first month they finished dealing with all the men who had married foreign women.</a:t>
            </a:r>
            <a:endParaRPr lang="en-US" altLang="ko-KR" sz="3733" dirty="0">
              <a:latin typeface="맑은 고딕" pitchFamily="50" charset="-127"/>
            </a:endParaRPr>
          </a:p>
        </p:txBody>
      </p:sp>
    </p:spTree>
    <p:extLst>
      <p:ext uri="{BB962C8B-B14F-4D97-AF65-F5344CB8AC3E}">
        <p14:creationId xmlns:p14="http://schemas.microsoft.com/office/powerpoint/2010/main" val="254676365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에스라 10:14,17,19</a:t>
            </a:r>
            <a:endParaRPr lang="en-US" altLang="ko-KR" sz="4267" b="1" dirty="0">
              <a:latin typeface="+mn-ea"/>
            </a:endParaRPr>
          </a:p>
          <a:p>
            <a:pPr algn="l">
              <a:buFontTx/>
              <a:buNone/>
              <a:defRPr/>
            </a:pPr>
            <a:r>
              <a:rPr lang="ko-KR" altLang="en-US" sz="4800" b="1" dirty="0">
                <a:latin typeface="맑은 고딕" pitchFamily="50" charset="-127"/>
              </a:rPr>
              <a:t>19. 그들이 다 손을 잡아 맹세하여 그들의 아내를 내보내기로 하고 또 그 죄로 말미암아 숫양 한 마리를 속건제로 드렸으며</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Ezra 10:14,17,19</a:t>
            </a:r>
            <a:endParaRPr lang="en-US" altLang="ko-KR" sz="3733" b="1" dirty="0">
              <a:latin typeface="+mn-ea"/>
            </a:endParaRPr>
          </a:p>
          <a:p>
            <a:pPr algn="l">
              <a:buFontTx/>
              <a:buNone/>
              <a:defRPr/>
            </a:pPr>
            <a:r>
              <a:rPr lang="ko-KR" altLang="en-US" sz="3733" dirty="0">
                <a:latin typeface="맑은 고딕" pitchFamily="50" charset="-127"/>
              </a:rPr>
              <a:t>19. (They all gave their hands in pledge to put away their wives, and for their guilt they each presented a ram from the flock as a guilt offering.)</a:t>
            </a:r>
            <a:endParaRPr lang="en-US" altLang="ko-KR" sz="3733" dirty="0">
              <a:latin typeface="맑은 고딕" pitchFamily="50" charset="-127"/>
            </a:endParaRPr>
          </a:p>
        </p:txBody>
      </p:sp>
    </p:spTree>
    <p:extLst>
      <p:ext uri="{BB962C8B-B14F-4D97-AF65-F5344CB8AC3E}">
        <p14:creationId xmlns:p14="http://schemas.microsoft.com/office/powerpoint/2010/main" val="52648153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에스라 10:17-19</a:t>
            </a:r>
            <a:endParaRPr lang="en-US" altLang="ko-KR" sz="4267" b="1" dirty="0">
              <a:latin typeface="+mn-ea"/>
            </a:endParaRPr>
          </a:p>
          <a:p>
            <a:pPr algn="l">
              <a:buFontTx/>
              <a:buNone/>
              <a:defRPr/>
            </a:pPr>
            <a:r>
              <a:rPr lang="ko-KR" altLang="en-US" sz="4800" b="1" dirty="0">
                <a:latin typeface="맑은 고딕" pitchFamily="50" charset="-127"/>
              </a:rPr>
              <a:t>17. 첫째 달 초하루에 이르러 이방 여인을 아내로 맞이한 자의 일 조사하기를 마치니라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Ezra 10:17-19</a:t>
            </a:r>
            <a:endParaRPr lang="en-US" altLang="ko-KR" sz="3733" b="1" dirty="0">
              <a:latin typeface="+mn-ea"/>
            </a:endParaRPr>
          </a:p>
          <a:p>
            <a:pPr algn="l">
              <a:buFontTx/>
              <a:buNone/>
              <a:defRPr/>
            </a:pPr>
            <a:r>
              <a:rPr lang="ko-KR" altLang="en-US" sz="3733" dirty="0">
                <a:latin typeface="맑은 고딕" pitchFamily="50" charset="-127"/>
              </a:rPr>
              <a:t>17. and by the first day of the first month they finished dealing with all the men who had married foreign women.</a:t>
            </a:r>
            <a:endParaRPr lang="en-US" altLang="ko-KR" sz="3733" dirty="0">
              <a:latin typeface="맑은 고딕" pitchFamily="50" charset="-127"/>
            </a:endParaRPr>
          </a:p>
        </p:txBody>
      </p:sp>
    </p:spTree>
    <p:extLst>
      <p:ext uri="{BB962C8B-B14F-4D97-AF65-F5344CB8AC3E}">
        <p14:creationId xmlns:p14="http://schemas.microsoft.com/office/powerpoint/2010/main" val="126104948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000" b="1" dirty="0">
                <a:latin typeface="+mn-ea"/>
              </a:rPr>
              <a:t>에스라 10:17-19</a:t>
            </a:r>
            <a:endParaRPr lang="en-US" altLang="ko-KR" sz="4000" b="1" dirty="0">
              <a:latin typeface="+mn-ea"/>
            </a:endParaRPr>
          </a:p>
          <a:p>
            <a:pPr algn="l">
              <a:buFontTx/>
              <a:buNone/>
              <a:defRPr/>
            </a:pPr>
            <a:r>
              <a:rPr lang="ko-KR" altLang="en-US" sz="4400" b="1" dirty="0">
                <a:latin typeface="맑은 고딕" pitchFamily="50" charset="-127"/>
              </a:rPr>
              <a:t>18. 제사장의 무리 중에 이방 여인을 아내로 맞이한 자는 예수아 자손 중 요사닥의 아들과 그의 형제 마아세야와 엘리에셀과 야립과 그달랴라</a:t>
            </a:r>
            <a:endParaRPr lang="en-US" altLang="ko-KR" sz="4400" b="1" dirty="0">
              <a:latin typeface="맑은 고딕" pitchFamily="50" charset="-127"/>
            </a:endParaRPr>
          </a:p>
          <a:p>
            <a:pPr algn="l">
              <a:buFontTx/>
              <a:buNone/>
              <a:defRPr/>
            </a:pPr>
            <a:endParaRPr lang="en-US" altLang="ko-KR" sz="2800" b="1" dirty="0">
              <a:latin typeface="맑은 고딕" pitchFamily="50" charset="-127"/>
            </a:endParaRPr>
          </a:p>
          <a:p>
            <a:pPr algn="l">
              <a:buFontTx/>
              <a:buNone/>
              <a:defRPr/>
            </a:pPr>
            <a:r>
              <a:rPr lang="ko-KR" altLang="en-US" sz="3600" b="1" dirty="0">
                <a:latin typeface="+mn-ea"/>
              </a:rPr>
              <a:t>Ezra 10:17-19</a:t>
            </a:r>
            <a:endParaRPr lang="en-US" altLang="ko-KR" sz="3600" b="1" dirty="0">
              <a:latin typeface="+mn-ea"/>
            </a:endParaRPr>
          </a:p>
          <a:p>
            <a:pPr algn="l">
              <a:buFontTx/>
              <a:buNone/>
              <a:defRPr/>
            </a:pPr>
            <a:r>
              <a:rPr lang="ko-KR" altLang="en-US" sz="3600" dirty="0">
                <a:latin typeface="맑은 고딕" pitchFamily="50" charset="-127"/>
              </a:rPr>
              <a:t>18. Among the descendants of the priests, the following had married foreign women: From the descendants of Joshua son of Jozadak, and his brothers: Maaseiah, Eliezer, Jarib and Gedaliah.</a:t>
            </a:r>
            <a:endParaRPr lang="en-US" altLang="ko-KR" sz="3600" dirty="0">
              <a:latin typeface="맑은 고딕" pitchFamily="50" charset="-127"/>
            </a:endParaRPr>
          </a:p>
        </p:txBody>
      </p:sp>
    </p:spTree>
    <p:extLst>
      <p:ext uri="{BB962C8B-B14F-4D97-AF65-F5344CB8AC3E}">
        <p14:creationId xmlns:p14="http://schemas.microsoft.com/office/powerpoint/2010/main" val="361959025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에스라 10:17-19</a:t>
            </a:r>
            <a:endParaRPr lang="en-US" altLang="ko-KR" sz="4267" b="1" dirty="0">
              <a:latin typeface="+mn-ea"/>
            </a:endParaRPr>
          </a:p>
          <a:p>
            <a:pPr algn="l">
              <a:buFontTx/>
              <a:buNone/>
              <a:defRPr/>
            </a:pPr>
            <a:r>
              <a:rPr lang="ko-KR" altLang="en-US" sz="4800" b="1" dirty="0">
                <a:latin typeface="맑은 고딕" pitchFamily="50" charset="-127"/>
              </a:rPr>
              <a:t>19. 그들이 다 손을 잡아 맹세하여 그들의 아내를 내보내기로 하고 또 그 죄로 말미암아 숫양 한 마리를 속건제로 드렸으며</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Ezra 10:17-19</a:t>
            </a:r>
            <a:endParaRPr lang="en-US" altLang="ko-KR" sz="3733" b="1" dirty="0">
              <a:latin typeface="+mn-ea"/>
            </a:endParaRPr>
          </a:p>
          <a:p>
            <a:pPr algn="l">
              <a:buFontTx/>
              <a:buNone/>
              <a:defRPr/>
            </a:pPr>
            <a:r>
              <a:rPr lang="ko-KR" altLang="en-US" sz="3733" dirty="0">
                <a:latin typeface="맑은 고딕" pitchFamily="50" charset="-127"/>
              </a:rPr>
              <a:t>19. (They all gave their hands in pledge to put away their wives, and for their guilt they each presented a ram from the flock as a guilt offering.)</a:t>
            </a:r>
            <a:endParaRPr lang="en-US" altLang="ko-KR" sz="3733" dirty="0">
              <a:latin typeface="맑은 고딕" pitchFamily="50" charset="-127"/>
            </a:endParaRPr>
          </a:p>
        </p:txBody>
      </p:sp>
    </p:spTree>
    <p:extLst>
      <p:ext uri="{BB962C8B-B14F-4D97-AF65-F5344CB8AC3E}">
        <p14:creationId xmlns:p14="http://schemas.microsoft.com/office/powerpoint/2010/main" val="17690578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요한복음 13:15,17-18</a:t>
            </a:r>
            <a:endParaRPr lang="en-US" altLang="ko-KR" sz="4267" b="1" dirty="0">
              <a:latin typeface="+mn-ea"/>
            </a:endParaRPr>
          </a:p>
          <a:p>
            <a:pPr algn="l">
              <a:buFontTx/>
              <a:buNone/>
              <a:defRPr/>
            </a:pPr>
            <a:r>
              <a:rPr lang="ko-KR" altLang="en-US" sz="4800" b="1" dirty="0">
                <a:latin typeface="맑은 고딕" pitchFamily="50" charset="-127"/>
              </a:rPr>
              <a:t>15. 내가 너희에게 행한 것 같이 너희도 행하게 하려 하여 본을 보였노라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John 13:15,17-18</a:t>
            </a:r>
            <a:endParaRPr lang="en-US" altLang="ko-KR" sz="3733" b="1" dirty="0">
              <a:latin typeface="+mn-ea"/>
            </a:endParaRPr>
          </a:p>
          <a:p>
            <a:pPr algn="l">
              <a:buFontTx/>
              <a:buNone/>
              <a:defRPr/>
            </a:pPr>
            <a:r>
              <a:rPr lang="ko-KR" altLang="en-US" sz="3733" dirty="0">
                <a:latin typeface="맑은 고딕" pitchFamily="50" charset="-127"/>
              </a:rPr>
              <a:t>15. I have set you an example that you should do as I have done for you.</a:t>
            </a:r>
            <a:endParaRPr lang="en-US" altLang="ko-KR" sz="3733" dirty="0">
              <a:latin typeface="맑은 고딕" pitchFamily="50" charset="-127"/>
            </a:endParaRPr>
          </a:p>
        </p:txBody>
      </p:sp>
    </p:spTree>
    <p:extLst>
      <p:ext uri="{BB962C8B-B14F-4D97-AF65-F5344CB8AC3E}">
        <p14:creationId xmlns:p14="http://schemas.microsoft.com/office/powerpoint/2010/main" val="18248296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요한복음 13:15,17-18</a:t>
            </a:r>
            <a:endParaRPr lang="en-US" altLang="ko-KR" sz="4267" b="1" dirty="0">
              <a:latin typeface="+mn-ea"/>
            </a:endParaRPr>
          </a:p>
          <a:p>
            <a:pPr algn="l">
              <a:buFontTx/>
              <a:buNone/>
              <a:defRPr/>
            </a:pPr>
            <a:r>
              <a:rPr lang="ko-KR" altLang="en-US" sz="4800" b="1" dirty="0">
                <a:latin typeface="맑은 고딕" pitchFamily="50" charset="-127"/>
              </a:rPr>
              <a:t>17. 너희가 이것을 알고 행하면 복이 있으리라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John 13:15,17-18</a:t>
            </a:r>
            <a:endParaRPr lang="en-US" altLang="ko-KR" sz="3733" b="1" dirty="0">
              <a:latin typeface="+mn-ea"/>
            </a:endParaRPr>
          </a:p>
          <a:p>
            <a:pPr algn="l">
              <a:buFontTx/>
              <a:buNone/>
              <a:defRPr/>
            </a:pPr>
            <a:r>
              <a:rPr lang="ko-KR" altLang="en-US" sz="3733" dirty="0">
                <a:latin typeface="맑은 고딕" pitchFamily="50" charset="-127"/>
              </a:rPr>
              <a:t>17. Now that you know these things, you will be blessed if you do them.</a:t>
            </a:r>
            <a:endParaRPr lang="en-US" altLang="ko-KR" sz="3733" dirty="0">
              <a:latin typeface="맑은 고딕" pitchFamily="50" charset="-127"/>
            </a:endParaRPr>
          </a:p>
        </p:txBody>
      </p:sp>
    </p:spTree>
    <p:extLst>
      <p:ext uri="{BB962C8B-B14F-4D97-AF65-F5344CB8AC3E}">
        <p14:creationId xmlns:p14="http://schemas.microsoft.com/office/powerpoint/2010/main" val="4132693340"/>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000" b="1" dirty="0">
                <a:latin typeface="+mn-ea"/>
              </a:rPr>
              <a:t>요한복음 13:15,17-18</a:t>
            </a:r>
            <a:endParaRPr lang="en-US" altLang="ko-KR" sz="4000" b="1" dirty="0">
              <a:latin typeface="+mn-ea"/>
            </a:endParaRPr>
          </a:p>
          <a:p>
            <a:pPr algn="l">
              <a:buFontTx/>
              <a:buNone/>
              <a:defRPr/>
            </a:pPr>
            <a:r>
              <a:rPr lang="ko-KR" altLang="en-US" sz="4400" b="1" dirty="0">
                <a:latin typeface="맑은 고딕" pitchFamily="50" charset="-127"/>
              </a:rPr>
              <a:t>18. 내가 너희 모두를 가리켜 말하는 것이 아니니라 나는 내가 택한 자들이 누구인지 앎이라 그러나 내 떡을 먹는 자가 내게 발꿈치를 들었다 한 성경을 응하게 하려는 것이니라 </a:t>
            </a:r>
            <a:endParaRPr lang="en-US" altLang="ko-KR" sz="4400" b="1" dirty="0">
              <a:latin typeface="맑은 고딕" pitchFamily="50" charset="-127"/>
            </a:endParaRPr>
          </a:p>
          <a:p>
            <a:pPr algn="l">
              <a:buFontTx/>
              <a:buNone/>
              <a:defRPr/>
            </a:pPr>
            <a:endParaRPr lang="en-US" altLang="ko-KR" sz="2800" b="1" dirty="0">
              <a:latin typeface="맑은 고딕" pitchFamily="50" charset="-127"/>
            </a:endParaRPr>
          </a:p>
          <a:p>
            <a:pPr algn="l">
              <a:buFontTx/>
              <a:buNone/>
              <a:defRPr/>
            </a:pPr>
            <a:r>
              <a:rPr lang="ko-KR" altLang="en-US" sz="3600" b="1" dirty="0">
                <a:latin typeface="+mn-ea"/>
              </a:rPr>
              <a:t>John 13:15,17-18</a:t>
            </a:r>
            <a:endParaRPr lang="en-US" altLang="ko-KR" sz="3600" b="1" dirty="0">
              <a:latin typeface="+mn-ea"/>
            </a:endParaRPr>
          </a:p>
          <a:p>
            <a:pPr algn="l">
              <a:buFontTx/>
              <a:buNone/>
              <a:defRPr/>
            </a:pPr>
            <a:r>
              <a:rPr lang="ko-KR" altLang="en-US" sz="3600" dirty="0">
                <a:latin typeface="맑은 고딕" pitchFamily="50" charset="-127"/>
              </a:rPr>
              <a:t>18. "I am not referring to all of you; I know those I have chosen. But this is to fulfill this passage of Scripture: 'He who shared my bread has turned against me.'</a:t>
            </a:r>
            <a:endParaRPr lang="en-US" altLang="ko-KR" sz="3600" dirty="0">
              <a:latin typeface="맑은 고딕" pitchFamily="50" charset="-127"/>
            </a:endParaRPr>
          </a:p>
        </p:txBody>
      </p:sp>
    </p:spTree>
    <p:extLst>
      <p:ext uri="{BB962C8B-B14F-4D97-AF65-F5344CB8AC3E}">
        <p14:creationId xmlns:p14="http://schemas.microsoft.com/office/powerpoint/2010/main" val="317348004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000" b="1" dirty="0">
                <a:latin typeface="+mn-ea"/>
              </a:rPr>
              <a:t>베드로전서 2:20-21,22-24</a:t>
            </a:r>
            <a:endParaRPr lang="en-US" altLang="ko-KR" sz="4000" b="1" dirty="0">
              <a:latin typeface="+mn-ea"/>
            </a:endParaRPr>
          </a:p>
          <a:p>
            <a:pPr algn="l">
              <a:buFontTx/>
              <a:buNone/>
              <a:defRPr/>
            </a:pPr>
            <a:r>
              <a:rPr lang="ko-KR" altLang="en-US" sz="4400" b="1" dirty="0">
                <a:latin typeface="맑은 고딕" pitchFamily="50" charset="-127"/>
              </a:rPr>
              <a:t>20. 죄가 있어 매를 맞고 참으면 무슨 칭찬이 있으리요 그러나 선을 행함으로 고난을 받고 참으면 이는 하나님 앞에 아름다우니라</a:t>
            </a:r>
            <a:endParaRPr lang="en-US" altLang="ko-KR" sz="4400" b="1" dirty="0">
              <a:latin typeface="맑은 고딕" pitchFamily="50" charset="-127"/>
            </a:endParaRPr>
          </a:p>
          <a:p>
            <a:pPr algn="l">
              <a:buFontTx/>
              <a:buNone/>
              <a:defRPr/>
            </a:pPr>
            <a:endParaRPr lang="en-US" altLang="ko-KR" sz="2800" b="1" dirty="0">
              <a:latin typeface="맑은 고딕" pitchFamily="50" charset="-127"/>
            </a:endParaRPr>
          </a:p>
          <a:p>
            <a:pPr algn="l">
              <a:buFontTx/>
              <a:buNone/>
              <a:defRPr/>
            </a:pPr>
            <a:r>
              <a:rPr lang="ko-KR" altLang="en-US" sz="3600" b="1" dirty="0">
                <a:latin typeface="+mn-ea"/>
              </a:rPr>
              <a:t>FirstPeter 2:20-21,22-24</a:t>
            </a:r>
            <a:endParaRPr lang="en-US" altLang="ko-KR" sz="3600" b="1" dirty="0">
              <a:latin typeface="+mn-ea"/>
            </a:endParaRPr>
          </a:p>
          <a:p>
            <a:pPr algn="l">
              <a:buFontTx/>
              <a:buNone/>
              <a:defRPr/>
            </a:pPr>
            <a:r>
              <a:rPr lang="ko-KR" altLang="en-US" sz="3600" dirty="0">
                <a:latin typeface="맑은 고딕" pitchFamily="50" charset="-127"/>
              </a:rPr>
              <a:t>20. But how is it to your credit if you receive a beating for doing wrong and endure it? But if you suffer for doing good and you endure it, this is commendable before God.</a:t>
            </a:r>
            <a:endParaRPr lang="en-US" altLang="ko-KR" sz="3600" dirty="0">
              <a:latin typeface="맑은 고딕" pitchFamily="50" charset="-127"/>
            </a:endParaRPr>
          </a:p>
        </p:txBody>
      </p:sp>
    </p:spTree>
    <p:extLst>
      <p:ext uri="{BB962C8B-B14F-4D97-AF65-F5344CB8AC3E}">
        <p14:creationId xmlns:p14="http://schemas.microsoft.com/office/powerpoint/2010/main" val="61542912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베드로전서 2:20-21,22-24</a:t>
            </a:r>
            <a:endParaRPr lang="en-US" altLang="ko-KR" sz="4267" b="1" dirty="0">
              <a:latin typeface="+mn-ea"/>
            </a:endParaRPr>
          </a:p>
          <a:p>
            <a:pPr algn="l">
              <a:buFontTx/>
              <a:buNone/>
              <a:defRPr/>
            </a:pPr>
            <a:r>
              <a:rPr lang="ko-KR" altLang="en-US" sz="4800" b="1" dirty="0">
                <a:latin typeface="맑은 고딕" pitchFamily="50" charset="-127"/>
              </a:rPr>
              <a:t>21. 이를 위하여 너희가 부르심을 받았으니 그리스도도 너희를 위하여 고난을 받으사 너희에게 본을 끼쳐 그 자취를 따라오게 하려 하셨느니라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FirstPeter 2:20-21,22-24</a:t>
            </a:r>
            <a:endParaRPr lang="en-US" altLang="ko-KR" sz="3733" b="1" dirty="0">
              <a:latin typeface="+mn-ea"/>
            </a:endParaRPr>
          </a:p>
          <a:p>
            <a:pPr algn="l">
              <a:buFontTx/>
              <a:buNone/>
              <a:defRPr/>
            </a:pPr>
            <a:r>
              <a:rPr lang="ko-KR" altLang="en-US" sz="3733" dirty="0">
                <a:latin typeface="맑은 고딕" pitchFamily="50" charset="-127"/>
              </a:rPr>
              <a:t>21. To this you were called, because Christ suffered for you, leaving you an example, that you should follow in his steps.</a:t>
            </a:r>
            <a:endParaRPr lang="en-US" altLang="ko-KR" sz="3733" dirty="0">
              <a:latin typeface="맑은 고딕" pitchFamily="50" charset="-127"/>
            </a:endParaRPr>
          </a:p>
        </p:txBody>
      </p:sp>
    </p:spTree>
    <p:extLst>
      <p:ext uri="{BB962C8B-B14F-4D97-AF65-F5344CB8AC3E}">
        <p14:creationId xmlns:p14="http://schemas.microsoft.com/office/powerpoint/2010/main" val="304281333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베드로전서 2:20-21,22-24</a:t>
            </a:r>
            <a:endParaRPr lang="en-US" altLang="ko-KR" sz="4267" b="1" dirty="0">
              <a:latin typeface="+mn-ea"/>
            </a:endParaRPr>
          </a:p>
          <a:p>
            <a:pPr algn="l">
              <a:buFontTx/>
              <a:buNone/>
              <a:defRPr/>
            </a:pPr>
            <a:r>
              <a:rPr lang="ko-KR" altLang="en-US" sz="4800" b="1" dirty="0">
                <a:latin typeface="맑은 고딕" pitchFamily="50" charset="-127"/>
              </a:rPr>
              <a:t>22. 그는 죄를 범하지 아니하시고 그 입에 거짓도 없으시며</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FirstPeter 2:20-21,22-24</a:t>
            </a:r>
            <a:endParaRPr lang="en-US" altLang="ko-KR" sz="3733" b="1" dirty="0">
              <a:latin typeface="+mn-ea"/>
            </a:endParaRPr>
          </a:p>
          <a:p>
            <a:pPr algn="l">
              <a:buFontTx/>
              <a:buNone/>
              <a:defRPr/>
            </a:pPr>
            <a:r>
              <a:rPr lang="ko-KR" altLang="en-US" sz="3733" dirty="0">
                <a:latin typeface="맑은 고딕" pitchFamily="50" charset="-127"/>
              </a:rPr>
              <a:t>22. "He committed no sin, and no deceit was found in his mouth."</a:t>
            </a:r>
            <a:endParaRPr lang="en-US" altLang="ko-KR" sz="3733" dirty="0">
              <a:latin typeface="맑은 고딕" pitchFamily="50" charset="-127"/>
            </a:endParaRPr>
          </a:p>
        </p:txBody>
      </p:sp>
    </p:spTree>
    <p:extLst>
      <p:ext uri="{BB962C8B-B14F-4D97-AF65-F5344CB8AC3E}">
        <p14:creationId xmlns:p14="http://schemas.microsoft.com/office/powerpoint/2010/main" val="33258871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000" b="1" dirty="0">
                <a:latin typeface="+mn-ea"/>
              </a:rPr>
              <a:t>베드로전서 2:20-21,22-24</a:t>
            </a:r>
            <a:endParaRPr lang="en-US" altLang="ko-KR" sz="4000" b="1" dirty="0">
              <a:latin typeface="+mn-ea"/>
            </a:endParaRPr>
          </a:p>
          <a:p>
            <a:pPr algn="l">
              <a:buFontTx/>
              <a:buNone/>
              <a:defRPr/>
            </a:pPr>
            <a:r>
              <a:rPr lang="ko-KR" altLang="en-US" sz="4400" b="1" dirty="0">
                <a:latin typeface="맑은 고딕" pitchFamily="50" charset="-127"/>
              </a:rPr>
              <a:t>23. 욕을 당하시되 맞대어 욕하지 아니하시고 고난을 당하시되 위협하지 아니하시고 오직 공의로 심판하시는 이에게 부탁하시며</a:t>
            </a:r>
            <a:endParaRPr lang="en-US" altLang="ko-KR" sz="4400" b="1" dirty="0">
              <a:latin typeface="맑은 고딕" pitchFamily="50" charset="-127"/>
            </a:endParaRPr>
          </a:p>
          <a:p>
            <a:pPr algn="l">
              <a:buFontTx/>
              <a:buNone/>
              <a:defRPr/>
            </a:pPr>
            <a:endParaRPr lang="en-US" altLang="ko-KR" sz="2800" b="1" dirty="0">
              <a:latin typeface="맑은 고딕" pitchFamily="50" charset="-127"/>
            </a:endParaRPr>
          </a:p>
          <a:p>
            <a:pPr algn="l">
              <a:buFontTx/>
              <a:buNone/>
              <a:defRPr/>
            </a:pPr>
            <a:r>
              <a:rPr lang="ko-KR" altLang="en-US" sz="3600" b="1" dirty="0">
                <a:latin typeface="+mn-ea"/>
              </a:rPr>
              <a:t>FirstPeter 2:20-21,22-24</a:t>
            </a:r>
            <a:endParaRPr lang="en-US" altLang="ko-KR" sz="3600" b="1" dirty="0">
              <a:latin typeface="+mn-ea"/>
            </a:endParaRPr>
          </a:p>
          <a:p>
            <a:pPr algn="l">
              <a:buFontTx/>
              <a:buNone/>
              <a:defRPr/>
            </a:pPr>
            <a:r>
              <a:rPr lang="ko-KR" altLang="en-US" sz="3600" dirty="0">
                <a:latin typeface="맑은 고딕" pitchFamily="50" charset="-127"/>
              </a:rPr>
              <a:t>23. When they hurled their insults at him, he did not retaliate; when he suffered, he made no threats. Instead, he entrusted himself to him who judges justly.</a:t>
            </a:r>
            <a:endParaRPr lang="en-US" altLang="ko-KR" sz="3600" dirty="0">
              <a:latin typeface="맑은 고딕" pitchFamily="50" charset="-127"/>
            </a:endParaRPr>
          </a:p>
        </p:txBody>
      </p:sp>
    </p:spTree>
    <p:extLst>
      <p:ext uri="{BB962C8B-B14F-4D97-AF65-F5344CB8AC3E}">
        <p14:creationId xmlns:p14="http://schemas.microsoft.com/office/powerpoint/2010/main" val="206629475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000" b="1" dirty="0">
                <a:latin typeface="+mn-ea"/>
              </a:rPr>
              <a:t>베드로전서 2:20-21,22-24</a:t>
            </a:r>
            <a:endParaRPr lang="en-US" altLang="ko-KR" sz="4000" b="1" dirty="0">
              <a:latin typeface="+mn-ea"/>
            </a:endParaRPr>
          </a:p>
          <a:p>
            <a:pPr algn="l">
              <a:buFontTx/>
              <a:buNone/>
              <a:defRPr/>
            </a:pPr>
            <a:r>
              <a:rPr lang="ko-KR" altLang="en-US" sz="4400" b="1" dirty="0">
                <a:latin typeface="맑은 고딕" pitchFamily="50" charset="-127"/>
              </a:rPr>
              <a:t>24. 친히 나무에 달려 그 몸으로 우리 죄를 담당하셨으니 이는 우리로 죄에 대하여 죽고 의에 대하여 살게 하려 하심이라 그가 채찍에 맞음으로 너희는 나음을 얻었나니</a:t>
            </a:r>
            <a:endParaRPr lang="en-US" altLang="ko-KR" sz="4400" b="1" dirty="0">
              <a:latin typeface="맑은 고딕" pitchFamily="50" charset="-127"/>
            </a:endParaRPr>
          </a:p>
          <a:p>
            <a:pPr algn="l">
              <a:buFontTx/>
              <a:buNone/>
              <a:defRPr/>
            </a:pPr>
            <a:endParaRPr lang="en-US" altLang="ko-KR" sz="2800" b="1" dirty="0">
              <a:latin typeface="맑은 고딕" pitchFamily="50" charset="-127"/>
            </a:endParaRPr>
          </a:p>
          <a:p>
            <a:pPr algn="l">
              <a:buFontTx/>
              <a:buNone/>
              <a:defRPr/>
            </a:pPr>
            <a:r>
              <a:rPr lang="ko-KR" altLang="en-US" sz="3600" b="1" dirty="0">
                <a:latin typeface="+mn-ea"/>
              </a:rPr>
              <a:t>FirstPeter 2:20-21,22-24</a:t>
            </a:r>
            <a:endParaRPr lang="en-US" altLang="ko-KR" sz="3600" b="1" dirty="0">
              <a:latin typeface="+mn-ea"/>
            </a:endParaRPr>
          </a:p>
          <a:p>
            <a:pPr algn="l">
              <a:buFontTx/>
              <a:buNone/>
              <a:defRPr/>
            </a:pPr>
            <a:r>
              <a:rPr lang="ko-KR" altLang="en-US" sz="3600" dirty="0">
                <a:latin typeface="맑은 고딕" pitchFamily="50" charset="-127"/>
              </a:rPr>
              <a:t>24. "He himself bore our sins" in his body on the cross, so that we might die to sins and live for righteousness; "by his wounds you have been healed."</a:t>
            </a:r>
            <a:endParaRPr lang="en-US" altLang="ko-KR" sz="3600" dirty="0">
              <a:latin typeface="맑은 고딕" pitchFamily="50" charset="-127"/>
            </a:endParaRPr>
          </a:p>
        </p:txBody>
      </p:sp>
    </p:spTree>
    <p:extLst>
      <p:ext uri="{BB962C8B-B14F-4D97-AF65-F5344CB8AC3E}">
        <p14:creationId xmlns:p14="http://schemas.microsoft.com/office/powerpoint/2010/main" val="27830060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빌립보서 4:9,11-13</a:t>
            </a:r>
            <a:endParaRPr lang="en-US" altLang="ko-KR" sz="4267" b="1" dirty="0">
              <a:latin typeface="+mn-ea"/>
            </a:endParaRPr>
          </a:p>
          <a:p>
            <a:pPr algn="l">
              <a:buFontTx/>
              <a:buNone/>
              <a:defRPr/>
            </a:pPr>
            <a:r>
              <a:rPr lang="ko-KR" altLang="en-US" sz="4800" b="1" dirty="0">
                <a:latin typeface="맑은 고딕" pitchFamily="50" charset="-127"/>
              </a:rPr>
              <a:t>9. 너희는 내게 배우고 받고 듣고 본 바를 행하라 그리하면 평강의 하나님이 너희와 함께 계시리라 </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Philippians 4:9,11-13</a:t>
            </a:r>
            <a:endParaRPr lang="en-US" altLang="ko-KR" sz="3733" b="1" dirty="0">
              <a:latin typeface="+mn-ea"/>
            </a:endParaRPr>
          </a:p>
          <a:p>
            <a:pPr algn="l">
              <a:buFontTx/>
              <a:buNone/>
              <a:defRPr/>
            </a:pPr>
            <a:r>
              <a:rPr lang="ko-KR" altLang="en-US" sz="3733" dirty="0">
                <a:latin typeface="맑은 고딕" pitchFamily="50" charset="-127"/>
              </a:rPr>
              <a:t>9. Whatever you have learned or received or heard from me, or seen in me-put it into practice. And the God of peace will be with you.</a:t>
            </a:r>
            <a:endParaRPr lang="en-US" altLang="ko-KR" sz="3733" dirty="0">
              <a:latin typeface="맑은 고딕" pitchFamily="50" charset="-127"/>
            </a:endParaRPr>
          </a:p>
        </p:txBody>
      </p:sp>
    </p:spTree>
    <p:extLst>
      <p:ext uri="{BB962C8B-B14F-4D97-AF65-F5344CB8AC3E}">
        <p14:creationId xmlns:p14="http://schemas.microsoft.com/office/powerpoint/2010/main" val="945543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빌립보서 4:9,11-13</a:t>
            </a:r>
            <a:endParaRPr lang="en-US" altLang="ko-KR" sz="4267" b="1" dirty="0">
              <a:latin typeface="+mn-ea"/>
            </a:endParaRPr>
          </a:p>
          <a:p>
            <a:pPr algn="l">
              <a:buFontTx/>
              <a:buNone/>
              <a:defRPr/>
            </a:pPr>
            <a:r>
              <a:rPr lang="ko-KR" altLang="en-US" sz="4800" b="1" dirty="0">
                <a:latin typeface="맑은 고딕" pitchFamily="50" charset="-127"/>
              </a:rPr>
              <a:t>11. 내가 궁핍하므로 말하는 것이 아니니라 어떠한 형편에든지 나는 자족하기를 배웠노니</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Philippians 4:9,11-13</a:t>
            </a:r>
            <a:endParaRPr lang="en-US" altLang="ko-KR" sz="3733" b="1" dirty="0">
              <a:latin typeface="+mn-ea"/>
            </a:endParaRPr>
          </a:p>
          <a:p>
            <a:pPr algn="l">
              <a:buFontTx/>
              <a:buNone/>
              <a:defRPr/>
            </a:pPr>
            <a:r>
              <a:rPr lang="ko-KR" altLang="en-US" sz="3733" dirty="0">
                <a:latin typeface="맑은 고딕" pitchFamily="50" charset="-127"/>
              </a:rPr>
              <a:t>11. I am not saying this because I am in need, for I have learned to be content whatever the circumstances.</a:t>
            </a:r>
            <a:endParaRPr lang="en-US" altLang="ko-KR" sz="3733" dirty="0">
              <a:latin typeface="맑은 고딕" pitchFamily="50" charset="-127"/>
            </a:endParaRPr>
          </a:p>
        </p:txBody>
      </p:sp>
    </p:spTree>
    <p:extLst>
      <p:ext uri="{BB962C8B-B14F-4D97-AF65-F5344CB8AC3E}">
        <p14:creationId xmlns:p14="http://schemas.microsoft.com/office/powerpoint/2010/main" val="140745006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000" b="1" dirty="0">
                <a:latin typeface="+mn-ea"/>
              </a:rPr>
              <a:t>빌립보서 4:9,11-13</a:t>
            </a:r>
            <a:endParaRPr lang="en-US" altLang="ko-KR" sz="4000" b="1" dirty="0">
              <a:latin typeface="+mn-ea"/>
            </a:endParaRPr>
          </a:p>
          <a:p>
            <a:pPr algn="l">
              <a:buFontTx/>
              <a:buNone/>
              <a:defRPr/>
            </a:pPr>
            <a:r>
              <a:rPr lang="ko-KR" altLang="en-US" sz="4400" b="1" dirty="0">
                <a:latin typeface="맑은 고딕" pitchFamily="50" charset="-127"/>
              </a:rPr>
              <a:t>12. 나는 비천에 처할 줄도 알고 풍부에 처할 줄도 알아 모든 일 곧 배부름과 배고픔과 풍부와 궁핍에도 처할 줄 아는 일체의 비결을 배웠노라</a:t>
            </a:r>
            <a:endParaRPr lang="en-US" altLang="ko-KR" sz="4400" b="1" dirty="0">
              <a:latin typeface="맑은 고딕" pitchFamily="50" charset="-127"/>
            </a:endParaRPr>
          </a:p>
          <a:p>
            <a:pPr algn="l">
              <a:buFontTx/>
              <a:buNone/>
              <a:defRPr/>
            </a:pPr>
            <a:endParaRPr lang="en-US" altLang="ko-KR" sz="2800" b="1" dirty="0">
              <a:latin typeface="맑은 고딕" pitchFamily="50" charset="-127"/>
            </a:endParaRPr>
          </a:p>
          <a:p>
            <a:pPr algn="l">
              <a:buFontTx/>
              <a:buNone/>
              <a:defRPr/>
            </a:pPr>
            <a:r>
              <a:rPr lang="ko-KR" altLang="en-US" sz="3600" b="1" dirty="0">
                <a:latin typeface="+mn-ea"/>
              </a:rPr>
              <a:t>Philippians 4:9,11-13</a:t>
            </a:r>
            <a:endParaRPr lang="en-US" altLang="ko-KR" sz="3600" b="1" dirty="0">
              <a:latin typeface="+mn-ea"/>
            </a:endParaRPr>
          </a:p>
          <a:p>
            <a:pPr algn="l">
              <a:buFontTx/>
              <a:buNone/>
              <a:defRPr/>
            </a:pPr>
            <a:r>
              <a:rPr lang="ko-KR" altLang="en-US" sz="3600" dirty="0">
                <a:latin typeface="맑은 고딕" pitchFamily="50" charset="-127"/>
              </a:rPr>
              <a:t>12. I know what it is to be in need, and I know what it is to have plenty. I have learned the secret of being content in any and every situation, whether well fed or hungry, whether living in plenty or in want.</a:t>
            </a:r>
            <a:endParaRPr lang="en-US" altLang="ko-KR" sz="3600" dirty="0">
              <a:latin typeface="맑은 고딕" pitchFamily="50" charset="-127"/>
            </a:endParaRPr>
          </a:p>
        </p:txBody>
      </p:sp>
    </p:spTree>
    <p:extLst>
      <p:ext uri="{BB962C8B-B14F-4D97-AF65-F5344CB8AC3E}">
        <p14:creationId xmlns:p14="http://schemas.microsoft.com/office/powerpoint/2010/main" val="127288984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빌립보서 4:9,11-13</a:t>
            </a:r>
            <a:endParaRPr lang="en-US" altLang="ko-KR" sz="4267" b="1" dirty="0">
              <a:latin typeface="+mn-ea"/>
            </a:endParaRPr>
          </a:p>
          <a:p>
            <a:pPr algn="l">
              <a:buFontTx/>
              <a:buNone/>
              <a:defRPr/>
            </a:pPr>
            <a:r>
              <a:rPr lang="ko-KR" altLang="en-US" sz="4800" b="1" dirty="0">
                <a:latin typeface="맑은 고딕" pitchFamily="50" charset="-127"/>
              </a:rPr>
              <a:t>13. 내게 능력 주시는 자 안에서 내가 모든 것을 할 수 있느니라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Philippians 4:9,11-13</a:t>
            </a:r>
            <a:endParaRPr lang="en-US" altLang="ko-KR" sz="3733" b="1" dirty="0">
              <a:latin typeface="+mn-ea"/>
            </a:endParaRPr>
          </a:p>
          <a:p>
            <a:pPr algn="l">
              <a:buFontTx/>
              <a:buNone/>
              <a:defRPr/>
            </a:pPr>
            <a:r>
              <a:rPr lang="ko-KR" altLang="en-US" sz="3733" dirty="0">
                <a:latin typeface="맑은 고딕" pitchFamily="50" charset="-127"/>
              </a:rPr>
              <a:t>13. I can do all this through him who gives me strength.</a:t>
            </a:r>
            <a:endParaRPr lang="en-US" altLang="ko-KR" sz="3733" dirty="0">
              <a:latin typeface="맑은 고딕" pitchFamily="50" charset="-127"/>
            </a:endParaRPr>
          </a:p>
        </p:txBody>
      </p:sp>
    </p:spTree>
    <p:extLst>
      <p:ext uri="{BB962C8B-B14F-4D97-AF65-F5344CB8AC3E}">
        <p14:creationId xmlns:p14="http://schemas.microsoft.com/office/powerpoint/2010/main" val="172205693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a:extLst>
            <a:ext uri="{FF2B5EF4-FFF2-40B4-BE49-F238E27FC236}">
              <a16:creationId xmlns:a16="http://schemas.microsoft.com/office/drawing/2014/main" id="{46775E15-BD9B-1595-788C-C1EF59308C4D}"/>
            </a:ext>
          </a:extLst>
        </p:cNvPr>
        <p:cNvGrpSpPr/>
        <p:nvPr/>
      </p:nvGrpSpPr>
      <p:grpSpPr>
        <a:xfrm>
          <a:off x="0" y="0"/>
          <a:ext cx="0" cy="0"/>
          <a:chOff x="0" y="0"/>
          <a:chExt cx="0" cy="0"/>
        </a:xfrm>
      </p:grpSpPr>
      <p:sp>
        <p:nvSpPr>
          <p:cNvPr id="80898" name="직사각형 4">
            <a:extLst>
              <a:ext uri="{FF2B5EF4-FFF2-40B4-BE49-F238E27FC236}">
                <a16:creationId xmlns:a16="http://schemas.microsoft.com/office/drawing/2014/main" id="{91A033BB-D95D-5A68-74EC-805E653A3F6F}"/>
              </a:ext>
            </a:extLst>
          </p:cNvPr>
          <p:cNvSpPr>
            <a:spLocks noChangeArrowheads="1"/>
          </p:cNvSpPr>
          <p:nvPr/>
        </p:nvSpPr>
        <p:spPr bwMode="auto">
          <a:xfrm>
            <a:off x="488504" y="520511"/>
            <a:ext cx="11214992" cy="6001643"/>
          </a:xfrm>
          <a:prstGeom prst="rect">
            <a:avLst/>
          </a:prstGeom>
          <a:noFill/>
          <a:ln w="9525">
            <a:noFill/>
            <a:miter lim="800000"/>
            <a:headEnd/>
            <a:tailEnd/>
          </a:ln>
        </p:spPr>
        <p:txBody>
          <a:bodyPr wrap="square">
            <a:spAutoFit/>
          </a:bodyPr>
          <a:lstStyle/>
          <a:p>
            <a:pPr marL="0" marR="0" lvl="0" indent="0" algn="r" defTabSz="914400" rtl="0" eaLnBrk="1" fontAlgn="base" latinLnBrk="1" hangingPunct="1">
              <a:lnSpc>
                <a:spcPct val="100000"/>
              </a:lnSpc>
              <a:spcBef>
                <a:spcPct val="0"/>
              </a:spcBef>
              <a:spcAft>
                <a:spcPct val="0"/>
              </a:spcAft>
              <a:buClrTx/>
              <a:buSzTx/>
              <a:buFontTx/>
              <a:buNone/>
              <a:tabLst/>
              <a:defRPr/>
            </a:pPr>
            <a:r>
              <a:rPr kumimoji="1" lang="ko-KR" altLang="en-US" sz="2800" b="0" i="0" u="none" strike="noStrike" kern="1200" cap="none" spc="0" normalizeH="0" baseline="0" noProof="0" dirty="0">
                <a:ln>
                  <a:noFill/>
                </a:ln>
                <a:solidFill>
                  <a:srgbClr val="A6A6A6"/>
                </a:solidFill>
                <a:effectLst/>
                <a:uLnTx/>
                <a:uFillTx/>
                <a:latin typeface="HY울릉도M" pitchFamily="18" charset="-127"/>
                <a:ea typeface="HY울릉도M" pitchFamily="18" charset="-127"/>
                <a:cs typeface="+mn-cs"/>
              </a:rPr>
              <a:t>   김정임 목사 </a:t>
            </a:r>
            <a:r>
              <a:rPr lang="ko-KR" altLang="en-US" sz="2800" dirty="0">
                <a:solidFill>
                  <a:srgbClr val="A6A6A6"/>
                </a:solidFill>
                <a:latin typeface="HY울릉도M" pitchFamily="18" charset="-127"/>
                <a:ea typeface="HY울릉도M" pitchFamily="18" charset="-127"/>
              </a:rPr>
              <a:t>금요</a:t>
            </a:r>
            <a:r>
              <a:rPr kumimoji="1" lang="ko-KR" altLang="en-US" sz="2800" b="0" i="0" u="none" strike="noStrike" kern="1200" cap="none" spc="0" normalizeH="0" baseline="0" noProof="0" dirty="0">
                <a:ln>
                  <a:noFill/>
                </a:ln>
                <a:solidFill>
                  <a:srgbClr val="A6A6A6"/>
                </a:solidFill>
                <a:effectLst/>
                <a:uLnTx/>
                <a:uFillTx/>
                <a:latin typeface="HY울릉도M" pitchFamily="18" charset="-127"/>
                <a:ea typeface="HY울릉도M" pitchFamily="18" charset="-127"/>
                <a:cs typeface="+mn-cs"/>
              </a:rPr>
              <a:t>예배 말씀</a:t>
            </a:r>
            <a:endParaRPr kumimoji="1" lang="en-US" altLang="ko-KR" sz="2800" b="0" i="0" u="none" strike="noStrike" kern="1200" cap="none" spc="0" normalizeH="0" baseline="0" noProof="0" dirty="0">
              <a:ln>
                <a:noFill/>
              </a:ln>
              <a:solidFill>
                <a:srgbClr val="A6A6A6"/>
              </a:solidFill>
              <a:effectLst/>
              <a:uLnTx/>
              <a:uFillTx/>
              <a:latin typeface="HY울릉도M" pitchFamily="18" charset="-127"/>
              <a:ea typeface="HY울릉도M"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800" b="0" i="0" u="none" strike="noStrike" kern="1200" cap="none" spc="0" normalizeH="0" baseline="0" noProof="0" dirty="0">
              <a:ln>
                <a:noFill/>
              </a:ln>
              <a:solidFill>
                <a:prstClr val="white">
                  <a:lumMod val="65000"/>
                </a:prstClr>
              </a:solidFill>
              <a:effectLst/>
              <a:uLnTx/>
              <a:uFillTx/>
              <a:latin typeface="HY울릉도M" pitchFamily="18" charset="-127"/>
              <a:ea typeface="HY울릉도M" pitchFamily="18" charset="-127"/>
              <a:cs typeface="+mn-cs"/>
            </a:endParaRPr>
          </a:p>
          <a:p>
            <a:pPr algn="r" eaLnBrk="1" latinLnBrk="1" hangingPunct="1">
              <a:defRPr/>
            </a:pPr>
            <a:r>
              <a:rPr lang="ko-KR" altLang="en-US" sz="2800" dirty="0">
                <a:solidFill>
                  <a:prstClr val="black">
                    <a:lumMod val="65000"/>
                    <a:lumOff val="35000"/>
                  </a:prstClr>
                </a:solidFill>
                <a:ea typeface="HY울릉도M" pitchFamily="18" charset="-127"/>
              </a:rPr>
              <a:t>시편</a:t>
            </a:r>
            <a:r>
              <a:rPr lang="en-US" altLang="ko-Kore-KR" sz="2800" dirty="0">
                <a:solidFill>
                  <a:prstClr val="black">
                    <a:lumMod val="65000"/>
                    <a:lumOff val="35000"/>
                  </a:prstClr>
                </a:solidFill>
                <a:ea typeface="HY울릉도M" pitchFamily="18" charset="-127"/>
              </a:rPr>
              <a:t> </a:t>
            </a:r>
            <a:r>
              <a:rPr lang="en-US" altLang="ko-KR" sz="2800" dirty="0">
                <a:solidFill>
                  <a:prstClr val="black">
                    <a:lumMod val="65000"/>
                    <a:lumOff val="35000"/>
                  </a:prstClr>
                </a:solidFill>
                <a:ea typeface="HY울릉도M" pitchFamily="18" charset="-127"/>
              </a:rPr>
              <a:t>9</a:t>
            </a:r>
            <a:r>
              <a:rPr lang="en-US" altLang="ko-Kore-KR" sz="2800" dirty="0">
                <a:solidFill>
                  <a:prstClr val="black">
                    <a:lumMod val="65000"/>
                    <a:lumOff val="35000"/>
                  </a:prstClr>
                </a:solidFill>
                <a:ea typeface="HY울릉도M" pitchFamily="18" charset="-127"/>
              </a:rPr>
              <a:t>:</a:t>
            </a:r>
            <a:r>
              <a:rPr lang="en-US" altLang="ko-KR" sz="2800" dirty="0">
                <a:solidFill>
                  <a:prstClr val="black">
                    <a:lumMod val="65000"/>
                    <a:lumOff val="35000"/>
                  </a:prstClr>
                </a:solidFill>
                <a:ea typeface="HY울릉도M" pitchFamily="18" charset="-127"/>
              </a:rPr>
              <a:t>1</a:t>
            </a:r>
            <a:r>
              <a:rPr lang="en-US" altLang="ko-Kore-KR" sz="2800" dirty="0">
                <a:solidFill>
                  <a:prstClr val="black">
                    <a:lumMod val="65000"/>
                    <a:lumOff val="35000"/>
                  </a:prstClr>
                </a:solidFill>
                <a:ea typeface="HY울릉도M" pitchFamily="18" charset="-127"/>
              </a:rPr>
              <a:t>-</a:t>
            </a:r>
            <a:r>
              <a:rPr lang="en-US" altLang="ko-KR" sz="2800" dirty="0">
                <a:solidFill>
                  <a:prstClr val="black">
                    <a:lumMod val="65000"/>
                    <a:lumOff val="35000"/>
                  </a:prstClr>
                </a:solidFill>
                <a:ea typeface="HY울릉도M" pitchFamily="18" charset="-127"/>
              </a:rPr>
              <a:t>11</a:t>
            </a:r>
            <a:endParaRPr lang="ko-Kore-KR" altLang="ko-Kore-KR" sz="2800" dirty="0">
              <a:solidFill>
                <a:prstClr val="black">
                  <a:lumMod val="65000"/>
                  <a:lumOff val="35000"/>
                </a:prstClr>
              </a:solidFill>
              <a:ea typeface="HY울릉도M" pitchFamily="18" charset="-127"/>
            </a:endParaRPr>
          </a:p>
        </p:txBody>
      </p:sp>
      <p:sp>
        <p:nvSpPr>
          <p:cNvPr id="2" name="직사각형 1">
            <a:extLst>
              <a:ext uri="{FF2B5EF4-FFF2-40B4-BE49-F238E27FC236}">
                <a16:creationId xmlns:a16="http://schemas.microsoft.com/office/drawing/2014/main" id="{E3090D07-F67D-0604-4EBB-4A78383276D6}"/>
              </a:ext>
            </a:extLst>
          </p:cNvPr>
          <p:cNvSpPr>
            <a:spLocks noChangeArrowheads="1"/>
          </p:cNvSpPr>
          <p:nvPr/>
        </p:nvSpPr>
        <p:spPr bwMode="auto">
          <a:xfrm>
            <a:off x="119336" y="2636912"/>
            <a:ext cx="12072664" cy="1077667"/>
          </a:xfrm>
          <a:prstGeom prst="rect">
            <a:avLst/>
          </a:prstGeom>
          <a:noFill/>
          <a:ln w="9525">
            <a:noFill/>
            <a:miter lim="800000"/>
            <a:headEnd/>
            <a:tailEnd/>
          </a:ln>
        </p:spPr>
        <p:txBody>
          <a:bodyPr wrap="square">
            <a:spAutoFit/>
          </a:bodyPr>
          <a:lstStyle/>
          <a:p>
            <a:pPr lvl="0" indent="-180340" algn="ctr" latinLnBrk="1">
              <a:lnSpc>
                <a:spcPct val="120000"/>
              </a:lnSpc>
              <a:spcAft>
                <a:spcPts val="0"/>
              </a:spcAft>
              <a:defRPr/>
            </a:pPr>
            <a:r>
              <a:rPr lang="ko-KR" altLang="en-US" sz="3600" b="1" kern="100" dirty="0">
                <a:solidFill>
                  <a:prstClr val="black"/>
                </a:solidFill>
                <a:latin typeface="맑은 고딕" charset="-127"/>
                <a:ea typeface="맑은 고딕" charset="-127"/>
                <a:cs typeface="Times New Roman" charset="0"/>
              </a:rPr>
              <a:t>전심으로 하나님께 감사하라</a:t>
            </a:r>
          </a:p>
          <a:p>
            <a:pPr indent="-180340" algn="ctr" latinLnBrk="1">
              <a:lnSpc>
                <a:spcPct val="120000"/>
              </a:lnSpc>
              <a:spcAft>
                <a:spcPts val="0"/>
              </a:spcAft>
              <a:defRPr/>
            </a:pPr>
            <a:r>
              <a:rPr lang="en-US" altLang="ko-Kore-KR" sz="2000" b="1" dirty="0">
                <a:solidFill>
                  <a:srgbClr val="7F7F7F"/>
                </a:solidFill>
                <a:ea typeface="HY목각파임B" pitchFamily="18" charset="-127"/>
              </a:rPr>
              <a:t>Give thanks to the Lord with your whole heart</a:t>
            </a:r>
            <a:r>
              <a:rPr lang="ko-Kore-KR" altLang="ko-Kore-KR" sz="2000" b="1" dirty="0">
                <a:solidFill>
                  <a:srgbClr val="7F7F7F"/>
                </a:solidFill>
                <a:ea typeface="HY목각파임B" pitchFamily="18" charset="-127"/>
              </a:rPr>
              <a:t> </a:t>
            </a:r>
          </a:p>
        </p:txBody>
      </p:sp>
    </p:spTree>
    <p:extLst>
      <p:ext uri="{BB962C8B-B14F-4D97-AF65-F5344CB8AC3E}">
        <p14:creationId xmlns:p14="http://schemas.microsoft.com/office/powerpoint/2010/main" val="1892057860"/>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시편 9:1-11</a:t>
            </a:r>
            <a:endParaRPr lang="en-US" altLang="ko-KR" sz="4267" b="1" dirty="0">
              <a:latin typeface="+mn-ea"/>
            </a:endParaRPr>
          </a:p>
          <a:p>
            <a:pPr algn="l">
              <a:buFontTx/>
              <a:buNone/>
              <a:defRPr/>
            </a:pPr>
            <a:r>
              <a:rPr lang="ko-KR" altLang="en-US" sz="4800" b="1" dirty="0">
                <a:latin typeface="맑은 고딕" pitchFamily="50" charset="-127"/>
              </a:rPr>
              <a:t>1. 내가 전심으로 여호와께 감사하오며 주의 모든 기이한 일들을 전하리이다</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Psalms 9:1-11</a:t>
            </a:r>
            <a:endParaRPr lang="en-US" altLang="ko-KR" sz="3733" b="1" dirty="0">
              <a:latin typeface="+mn-ea"/>
            </a:endParaRPr>
          </a:p>
          <a:p>
            <a:pPr algn="l">
              <a:buFontTx/>
              <a:buNone/>
              <a:defRPr/>
            </a:pPr>
            <a:r>
              <a:rPr lang="ko-KR" altLang="en-US" sz="3733" dirty="0">
                <a:latin typeface="맑은 고딕" pitchFamily="50" charset="-127"/>
              </a:rPr>
              <a:t>1. I will give thanks to you, LORD, with all my heart; I will tell of all your wonderful deeds.</a:t>
            </a:r>
            <a:endParaRPr lang="en-US" altLang="ko-KR" sz="3733" dirty="0">
              <a:latin typeface="맑은 고딕" pitchFamily="50" charset="-127"/>
            </a:endParaRPr>
          </a:p>
        </p:txBody>
      </p:sp>
    </p:spTree>
    <p:extLst>
      <p:ext uri="{BB962C8B-B14F-4D97-AF65-F5344CB8AC3E}">
        <p14:creationId xmlns:p14="http://schemas.microsoft.com/office/powerpoint/2010/main" val="155442636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시편 9:1-11</a:t>
            </a:r>
            <a:endParaRPr lang="en-US" altLang="ko-KR" sz="4267" b="1" dirty="0">
              <a:latin typeface="+mn-ea"/>
            </a:endParaRPr>
          </a:p>
          <a:p>
            <a:pPr algn="l">
              <a:buFontTx/>
              <a:buNone/>
              <a:defRPr/>
            </a:pPr>
            <a:r>
              <a:rPr lang="ko-KR" altLang="en-US" sz="4800" b="1" dirty="0">
                <a:latin typeface="맑은 고딕" pitchFamily="50" charset="-127"/>
              </a:rPr>
              <a:t>2. 내가 주를 기뻐하고 즐거워하며 지존하신 주의 이름을 찬송하리니</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Psalms 9:1-11</a:t>
            </a:r>
            <a:endParaRPr lang="en-US" altLang="ko-KR" sz="3733" b="1" dirty="0">
              <a:latin typeface="+mn-ea"/>
            </a:endParaRPr>
          </a:p>
          <a:p>
            <a:pPr algn="l">
              <a:buFontTx/>
              <a:buNone/>
              <a:defRPr/>
            </a:pPr>
            <a:r>
              <a:rPr lang="ko-KR" altLang="en-US" sz="3733" dirty="0">
                <a:latin typeface="맑은 고딕" pitchFamily="50" charset="-127"/>
              </a:rPr>
              <a:t>2. I will be glad and rejoice in you; I will sing the praises of your name, O Most High.</a:t>
            </a:r>
            <a:endParaRPr lang="en-US" altLang="ko-KR" sz="3733" dirty="0">
              <a:latin typeface="맑은 고딕" pitchFamily="50" charset="-127"/>
            </a:endParaRPr>
          </a:p>
        </p:txBody>
      </p:sp>
    </p:spTree>
    <p:extLst>
      <p:ext uri="{BB962C8B-B14F-4D97-AF65-F5344CB8AC3E}">
        <p14:creationId xmlns:p14="http://schemas.microsoft.com/office/powerpoint/2010/main" val="279990938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시편 9:1-11</a:t>
            </a:r>
            <a:endParaRPr lang="en-US" altLang="ko-KR" sz="4267" b="1" dirty="0">
              <a:latin typeface="+mn-ea"/>
            </a:endParaRPr>
          </a:p>
          <a:p>
            <a:pPr algn="l">
              <a:buFontTx/>
              <a:buNone/>
              <a:defRPr/>
            </a:pPr>
            <a:r>
              <a:rPr lang="ko-KR" altLang="en-US" sz="4800" b="1" dirty="0">
                <a:latin typeface="맑은 고딕" pitchFamily="50" charset="-127"/>
              </a:rPr>
              <a:t>3. 내 원수들이 물러갈 때에 주 앞에서 넘어져 망함이니이다</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Psalms 9:1-11</a:t>
            </a:r>
            <a:endParaRPr lang="en-US" altLang="ko-KR" sz="3733" b="1" dirty="0">
              <a:latin typeface="+mn-ea"/>
            </a:endParaRPr>
          </a:p>
          <a:p>
            <a:pPr algn="l">
              <a:buFontTx/>
              <a:buNone/>
              <a:defRPr/>
            </a:pPr>
            <a:r>
              <a:rPr lang="ko-KR" altLang="en-US" sz="3733" dirty="0">
                <a:latin typeface="맑은 고딕" pitchFamily="50" charset="-127"/>
              </a:rPr>
              <a:t>3. My enemies turn back; they stumble and perish before you.</a:t>
            </a:r>
            <a:endParaRPr lang="en-US" altLang="ko-KR" sz="3733" dirty="0">
              <a:latin typeface="맑은 고딕" pitchFamily="50" charset="-127"/>
            </a:endParaRPr>
          </a:p>
        </p:txBody>
      </p:sp>
    </p:spTree>
    <p:extLst>
      <p:ext uri="{BB962C8B-B14F-4D97-AF65-F5344CB8AC3E}">
        <p14:creationId xmlns:p14="http://schemas.microsoft.com/office/powerpoint/2010/main" val="198686062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시편 9:1-11</a:t>
            </a:r>
            <a:endParaRPr lang="en-US" altLang="ko-KR" sz="4267" b="1" dirty="0">
              <a:latin typeface="+mn-ea"/>
            </a:endParaRPr>
          </a:p>
          <a:p>
            <a:pPr algn="l">
              <a:buFontTx/>
              <a:buNone/>
              <a:defRPr/>
            </a:pPr>
            <a:r>
              <a:rPr lang="ko-KR" altLang="en-US" sz="4800" b="1" dirty="0">
                <a:latin typeface="맑은 고딕" pitchFamily="50" charset="-127"/>
              </a:rPr>
              <a:t>4. 주께서 나의 의와 송사를 변호하셨으며 보좌에 앉으사 의롭게 심판하셨나이다</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Psalms 9:1-11</a:t>
            </a:r>
            <a:endParaRPr lang="en-US" altLang="ko-KR" sz="3733" b="1" dirty="0">
              <a:latin typeface="+mn-ea"/>
            </a:endParaRPr>
          </a:p>
          <a:p>
            <a:pPr algn="l">
              <a:buFontTx/>
              <a:buNone/>
              <a:defRPr/>
            </a:pPr>
            <a:r>
              <a:rPr lang="ko-KR" altLang="en-US" sz="3733" dirty="0">
                <a:latin typeface="맑은 고딕" pitchFamily="50" charset="-127"/>
              </a:rPr>
              <a:t>4. For you have upheld my right and my cause, sitting enthroned as the righteous judge.</a:t>
            </a:r>
            <a:endParaRPr lang="en-US" altLang="ko-KR" sz="3733" dirty="0">
              <a:latin typeface="맑은 고딕" pitchFamily="50" charset="-127"/>
            </a:endParaRPr>
          </a:p>
        </p:txBody>
      </p:sp>
    </p:spTree>
    <p:extLst>
      <p:ext uri="{BB962C8B-B14F-4D97-AF65-F5344CB8AC3E}">
        <p14:creationId xmlns:p14="http://schemas.microsoft.com/office/powerpoint/2010/main" val="3701585326"/>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시편 9:1-11</a:t>
            </a:r>
            <a:endParaRPr lang="en-US" altLang="ko-KR" sz="4267" b="1" dirty="0">
              <a:latin typeface="+mn-ea"/>
            </a:endParaRPr>
          </a:p>
          <a:p>
            <a:pPr algn="l">
              <a:buFontTx/>
              <a:buNone/>
              <a:defRPr/>
            </a:pPr>
            <a:r>
              <a:rPr lang="ko-KR" altLang="en-US" sz="4800" b="1" dirty="0">
                <a:latin typeface="맑은 고딕" pitchFamily="50" charset="-127"/>
              </a:rPr>
              <a:t>5. 이방 나라들을 책망하시고 악인을 멸하시며 그들의 이름을 영원히 지우셨나이다</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Psalms 9:1-11</a:t>
            </a:r>
            <a:endParaRPr lang="en-US" altLang="ko-KR" sz="3733" b="1" dirty="0">
              <a:latin typeface="+mn-ea"/>
            </a:endParaRPr>
          </a:p>
          <a:p>
            <a:pPr algn="l">
              <a:buFontTx/>
              <a:buNone/>
              <a:defRPr/>
            </a:pPr>
            <a:r>
              <a:rPr lang="ko-KR" altLang="en-US" sz="3733" dirty="0">
                <a:latin typeface="맑은 고딕" pitchFamily="50" charset="-127"/>
              </a:rPr>
              <a:t>5. You have rebuked the nations and destroyed the wicked; you have blotted out their name for ever and ever.</a:t>
            </a:r>
            <a:endParaRPr lang="en-US" altLang="ko-KR" sz="3733" dirty="0">
              <a:latin typeface="맑은 고딕" pitchFamily="50" charset="-127"/>
            </a:endParaRPr>
          </a:p>
        </p:txBody>
      </p:sp>
    </p:spTree>
    <p:extLst>
      <p:ext uri="{BB962C8B-B14F-4D97-AF65-F5344CB8AC3E}">
        <p14:creationId xmlns:p14="http://schemas.microsoft.com/office/powerpoint/2010/main" val="1461588407"/>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시편 9:1-11</a:t>
            </a:r>
            <a:endParaRPr lang="en-US" altLang="ko-KR" sz="4267" b="1" dirty="0">
              <a:latin typeface="+mn-ea"/>
            </a:endParaRPr>
          </a:p>
          <a:p>
            <a:pPr algn="l">
              <a:buFontTx/>
              <a:buNone/>
              <a:defRPr/>
            </a:pPr>
            <a:r>
              <a:rPr lang="ko-KR" altLang="en-US" sz="4800" b="1" dirty="0">
                <a:latin typeface="맑은 고딕" pitchFamily="50" charset="-127"/>
              </a:rPr>
              <a:t>6. 원수가 끊어져 영원히 멸망하였사오니 주께서 무너뜨린 성읍들을 기억할 수 없나이다</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Psalms 9:1-11</a:t>
            </a:r>
            <a:endParaRPr lang="en-US" altLang="ko-KR" sz="3733" b="1" dirty="0">
              <a:latin typeface="+mn-ea"/>
            </a:endParaRPr>
          </a:p>
          <a:p>
            <a:pPr algn="l">
              <a:buFontTx/>
              <a:buNone/>
              <a:defRPr/>
            </a:pPr>
            <a:r>
              <a:rPr lang="ko-KR" altLang="en-US" sz="3733" dirty="0">
                <a:latin typeface="맑은 고딕" pitchFamily="50" charset="-127"/>
              </a:rPr>
              <a:t>6. Endless ruin has overtaken my enemies, you have uprooted their cities; even the memory of them has perished.</a:t>
            </a:r>
            <a:endParaRPr lang="en-US" altLang="ko-KR" sz="3733" dirty="0">
              <a:latin typeface="맑은 고딕" pitchFamily="50" charset="-127"/>
            </a:endParaRPr>
          </a:p>
        </p:txBody>
      </p:sp>
    </p:spTree>
    <p:extLst>
      <p:ext uri="{BB962C8B-B14F-4D97-AF65-F5344CB8AC3E}">
        <p14:creationId xmlns:p14="http://schemas.microsoft.com/office/powerpoint/2010/main" val="3458433778"/>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시편 9:1-11</a:t>
            </a:r>
            <a:endParaRPr lang="en-US" altLang="ko-KR" sz="4267" b="1" dirty="0">
              <a:latin typeface="+mn-ea"/>
            </a:endParaRPr>
          </a:p>
          <a:p>
            <a:pPr algn="l">
              <a:buFontTx/>
              <a:buNone/>
              <a:defRPr/>
            </a:pPr>
            <a:r>
              <a:rPr lang="ko-KR" altLang="en-US" sz="4800" b="1" dirty="0">
                <a:latin typeface="맑은 고딕" pitchFamily="50" charset="-127"/>
              </a:rPr>
              <a:t>7. 여호와께서 영원히 앉으심이여 심판을 위하여 보좌를 준비하셨도다</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Psalms 9:1-11</a:t>
            </a:r>
            <a:endParaRPr lang="en-US" altLang="ko-KR" sz="3733" b="1" dirty="0">
              <a:latin typeface="+mn-ea"/>
            </a:endParaRPr>
          </a:p>
          <a:p>
            <a:pPr algn="l">
              <a:buFontTx/>
              <a:buNone/>
              <a:defRPr/>
            </a:pPr>
            <a:r>
              <a:rPr lang="ko-KR" altLang="en-US" sz="3733" dirty="0">
                <a:latin typeface="맑은 고딕" pitchFamily="50" charset="-127"/>
              </a:rPr>
              <a:t>7. The LORD reigns forever; he has established his throne for judgment.</a:t>
            </a:r>
            <a:endParaRPr lang="en-US" altLang="ko-KR" sz="3733" dirty="0">
              <a:latin typeface="맑은 고딕" pitchFamily="50" charset="-127"/>
            </a:endParaRPr>
          </a:p>
        </p:txBody>
      </p:sp>
    </p:spTree>
    <p:extLst>
      <p:ext uri="{BB962C8B-B14F-4D97-AF65-F5344CB8AC3E}">
        <p14:creationId xmlns:p14="http://schemas.microsoft.com/office/powerpoint/2010/main" val="3910857769"/>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시편 9:1-11</a:t>
            </a:r>
            <a:endParaRPr lang="en-US" altLang="ko-KR" sz="4267" b="1" dirty="0">
              <a:latin typeface="+mn-ea"/>
            </a:endParaRPr>
          </a:p>
          <a:p>
            <a:pPr algn="l">
              <a:buFontTx/>
              <a:buNone/>
              <a:defRPr/>
            </a:pPr>
            <a:r>
              <a:rPr lang="ko-KR" altLang="en-US" sz="4800" b="1" dirty="0">
                <a:latin typeface="맑은 고딕" pitchFamily="50" charset="-127"/>
              </a:rPr>
              <a:t>8. 공의로 세계를 심판하심이여 정직으로 만민에게 판결을 내리시리로다</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Psalms 9:1-11</a:t>
            </a:r>
            <a:endParaRPr lang="en-US" altLang="ko-KR" sz="3733" b="1" dirty="0">
              <a:latin typeface="+mn-ea"/>
            </a:endParaRPr>
          </a:p>
          <a:p>
            <a:pPr algn="l">
              <a:buFontTx/>
              <a:buNone/>
              <a:defRPr/>
            </a:pPr>
            <a:r>
              <a:rPr lang="ko-KR" altLang="en-US" sz="3733" dirty="0">
                <a:latin typeface="맑은 고딕" pitchFamily="50" charset="-127"/>
              </a:rPr>
              <a:t>8. He rules the world in righteousness and judges the peoples with equity.</a:t>
            </a:r>
            <a:endParaRPr lang="en-US" altLang="ko-KR" sz="3733" dirty="0">
              <a:latin typeface="맑은 고딕" pitchFamily="50" charset="-127"/>
            </a:endParaRPr>
          </a:p>
        </p:txBody>
      </p:sp>
    </p:spTree>
    <p:extLst>
      <p:ext uri="{BB962C8B-B14F-4D97-AF65-F5344CB8AC3E}">
        <p14:creationId xmlns:p14="http://schemas.microsoft.com/office/powerpoint/2010/main" val="345561706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시편 9:1-11</a:t>
            </a:r>
            <a:endParaRPr lang="en-US" altLang="ko-KR" sz="4267" b="1" dirty="0">
              <a:latin typeface="+mn-ea"/>
            </a:endParaRPr>
          </a:p>
          <a:p>
            <a:pPr algn="l">
              <a:buFontTx/>
              <a:buNone/>
              <a:defRPr/>
            </a:pPr>
            <a:r>
              <a:rPr lang="ko-KR" altLang="en-US" sz="4800" b="1" dirty="0">
                <a:latin typeface="맑은 고딕" pitchFamily="50" charset="-127"/>
              </a:rPr>
              <a:t>9. 여호와는 압제를 당하는 자의 요새이시요 환난 때의 요새이시로다</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Psalms 9:1-11</a:t>
            </a:r>
            <a:endParaRPr lang="en-US" altLang="ko-KR" sz="3733" b="1" dirty="0">
              <a:latin typeface="+mn-ea"/>
            </a:endParaRPr>
          </a:p>
          <a:p>
            <a:pPr algn="l">
              <a:buFontTx/>
              <a:buNone/>
              <a:defRPr/>
            </a:pPr>
            <a:r>
              <a:rPr lang="ko-KR" altLang="en-US" sz="3733" dirty="0">
                <a:latin typeface="맑은 고딕" pitchFamily="50" charset="-127"/>
              </a:rPr>
              <a:t>9. The LORD is a refuge for the oppressed, a stronghold in times of trouble.</a:t>
            </a:r>
            <a:endParaRPr lang="en-US" altLang="ko-KR" sz="3733" dirty="0">
              <a:latin typeface="맑은 고딕" pitchFamily="50" charset="-127"/>
            </a:endParaRPr>
          </a:p>
        </p:txBody>
      </p:sp>
    </p:spTree>
    <p:extLst>
      <p:ext uri="{BB962C8B-B14F-4D97-AF65-F5344CB8AC3E}">
        <p14:creationId xmlns:p14="http://schemas.microsoft.com/office/powerpoint/2010/main" val="3547068593"/>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시편 9:1-11</a:t>
            </a:r>
            <a:endParaRPr lang="en-US" altLang="ko-KR" sz="4267" b="1" dirty="0">
              <a:latin typeface="+mn-ea"/>
            </a:endParaRPr>
          </a:p>
          <a:p>
            <a:pPr algn="l">
              <a:buFontTx/>
              <a:buNone/>
              <a:defRPr/>
            </a:pPr>
            <a:r>
              <a:rPr lang="ko-KR" altLang="en-US" sz="4800" b="1" dirty="0">
                <a:latin typeface="맑은 고딕" pitchFamily="50" charset="-127"/>
              </a:rPr>
              <a:t>10. 여호와여 주의 이름을 아는 자는 주를 의지하오리니 이는 주를 찾는 자들을 버리지 아니하심이니이다</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Psalms 9:1-11</a:t>
            </a:r>
            <a:endParaRPr lang="en-US" altLang="ko-KR" sz="3733" b="1" dirty="0">
              <a:latin typeface="+mn-ea"/>
            </a:endParaRPr>
          </a:p>
          <a:p>
            <a:pPr algn="l">
              <a:buFontTx/>
              <a:buNone/>
              <a:defRPr/>
            </a:pPr>
            <a:r>
              <a:rPr lang="ko-KR" altLang="en-US" sz="3733" dirty="0">
                <a:latin typeface="맑은 고딕" pitchFamily="50" charset="-127"/>
              </a:rPr>
              <a:t>10. Those who know your name trust in you, for you, LORD, have never forsaken those who seek you.</a:t>
            </a:r>
            <a:endParaRPr lang="en-US" altLang="ko-KR" sz="3733" dirty="0">
              <a:latin typeface="맑은 고딕" pitchFamily="50" charset="-127"/>
            </a:endParaRPr>
          </a:p>
        </p:txBody>
      </p:sp>
    </p:spTree>
    <p:extLst>
      <p:ext uri="{BB962C8B-B14F-4D97-AF65-F5344CB8AC3E}">
        <p14:creationId xmlns:p14="http://schemas.microsoft.com/office/powerpoint/2010/main" val="359065208"/>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시편 9:1-11</a:t>
            </a:r>
            <a:endParaRPr lang="en-US" altLang="ko-KR" sz="4267" b="1" dirty="0">
              <a:latin typeface="+mn-ea"/>
            </a:endParaRPr>
          </a:p>
          <a:p>
            <a:pPr algn="l">
              <a:buFontTx/>
              <a:buNone/>
              <a:defRPr/>
            </a:pPr>
            <a:r>
              <a:rPr lang="ko-KR" altLang="en-US" sz="4800" b="1" dirty="0">
                <a:latin typeface="맑은 고딕" pitchFamily="50" charset="-127"/>
              </a:rPr>
              <a:t>11. 너희는 시온에 계신 여호와를 찬송하며 그의 행사를 백성 중에 선포할지어다</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Psalms 9:1-11</a:t>
            </a:r>
            <a:endParaRPr lang="en-US" altLang="ko-KR" sz="3733" b="1" dirty="0">
              <a:latin typeface="+mn-ea"/>
            </a:endParaRPr>
          </a:p>
          <a:p>
            <a:pPr algn="l">
              <a:buFontTx/>
              <a:buNone/>
              <a:defRPr/>
            </a:pPr>
            <a:r>
              <a:rPr lang="ko-KR" altLang="en-US" sz="3733" dirty="0">
                <a:latin typeface="맑은 고딕" pitchFamily="50" charset="-127"/>
              </a:rPr>
              <a:t>11. Sing the praises of the LORD, enthroned in Zion; proclaim among the nations what he has done.</a:t>
            </a:r>
            <a:endParaRPr lang="en-US" altLang="ko-KR" sz="3733" dirty="0">
              <a:latin typeface="맑은 고딕" pitchFamily="50" charset="-127"/>
            </a:endParaRPr>
          </a:p>
        </p:txBody>
      </p:sp>
    </p:spTree>
    <p:extLst>
      <p:ext uri="{BB962C8B-B14F-4D97-AF65-F5344CB8AC3E}">
        <p14:creationId xmlns:p14="http://schemas.microsoft.com/office/powerpoint/2010/main" val="18655438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8D111-AE08-FB26-8B7F-84F207E7B2D3}"/>
            </a:ext>
          </a:extLst>
        </p:cNvPr>
        <p:cNvGrpSpPr/>
        <p:nvPr/>
      </p:nvGrpSpPr>
      <p:grpSpPr>
        <a:xfrm>
          <a:off x="0" y="0"/>
          <a:ext cx="0" cy="0"/>
          <a:chOff x="0" y="0"/>
          <a:chExt cx="0" cy="0"/>
        </a:xfrm>
      </p:grpSpPr>
      <p:sp>
        <p:nvSpPr>
          <p:cNvPr id="28674" name="내용 개체 틀 5">
            <a:extLst>
              <a:ext uri="{FF2B5EF4-FFF2-40B4-BE49-F238E27FC236}">
                <a16:creationId xmlns:a16="http://schemas.microsoft.com/office/drawing/2014/main" id="{3A1759E2-D5B9-F700-E20B-40F396F06036}"/>
              </a:ext>
            </a:extLst>
          </p:cNvPr>
          <p:cNvSpPr>
            <a:spLocks noGrp="1"/>
          </p:cNvSpPr>
          <p:nvPr>
            <p:ph type="body" orient="vert" idx="1"/>
          </p:nvPr>
        </p:nvSpPr>
        <p:spPr bwMode="auto">
          <a:xfrm>
            <a:off x="299356" y="166328"/>
            <a:ext cx="11701300" cy="6525343"/>
          </a:xfrm>
          <a:ln>
            <a:miter lim="800000"/>
            <a:headEnd/>
            <a:tailEnd/>
          </a:ln>
        </p:spPr>
        <p:txBody>
          <a:bodyPr vert="horz" wrap="square" lIns="91440" tIns="45720" rIns="91440" bIns="45720" numCol="1" anchor="ctr" anchorCtr="0" compatLnSpc="1">
            <a:prstTxWarp prst="textNoShape">
              <a:avLst/>
            </a:prstTxWarp>
            <a:normAutofit/>
          </a:bodyPr>
          <a:lstStyle/>
          <a:p>
            <a:pPr marL="0" indent="0">
              <a:buNone/>
            </a:pPr>
            <a:r>
              <a:rPr lang="en-US" altLang="ko-Kore-KR" b="1" dirty="0"/>
              <a:t>1. </a:t>
            </a:r>
            <a:r>
              <a:rPr lang="ko-KR" altLang="ko-Kore-KR" b="1" dirty="0"/>
              <a:t>원수로부터 구원하심을 감사</a:t>
            </a:r>
            <a:endParaRPr lang="ko-Kore-KR" altLang="ko-Kore-KR" dirty="0"/>
          </a:p>
          <a:p>
            <a:pPr marL="0" indent="0">
              <a:buNone/>
            </a:pPr>
            <a:r>
              <a:rPr lang="en-US" altLang="ko-Kore-KR" dirty="0"/>
              <a:t>1. For delivering from hands of the enemy</a:t>
            </a:r>
            <a:endParaRPr lang="ko-Kore-KR" altLang="ko-Kore-KR" dirty="0"/>
          </a:p>
          <a:p>
            <a:pPr marL="0" indent="0">
              <a:buNone/>
            </a:pPr>
            <a:endParaRPr lang="en-US" altLang="ko-Kore-KR" b="1" dirty="0"/>
          </a:p>
          <a:p>
            <a:pPr marL="0" indent="0">
              <a:buNone/>
            </a:pPr>
            <a:r>
              <a:rPr lang="en-US" altLang="ko-Kore-KR" b="1" dirty="0"/>
              <a:t>2. </a:t>
            </a:r>
            <a:r>
              <a:rPr lang="ko-KR" altLang="ko-Kore-KR" b="1" dirty="0"/>
              <a:t>승리를 주신 하나님께 감사</a:t>
            </a:r>
            <a:endParaRPr lang="ko-Kore-KR" altLang="ko-Kore-KR" dirty="0"/>
          </a:p>
          <a:p>
            <a:pPr marL="0" indent="0">
              <a:buNone/>
            </a:pPr>
            <a:r>
              <a:rPr lang="en-US" altLang="ko-Kore-KR" dirty="0"/>
              <a:t>2. For giving victory</a:t>
            </a:r>
            <a:endParaRPr lang="ko-Kore-KR" altLang="ko-Kore-KR" dirty="0"/>
          </a:p>
          <a:p>
            <a:pPr marL="0" indent="0">
              <a:buNone/>
            </a:pPr>
            <a:endParaRPr lang="en-US" altLang="ko-Kore-KR" b="1" dirty="0"/>
          </a:p>
          <a:p>
            <a:pPr marL="0" indent="0">
              <a:buNone/>
            </a:pPr>
            <a:r>
              <a:rPr lang="en-US" altLang="ko-Kore-KR" b="1" dirty="0"/>
              <a:t>3. </a:t>
            </a:r>
            <a:r>
              <a:rPr lang="ko-KR" altLang="ko-Kore-KR" b="1" dirty="0"/>
              <a:t>영원히 함께 하심을 감사</a:t>
            </a:r>
            <a:endParaRPr lang="ko-Kore-KR" altLang="ko-Kore-KR" dirty="0"/>
          </a:p>
          <a:p>
            <a:pPr marL="0" indent="0">
              <a:buNone/>
            </a:pPr>
            <a:r>
              <a:rPr lang="en-US" altLang="ko-Kore-KR" dirty="0"/>
              <a:t>3. For being with us forever</a:t>
            </a:r>
            <a:endParaRPr lang="ko-Kore-KR" altLang="ko-Kore-KR" dirty="0"/>
          </a:p>
        </p:txBody>
      </p:sp>
    </p:spTree>
    <p:extLst>
      <p:ext uri="{BB962C8B-B14F-4D97-AF65-F5344CB8AC3E}">
        <p14:creationId xmlns:p14="http://schemas.microsoft.com/office/powerpoint/2010/main" val="2700314927"/>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F2C15-E631-FF2C-933A-C2C7BF663EF2}"/>
            </a:ext>
          </a:extLst>
        </p:cNvPr>
        <p:cNvGrpSpPr/>
        <p:nvPr/>
      </p:nvGrpSpPr>
      <p:grpSpPr>
        <a:xfrm>
          <a:off x="0" y="0"/>
          <a:ext cx="0" cy="0"/>
          <a:chOff x="0" y="0"/>
          <a:chExt cx="0" cy="0"/>
        </a:xfrm>
      </p:grpSpPr>
      <p:sp>
        <p:nvSpPr>
          <p:cNvPr id="28674" name="내용 개체 틀 5">
            <a:extLst>
              <a:ext uri="{FF2B5EF4-FFF2-40B4-BE49-F238E27FC236}">
                <a16:creationId xmlns:a16="http://schemas.microsoft.com/office/drawing/2014/main" id="{5BE25DAD-0288-E03C-A24F-31EC6C8EC85B}"/>
              </a:ext>
            </a:extLst>
          </p:cNvPr>
          <p:cNvSpPr>
            <a:spLocks noGrp="1"/>
          </p:cNvSpPr>
          <p:nvPr>
            <p:ph type="body" orient="vert" idx="1"/>
          </p:nvPr>
        </p:nvSpPr>
        <p:spPr bwMode="auto">
          <a:xfrm>
            <a:off x="299356" y="166328"/>
            <a:ext cx="11701300" cy="6525343"/>
          </a:xfrm>
          <a:ln>
            <a:miter lim="800000"/>
            <a:headEnd/>
            <a:tailEnd/>
          </a:ln>
        </p:spPr>
        <p:txBody>
          <a:bodyPr vert="horz" wrap="square" lIns="91440" tIns="45720" rIns="91440" bIns="45720" numCol="1" anchor="ctr" anchorCtr="0" compatLnSpc="1">
            <a:prstTxWarp prst="textNoShape">
              <a:avLst/>
            </a:prstTxWarp>
            <a:normAutofit/>
          </a:bodyPr>
          <a:lstStyle/>
          <a:p>
            <a:pPr marL="0" indent="0">
              <a:buNone/>
            </a:pPr>
            <a:r>
              <a:rPr lang="en-US" altLang="ko-Kore-KR" b="1" dirty="0"/>
              <a:t>1. </a:t>
            </a:r>
            <a:r>
              <a:rPr lang="ko-KR" altLang="ko-Kore-KR" b="1" dirty="0"/>
              <a:t>원수로부터 구원하심을 감사</a:t>
            </a:r>
            <a:endParaRPr lang="ko-Kore-KR" altLang="ko-Kore-KR" dirty="0"/>
          </a:p>
          <a:p>
            <a:pPr marL="0" indent="0">
              <a:buNone/>
            </a:pPr>
            <a:r>
              <a:rPr lang="en-US" altLang="ko-Kore-KR" dirty="0"/>
              <a:t>1. For delivering from hands of the enemy</a:t>
            </a:r>
            <a:endParaRPr lang="ko-Kore-KR" altLang="ko-Kore-KR" dirty="0"/>
          </a:p>
        </p:txBody>
      </p:sp>
    </p:spTree>
    <p:extLst>
      <p:ext uri="{BB962C8B-B14F-4D97-AF65-F5344CB8AC3E}">
        <p14:creationId xmlns:p14="http://schemas.microsoft.com/office/powerpoint/2010/main" val="1141155846"/>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시편 9:1-4</a:t>
            </a:r>
            <a:endParaRPr lang="en-US" altLang="ko-KR" sz="4267" b="1" dirty="0">
              <a:latin typeface="+mn-ea"/>
            </a:endParaRPr>
          </a:p>
          <a:p>
            <a:pPr algn="l">
              <a:buFontTx/>
              <a:buNone/>
              <a:defRPr/>
            </a:pPr>
            <a:r>
              <a:rPr lang="ko-KR" altLang="en-US" sz="4800" b="1" dirty="0">
                <a:latin typeface="맑은 고딕" pitchFamily="50" charset="-127"/>
              </a:rPr>
              <a:t>1. 내가 전심으로 여호와께 감사하오며 주의 모든 기이한 일들을 전하리이다</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Psalms 9:1-4</a:t>
            </a:r>
            <a:endParaRPr lang="en-US" altLang="ko-KR" sz="3733" b="1" dirty="0">
              <a:latin typeface="+mn-ea"/>
            </a:endParaRPr>
          </a:p>
          <a:p>
            <a:pPr algn="l">
              <a:buFontTx/>
              <a:buNone/>
              <a:defRPr/>
            </a:pPr>
            <a:r>
              <a:rPr lang="ko-KR" altLang="en-US" sz="3733" dirty="0">
                <a:latin typeface="맑은 고딕" pitchFamily="50" charset="-127"/>
              </a:rPr>
              <a:t>1. I will give thanks to you, LORD, with all my heart; I will tell of all your wonderful deeds.</a:t>
            </a:r>
            <a:endParaRPr lang="en-US" altLang="ko-KR" sz="3733" dirty="0">
              <a:latin typeface="맑은 고딕" pitchFamily="50" charset="-127"/>
            </a:endParaRPr>
          </a:p>
        </p:txBody>
      </p:sp>
    </p:spTree>
    <p:extLst>
      <p:ext uri="{BB962C8B-B14F-4D97-AF65-F5344CB8AC3E}">
        <p14:creationId xmlns:p14="http://schemas.microsoft.com/office/powerpoint/2010/main" val="850897592"/>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시편 9:1-4</a:t>
            </a:r>
            <a:endParaRPr lang="en-US" altLang="ko-KR" sz="4267" b="1" dirty="0">
              <a:latin typeface="+mn-ea"/>
            </a:endParaRPr>
          </a:p>
          <a:p>
            <a:pPr algn="l">
              <a:buFontTx/>
              <a:buNone/>
              <a:defRPr/>
            </a:pPr>
            <a:r>
              <a:rPr lang="ko-KR" altLang="en-US" sz="4800" b="1" dirty="0">
                <a:latin typeface="맑은 고딕" pitchFamily="50" charset="-127"/>
              </a:rPr>
              <a:t>2. 내가 주를 기뻐하고 즐거워하며 지존하신 주의 이름을 찬송하리니</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Psalms 9:1-4</a:t>
            </a:r>
            <a:endParaRPr lang="en-US" altLang="ko-KR" sz="3733" b="1" dirty="0">
              <a:latin typeface="+mn-ea"/>
            </a:endParaRPr>
          </a:p>
          <a:p>
            <a:pPr algn="l">
              <a:buFontTx/>
              <a:buNone/>
              <a:defRPr/>
            </a:pPr>
            <a:r>
              <a:rPr lang="ko-KR" altLang="en-US" sz="3733" dirty="0">
                <a:latin typeface="맑은 고딕" pitchFamily="50" charset="-127"/>
              </a:rPr>
              <a:t>2. I will be glad and rejoice in you; I will sing the praises of your name, O Most High.</a:t>
            </a:r>
            <a:endParaRPr lang="en-US" altLang="ko-KR" sz="3733" dirty="0">
              <a:latin typeface="맑은 고딕" pitchFamily="50" charset="-127"/>
            </a:endParaRPr>
          </a:p>
        </p:txBody>
      </p:sp>
    </p:spTree>
    <p:extLst>
      <p:ext uri="{BB962C8B-B14F-4D97-AF65-F5344CB8AC3E}">
        <p14:creationId xmlns:p14="http://schemas.microsoft.com/office/powerpoint/2010/main" val="1663264486"/>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시편 9:1-4</a:t>
            </a:r>
            <a:endParaRPr lang="en-US" altLang="ko-KR" sz="4267" b="1" dirty="0">
              <a:latin typeface="+mn-ea"/>
            </a:endParaRPr>
          </a:p>
          <a:p>
            <a:pPr algn="l">
              <a:buFontTx/>
              <a:buNone/>
              <a:defRPr/>
            </a:pPr>
            <a:r>
              <a:rPr lang="ko-KR" altLang="en-US" sz="4800" b="1" dirty="0">
                <a:latin typeface="맑은 고딕" pitchFamily="50" charset="-127"/>
              </a:rPr>
              <a:t>3. 내 원수들이 물러갈 때에 주 앞에서 넘어져 망함이니이다</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Psalms 9:1-4</a:t>
            </a:r>
            <a:endParaRPr lang="en-US" altLang="ko-KR" sz="3733" b="1" dirty="0">
              <a:latin typeface="+mn-ea"/>
            </a:endParaRPr>
          </a:p>
          <a:p>
            <a:pPr algn="l">
              <a:buFontTx/>
              <a:buNone/>
              <a:defRPr/>
            </a:pPr>
            <a:r>
              <a:rPr lang="ko-KR" altLang="en-US" sz="3733" dirty="0">
                <a:latin typeface="맑은 고딕" pitchFamily="50" charset="-127"/>
              </a:rPr>
              <a:t>3. My enemies turn back; they stumble and perish before you.</a:t>
            </a:r>
            <a:endParaRPr lang="en-US" altLang="ko-KR" sz="3733" dirty="0">
              <a:latin typeface="맑은 고딕" pitchFamily="50" charset="-127"/>
            </a:endParaRPr>
          </a:p>
        </p:txBody>
      </p:sp>
    </p:spTree>
    <p:extLst>
      <p:ext uri="{BB962C8B-B14F-4D97-AF65-F5344CB8AC3E}">
        <p14:creationId xmlns:p14="http://schemas.microsoft.com/office/powerpoint/2010/main" val="334132897"/>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시편 9:1-4</a:t>
            </a:r>
            <a:endParaRPr lang="en-US" altLang="ko-KR" sz="4267" b="1" dirty="0">
              <a:latin typeface="+mn-ea"/>
            </a:endParaRPr>
          </a:p>
          <a:p>
            <a:pPr algn="l">
              <a:buFontTx/>
              <a:buNone/>
              <a:defRPr/>
            </a:pPr>
            <a:r>
              <a:rPr lang="ko-KR" altLang="en-US" sz="4800" b="1" dirty="0">
                <a:latin typeface="맑은 고딕" pitchFamily="50" charset="-127"/>
              </a:rPr>
              <a:t>4. 주께서 나의 의와 송사를 변호하셨으며 보좌에 앉으사 의롭게 심판하셨나이다</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Psalms 9:1-4</a:t>
            </a:r>
            <a:endParaRPr lang="en-US" altLang="ko-KR" sz="3733" b="1" dirty="0">
              <a:latin typeface="+mn-ea"/>
            </a:endParaRPr>
          </a:p>
          <a:p>
            <a:pPr algn="l">
              <a:buFontTx/>
              <a:buNone/>
              <a:defRPr/>
            </a:pPr>
            <a:r>
              <a:rPr lang="ko-KR" altLang="en-US" sz="3733" dirty="0">
                <a:latin typeface="맑은 고딕" pitchFamily="50" charset="-127"/>
              </a:rPr>
              <a:t>4. For you have upheld my right and my cause, sitting enthroned as the righteous judge.</a:t>
            </a:r>
            <a:endParaRPr lang="en-US" altLang="ko-KR" sz="3733" dirty="0">
              <a:latin typeface="맑은 고딕" pitchFamily="50" charset="-127"/>
            </a:endParaRPr>
          </a:p>
        </p:txBody>
      </p:sp>
    </p:spTree>
    <p:extLst>
      <p:ext uri="{BB962C8B-B14F-4D97-AF65-F5344CB8AC3E}">
        <p14:creationId xmlns:p14="http://schemas.microsoft.com/office/powerpoint/2010/main" val="1439535676"/>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3600" b="1" dirty="0">
                <a:latin typeface="+mn-ea"/>
              </a:rPr>
              <a:t>역대하 20:21,25-26</a:t>
            </a:r>
            <a:endParaRPr lang="en-US" altLang="ko-KR" sz="3600" b="1" dirty="0">
              <a:latin typeface="+mn-ea"/>
            </a:endParaRPr>
          </a:p>
          <a:p>
            <a:pPr algn="l">
              <a:buFontTx/>
              <a:buNone/>
              <a:defRPr/>
            </a:pPr>
            <a:r>
              <a:rPr lang="ko-KR" altLang="en-US" sz="4000" b="1" dirty="0">
                <a:latin typeface="맑은 고딕" pitchFamily="50" charset="-127"/>
              </a:rPr>
              <a:t>21. 백성과 더불어 의논하고 노래하는 자들을 택하여 거룩한 예복을 입히고 군대 앞에서 행진하며 여호와를 찬송하여 이르기를 여호와께 감사하세 그의 인자하심이 영원하도다 하게 하였더니</a:t>
            </a:r>
            <a:endParaRPr lang="en-US" altLang="ko-KR" sz="4000" b="1" dirty="0">
              <a:latin typeface="맑은 고딕" pitchFamily="50" charset="-127"/>
            </a:endParaRPr>
          </a:p>
          <a:p>
            <a:pPr algn="l">
              <a:buFontTx/>
              <a:buNone/>
              <a:defRPr/>
            </a:pPr>
            <a:endParaRPr lang="en-US" altLang="ko-KR" b="1" dirty="0">
              <a:latin typeface="맑은 고딕" pitchFamily="50" charset="-127"/>
            </a:endParaRPr>
          </a:p>
          <a:p>
            <a:pPr algn="l">
              <a:buFontTx/>
              <a:buNone/>
              <a:defRPr/>
            </a:pPr>
            <a:r>
              <a:rPr lang="ko-KR" altLang="en-US" sz="3200" b="1" dirty="0">
                <a:latin typeface="+mn-ea"/>
              </a:rPr>
              <a:t>SecondChronicles 20:21,25-26</a:t>
            </a:r>
            <a:endParaRPr lang="en-US" altLang="ko-KR" sz="3200" b="1" dirty="0">
              <a:latin typeface="+mn-ea"/>
            </a:endParaRPr>
          </a:p>
          <a:p>
            <a:pPr algn="l">
              <a:buFontTx/>
              <a:buNone/>
              <a:defRPr/>
            </a:pPr>
            <a:r>
              <a:rPr lang="ko-KR" altLang="en-US" sz="3200" dirty="0">
                <a:latin typeface="맑은 고딕" pitchFamily="50" charset="-127"/>
              </a:rPr>
              <a:t>21. After consulting the people, Jehoshaphat appointed men to sing to the LORD and to praise him for the splendor of his holiness as they went out at the head of the army, saying: "Give thanks to the LORD, for his love endures forever."</a:t>
            </a:r>
            <a:endParaRPr lang="en-US" altLang="ko-KR" sz="3200" dirty="0">
              <a:latin typeface="맑은 고딕" pitchFamily="50" charset="-127"/>
            </a:endParaRPr>
          </a:p>
        </p:txBody>
      </p:sp>
    </p:spTree>
    <p:extLst>
      <p:ext uri="{BB962C8B-B14F-4D97-AF65-F5344CB8AC3E}">
        <p14:creationId xmlns:p14="http://schemas.microsoft.com/office/powerpoint/2010/main" val="1982550869"/>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3200" b="1" dirty="0">
                <a:latin typeface="+mn-ea"/>
              </a:rPr>
              <a:t>역대하 20:21,25-26</a:t>
            </a:r>
            <a:endParaRPr lang="en-US" altLang="ko-KR" sz="3200" b="1" dirty="0">
              <a:latin typeface="+mn-ea"/>
            </a:endParaRPr>
          </a:p>
          <a:p>
            <a:pPr algn="l">
              <a:buFontTx/>
              <a:buNone/>
              <a:defRPr/>
            </a:pPr>
            <a:r>
              <a:rPr lang="ko-KR" altLang="en-US" sz="3600" b="1" dirty="0">
                <a:latin typeface="맑은 고딕" pitchFamily="50" charset="-127"/>
              </a:rPr>
              <a:t>25. 여호사밧과 그의 백성이 가서 적군의 물건을 탈취할새 본즉 그 가운데에 재물과 의복과 보물이 많이 있으므로 각기 탈취하는데 그 물건이 너무 많아 능히 가져갈 수 없을 만큼 많으므로 사흘 동안에 거두어들이고</a:t>
            </a:r>
            <a:endParaRPr lang="en-US" altLang="ko-KR" sz="3600" b="1" dirty="0">
              <a:latin typeface="맑은 고딕" pitchFamily="50" charset="-127"/>
            </a:endParaRPr>
          </a:p>
          <a:p>
            <a:pPr algn="l">
              <a:buFontTx/>
              <a:buNone/>
              <a:defRPr/>
            </a:pPr>
            <a:endParaRPr lang="en-US" altLang="ko-KR" sz="2000" b="1" dirty="0">
              <a:latin typeface="맑은 고딕" pitchFamily="50" charset="-127"/>
            </a:endParaRPr>
          </a:p>
          <a:p>
            <a:pPr algn="l">
              <a:buFontTx/>
              <a:buNone/>
              <a:defRPr/>
            </a:pPr>
            <a:r>
              <a:rPr lang="ko-KR" altLang="en-US" sz="2800" b="1" dirty="0">
                <a:latin typeface="+mn-ea"/>
              </a:rPr>
              <a:t>SecondChronicles 20:21,25-26</a:t>
            </a:r>
            <a:endParaRPr lang="en-US" altLang="ko-KR" sz="2800" b="1" dirty="0">
              <a:latin typeface="+mn-ea"/>
            </a:endParaRPr>
          </a:p>
          <a:p>
            <a:pPr algn="l">
              <a:buFontTx/>
              <a:buNone/>
              <a:defRPr/>
            </a:pPr>
            <a:r>
              <a:rPr lang="ko-KR" altLang="en-US" sz="2800" dirty="0">
                <a:latin typeface="맑은 고딕" pitchFamily="50" charset="-127"/>
              </a:rPr>
              <a:t>25. So Jehoshaphat and his men went to carry off their plunder, and they found among them a great amount of equipment and clothing and also articles of value-more than they could take away. There was so much plunder that it took three days to collect it.</a:t>
            </a:r>
            <a:endParaRPr lang="en-US" altLang="ko-KR" sz="2800" dirty="0">
              <a:latin typeface="맑은 고딕" pitchFamily="50" charset="-127"/>
            </a:endParaRPr>
          </a:p>
        </p:txBody>
      </p:sp>
    </p:spTree>
    <p:extLst>
      <p:ext uri="{BB962C8B-B14F-4D97-AF65-F5344CB8AC3E}">
        <p14:creationId xmlns:p14="http://schemas.microsoft.com/office/powerpoint/2010/main" val="3551578609"/>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역대하 20:21,25-26</a:t>
            </a:r>
            <a:endParaRPr lang="en-US" altLang="ko-KR" sz="4267" b="1" dirty="0">
              <a:latin typeface="+mn-ea"/>
            </a:endParaRPr>
          </a:p>
          <a:p>
            <a:pPr algn="l">
              <a:buFontTx/>
              <a:buNone/>
              <a:defRPr/>
            </a:pPr>
            <a:r>
              <a:rPr lang="ko-KR" altLang="en-US" sz="4800" b="1" dirty="0">
                <a:latin typeface="맑은 고딕" pitchFamily="50" charset="-127"/>
              </a:rPr>
              <a:t>26. 넷째 날에 무리가 브라가 골짜기에 모여서 거기서 여호와를 송축한지라 그러므로 오늘날까지 그 곳을 브라가 골짜기라 일컫더라 </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SecondChronicles 20:21,25-26</a:t>
            </a:r>
            <a:endParaRPr lang="en-US" altLang="ko-KR" sz="3733" b="1" dirty="0">
              <a:latin typeface="+mn-ea"/>
            </a:endParaRPr>
          </a:p>
          <a:p>
            <a:pPr algn="l">
              <a:buFontTx/>
              <a:buNone/>
              <a:defRPr/>
            </a:pPr>
            <a:r>
              <a:rPr lang="ko-KR" altLang="en-US" sz="3733" dirty="0">
                <a:latin typeface="맑은 고딕" pitchFamily="50" charset="-127"/>
              </a:rPr>
              <a:t>26. On the fourth day they assembled in the Valley of Berakah, where they praised the LORD. This is why it is called the Valley of Berakah to this day.</a:t>
            </a:r>
            <a:endParaRPr lang="en-US" altLang="ko-KR" sz="3733" dirty="0">
              <a:latin typeface="맑은 고딕" pitchFamily="50" charset="-127"/>
            </a:endParaRPr>
          </a:p>
        </p:txBody>
      </p:sp>
    </p:spTree>
    <p:extLst>
      <p:ext uri="{BB962C8B-B14F-4D97-AF65-F5344CB8AC3E}">
        <p14:creationId xmlns:p14="http://schemas.microsoft.com/office/powerpoint/2010/main" val="697806444"/>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에베소서 2:8-9</a:t>
            </a:r>
            <a:endParaRPr lang="en-US" altLang="ko-KR" sz="4267" b="1" dirty="0">
              <a:latin typeface="+mn-ea"/>
            </a:endParaRPr>
          </a:p>
          <a:p>
            <a:pPr algn="l">
              <a:buFontTx/>
              <a:buNone/>
              <a:defRPr/>
            </a:pPr>
            <a:r>
              <a:rPr lang="ko-KR" altLang="en-US" sz="4800" b="1" dirty="0">
                <a:latin typeface="맑은 고딕" pitchFamily="50" charset="-127"/>
              </a:rPr>
              <a:t>8. 너희는 그 은혜에 의하여 믿음으로 말미암아 구원을 받았으니 이것은 너희에게서 난 것이 아니요 하나님의 선물이라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Ephesians 2:8-9</a:t>
            </a:r>
            <a:endParaRPr lang="en-US" altLang="ko-KR" sz="3733" b="1" dirty="0">
              <a:latin typeface="+mn-ea"/>
            </a:endParaRPr>
          </a:p>
          <a:p>
            <a:pPr algn="l">
              <a:buFontTx/>
              <a:buNone/>
              <a:defRPr/>
            </a:pPr>
            <a:r>
              <a:rPr lang="ko-KR" altLang="en-US" sz="3733" dirty="0">
                <a:latin typeface="맑은 고딕" pitchFamily="50" charset="-127"/>
              </a:rPr>
              <a:t>8. For it is by grace you have been saved, through faith-and this is not from yourselves, it is the gift of God-</a:t>
            </a:r>
            <a:endParaRPr lang="en-US" altLang="ko-KR" sz="3733" dirty="0">
              <a:latin typeface="맑은 고딕" pitchFamily="50" charset="-127"/>
            </a:endParaRPr>
          </a:p>
        </p:txBody>
      </p:sp>
    </p:spTree>
    <p:extLst>
      <p:ext uri="{BB962C8B-B14F-4D97-AF65-F5344CB8AC3E}">
        <p14:creationId xmlns:p14="http://schemas.microsoft.com/office/powerpoint/2010/main" val="3834213830"/>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에베소서 2:8-9</a:t>
            </a:r>
            <a:endParaRPr lang="en-US" altLang="ko-KR" sz="4267" b="1" dirty="0">
              <a:latin typeface="+mn-ea"/>
            </a:endParaRPr>
          </a:p>
          <a:p>
            <a:pPr algn="l">
              <a:buFontTx/>
              <a:buNone/>
              <a:defRPr/>
            </a:pPr>
            <a:r>
              <a:rPr lang="ko-KR" altLang="en-US" sz="4800" b="1" dirty="0">
                <a:latin typeface="맑은 고딕" pitchFamily="50" charset="-127"/>
              </a:rPr>
              <a:t>9. 행위에서 난 것이 아니니 이는 누구든지 자랑하지 못하게 함이라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Ephesians 2:8-9</a:t>
            </a:r>
            <a:endParaRPr lang="en-US" altLang="ko-KR" sz="3733" b="1" dirty="0">
              <a:latin typeface="+mn-ea"/>
            </a:endParaRPr>
          </a:p>
          <a:p>
            <a:pPr algn="l">
              <a:buFontTx/>
              <a:buNone/>
              <a:defRPr/>
            </a:pPr>
            <a:r>
              <a:rPr lang="ko-KR" altLang="en-US" sz="3733" dirty="0">
                <a:latin typeface="맑은 고딕" pitchFamily="50" charset="-127"/>
              </a:rPr>
              <a:t>9. not by works, so that no one can boast.</a:t>
            </a:r>
            <a:endParaRPr lang="en-US" altLang="ko-KR" sz="3733" dirty="0">
              <a:latin typeface="맑은 고딕" pitchFamily="50" charset="-127"/>
            </a:endParaRPr>
          </a:p>
        </p:txBody>
      </p:sp>
    </p:spTree>
    <p:extLst>
      <p:ext uri="{BB962C8B-B14F-4D97-AF65-F5344CB8AC3E}">
        <p14:creationId xmlns:p14="http://schemas.microsoft.com/office/powerpoint/2010/main" val="1514368136"/>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로마서 4:25</a:t>
            </a:r>
            <a:endParaRPr lang="en-US" altLang="ko-KR" sz="4267" b="1" dirty="0">
              <a:latin typeface="+mn-ea"/>
            </a:endParaRPr>
          </a:p>
          <a:p>
            <a:pPr algn="l">
              <a:buFontTx/>
              <a:buNone/>
              <a:defRPr/>
            </a:pPr>
            <a:r>
              <a:rPr lang="ko-KR" altLang="en-US" sz="4800" b="1" dirty="0">
                <a:latin typeface="맑은 고딕" pitchFamily="50" charset="-127"/>
              </a:rPr>
              <a:t>25. 예수는 우리가 범죄한 것 때문에 내줌이 되고 또한 우리를 의롭다 하시기 위하여 살아나셨느니라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Romans 4:25</a:t>
            </a:r>
            <a:endParaRPr lang="en-US" altLang="ko-KR" sz="3733" b="1" dirty="0">
              <a:latin typeface="+mn-ea"/>
            </a:endParaRPr>
          </a:p>
          <a:p>
            <a:pPr algn="l">
              <a:buFontTx/>
              <a:buNone/>
              <a:defRPr/>
            </a:pPr>
            <a:r>
              <a:rPr lang="ko-KR" altLang="en-US" sz="3733" dirty="0">
                <a:latin typeface="맑은 고딕" pitchFamily="50" charset="-127"/>
              </a:rPr>
              <a:t>25. He was delivered over to death for our sins and was raised to life for our justification.</a:t>
            </a:r>
            <a:endParaRPr lang="en-US" altLang="ko-KR" sz="3733" dirty="0">
              <a:latin typeface="맑은 고딕" pitchFamily="50" charset="-127"/>
            </a:endParaRPr>
          </a:p>
        </p:txBody>
      </p:sp>
    </p:spTree>
    <p:extLst>
      <p:ext uri="{BB962C8B-B14F-4D97-AF65-F5344CB8AC3E}">
        <p14:creationId xmlns:p14="http://schemas.microsoft.com/office/powerpoint/2010/main" val="2239323772"/>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00C87-EF35-E5AD-6C71-CC71E94B5D90}"/>
            </a:ext>
          </a:extLst>
        </p:cNvPr>
        <p:cNvGrpSpPr/>
        <p:nvPr/>
      </p:nvGrpSpPr>
      <p:grpSpPr>
        <a:xfrm>
          <a:off x="0" y="0"/>
          <a:ext cx="0" cy="0"/>
          <a:chOff x="0" y="0"/>
          <a:chExt cx="0" cy="0"/>
        </a:xfrm>
      </p:grpSpPr>
      <p:sp>
        <p:nvSpPr>
          <p:cNvPr id="28674" name="내용 개체 틀 5">
            <a:extLst>
              <a:ext uri="{FF2B5EF4-FFF2-40B4-BE49-F238E27FC236}">
                <a16:creationId xmlns:a16="http://schemas.microsoft.com/office/drawing/2014/main" id="{3CE0AB76-9039-2AAA-029C-E5D8FE2A212B}"/>
              </a:ext>
            </a:extLst>
          </p:cNvPr>
          <p:cNvSpPr>
            <a:spLocks noGrp="1"/>
          </p:cNvSpPr>
          <p:nvPr>
            <p:ph type="body" orient="vert" idx="1"/>
          </p:nvPr>
        </p:nvSpPr>
        <p:spPr bwMode="auto">
          <a:xfrm>
            <a:off x="299356" y="166328"/>
            <a:ext cx="11701300" cy="6525343"/>
          </a:xfrm>
          <a:ln>
            <a:miter lim="800000"/>
            <a:headEnd/>
            <a:tailEnd/>
          </a:ln>
        </p:spPr>
        <p:txBody>
          <a:bodyPr vert="horz" wrap="square" lIns="91440" tIns="45720" rIns="91440" bIns="45720" numCol="1" anchor="ctr" anchorCtr="0" compatLnSpc="1">
            <a:prstTxWarp prst="textNoShape">
              <a:avLst/>
            </a:prstTxWarp>
            <a:normAutofit/>
          </a:bodyPr>
          <a:lstStyle/>
          <a:p>
            <a:pPr marL="0" indent="0">
              <a:buNone/>
            </a:pPr>
            <a:r>
              <a:rPr lang="en-US" altLang="ko-Kore-KR" b="1" dirty="0"/>
              <a:t>2. </a:t>
            </a:r>
            <a:r>
              <a:rPr lang="ko-KR" altLang="ko-Kore-KR" b="1" dirty="0"/>
              <a:t>승리를 주신 하나님께 감사</a:t>
            </a:r>
            <a:endParaRPr lang="ko-Kore-KR" altLang="ko-Kore-KR" dirty="0"/>
          </a:p>
          <a:p>
            <a:pPr marL="0" indent="0">
              <a:buNone/>
            </a:pPr>
            <a:r>
              <a:rPr lang="en-US" altLang="ko-Kore-KR" dirty="0"/>
              <a:t>2. For giving victory</a:t>
            </a:r>
            <a:endParaRPr lang="ko-Kore-KR" altLang="ko-Kore-KR" dirty="0"/>
          </a:p>
        </p:txBody>
      </p:sp>
    </p:spTree>
    <p:extLst>
      <p:ext uri="{BB962C8B-B14F-4D97-AF65-F5344CB8AC3E}">
        <p14:creationId xmlns:p14="http://schemas.microsoft.com/office/powerpoint/2010/main" val="3567559022"/>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시편 9:8-9</a:t>
            </a:r>
            <a:endParaRPr lang="en-US" altLang="ko-KR" sz="4267" b="1" dirty="0">
              <a:latin typeface="+mn-ea"/>
            </a:endParaRPr>
          </a:p>
          <a:p>
            <a:pPr algn="l">
              <a:buFontTx/>
              <a:buNone/>
              <a:defRPr/>
            </a:pPr>
            <a:r>
              <a:rPr lang="ko-KR" altLang="en-US" sz="4800" b="1" dirty="0">
                <a:latin typeface="맑은 고딕" pitchFamily="50" charset="-127"/>
              </a:rPr>
              <a:t>8. 공의로 세계를 심판하심이여 정직으로 만민에게 판결을 내리시리로다</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Psalms 9:8-9</a:t>
            </a:r>
            <a:endParaRPr lang="en-US" altLang="ko-KR" sz="3733" b="1" dirty="0">
              <a:latin typeface="+mn-ea"/>
            </a:endParaRPr>
          </a:p>
          <a:p>
            <a:pPr algn="l">
              <a:buFontTx/>
              <a:buNone/>
              <a:defRPr/>
            </a:pPr>
            <a:r>
              <a:rPr lang="ko-KR" altLang="en-US" sz="3733" dirty="0">
                <a:latin typeface="맑은 고딕" pitchFamily="50" charset="-127"/>
              </a:rPr>
              <a:t>8. He rules the world in righteousness and judges the peoples with equity.</a:t>
            </a:r>
            <a:endParaRPr lang="en-US" altLang="ko-KR" sz="3733" dirty="0">
              <a:latin typeface="맑은 고딕" pitchFamily="50" charset="-127"/>
            </a:endParaRPr>
          </a:p>
        </p:txBody>
      </p:sp>
    </p:spTree>
    <p:extLst>
      <p:ext uri="{BB962C8B-B14F-4D97-AF65-F5344CB8AC3E}">
        <p14:creationId xmlns:p14="http://schemas.microsoft.com/office/powerpoint/2010/main" val="283205281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시편 9:8-9</a:t>
            </a:r>
            <a:endParaRPr lang="en-US" altLang="ko-KR" sz="4267" b="1" dirty="0">
              <a:latin typeface="+mn-ea"/>
            </a:endParaRPr>
          </a:p>
          <a:p>
            <a:pPr algn="l">
              <a:buFontTx/>
              <a:buNone/>
              <a:defRPr/>
            </a:pPr>
            <a:r>
              <a:rPr lang="ko-KR" altLang="en-US" sz="4800" b="1" dirty="0">
                <a:latin typeface="맑은 고딕" pitchFamily="50" charset="-127"/>
              </a:rPr>
              <a:t>9. 여호와는 압제를 당하는 자의 요새이시요 환난 때의 요새이시로다</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Psalms 9:8-9</a:t>
            </a:r>
            <a:endParaRPr lang="en-US" altLang="ko-KR" sz="3733" b="1" dirty="0">
              <a:latin typeface="+mn-ea"/>
            </a:endParaRPr>
          </a:p>
          <a:p>
            <a:pPr algn="l">
              <a:buFontTx/>
              <a:buNone/>
              <a:defRPr/>
            </a:pPr>
            <a:r>
              <a:rPr lang="ko-KR" altLang="en-US" sz="3733" dirty="0">
                <a:latin typeface="맑은 고딕" pitchFamily="50" charset="-127"/>
              </a:rPr>
              <a:t>9. The LORD is a refuge for the oppressed, a stronghold in times of trouble.</a:t>
            </a:r>
            <a:endParaRPr lang="en-US" altLang="ko-KR" sz="3733" dirty="0">
              <a:latin typeface="맑은 고딕" pitchFamily="50" charset="-127"/>
            </a:endParaRPr>
          </a:p>
        </p:txBody>
      </p:sp>
    </p:spTree>
    <p:extLst>
      <p:ext uri="{BB962C8B-B14F-4D97-AF65-F5344CB8AC3E}">
        <p14:creationId xmlns:p14="http://schemas.microsoft.com/office/powerpoint/2010/main" val="1142656753"/>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000" b="1" dirty="0">
                <a:latin typeface="+mn-ea"/>
              </a:rPr>
              <a:t>여호수아 6:15-16,20</a:t>
            </a:r>
            <a:endParaRPr lang="en-US" altLang="ko-KR" sz="4000" b="1" dirty="0">
              <a:latin typeface="+mn-ea"/>
            </a:endParaRPr>
          </a:p>
          <a:p>
            <a:pPr algn="l">
              <a:buFontTx/>
              <a:buNone/>
              <a:defRPr/>
            </a:pPr>
            <a:r>
              <a:rPr lang="ko-KR" altLang="en-US" sz="4400" b="1" dirty="0">
                <a:latin typeface="맑은 고딕" pitchFamily="50" charset="-127"/>
              </a:rPr>
              <a:t>15. 일곱째 날 새벽에 그들이 일찍이 일어나서 전과 같은 방식으로 그 성을 일곱 번 도니 그 성을 일곱 번 돌기는 그 날뿐이었더라</a:t>
            </a:r>
            <a:endParaRPr lang="en-US" altLang="ko-KR" sz="4400" b="1" dirty="0">
              <a:latin typeface="맑은 고딕" pitchFamily="50" charset="-127"/>
            </a:endParaRPr>
          </a:p>
          <a:p>
            <a:pPr algn="l">
              <a:buFontTx/>
              <a:buNone/>
              <a:defRPr/>
            </a:pPr>
            <a:endParaRPr lang="en-US" altLang="ko-KR" sz="2800" b="1" dirty="0">
              <a:latin typeface="맑은 고딕" pitchFamily="50" charset="-127"/>
            </a:endParaRPr>
          </a:p>
          <a:p>
            <a:pPr algn="l">
              <a:buFontTx/>
              <a:buNone/>
              <a:defRPr/>
            </a:pPr>
            <a:r>
              <a:rPr lang="ko-KR" altLang="en-US" sz="3600" b="1" dirty="0">
                <a:latin typeface="+mn-ea"/>
              </a:rPr>
              <a:t>Joshua 6:15-16,20</a:t>
            </a:r>
            <a:endParaRPr lang="en-US" altLang="ko-KR" sz="3600" b="1" dirty="0">
              <a:latin typeface="+mn-ea"/>
            </a:endParaRPr>
          </a:p>
          <a:p>
            <a:pPr algn="l">
              <a:buFontTx/>
              <a:buNone/>
              <a:defRPr/>
            </a:pPr>
            <a:r>
              <a:rPr lang="ko-KR" altLang="en-US" sz="3600" dirty="0">
                <a:latin typeface="맑은 고딕" pitchFamily="50" charset="-127"/>
              </a:rPr>
              <a:t>15. On the seventh day, they got up at daybreak and marched around the city seven times in the same manner, except that on that day they circled the city seven times.</a:t>
            </a:r>
            <a:endParaRPr lang="en-US" altLang="ko-KR" sz="3600" dirty="0">
              <a:latin typeface="맑은 고딕" pitchFamily="50" charset="-127"/>
            </a:endParaRPr>
          </a:p>
        </p:txBody>
      </p:sp>
    </p:spTree>
    <p:extLst>
      <p:ext uri="{BB962C8B-B14F-4D97-AF65-F5344CB8AC3E}">
        <p14:creationId xmlns:p14="http://schemas.microsoft.com/office/powerpoint/2010/main" val="1686550982"/>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여호수아 6:15-16,20</a:t>
            </a:r>
            <a:endParaRPr lang="en-US" altLang="ko-KR" sz="4267" b="1" dirty="0">
              <a:latin typeface="+mn-ea"/>
            </a:endParaRPr>
          </a:p>
          <a:p>
            <a:pPr algn="l">
              <a:buFontTx/>
              <a:buNone/>
              <a:defRPr/>
            </a:pPr>
            <a:r>
              <a:rPr lang="ko-KR" altLang="en-US" sz="4800" b="1" dirty="0">
                <a:latin typeface="맑은 고딕" pitchFamily="50" charset="-127"/>
              </a:rPr>
              <a:t>16. 일곱 번째에 제사장들이 나팔을 불 때에 여호수아가 백성에게 이르되 외치라 여호와께서 너희에게 이 성을 주셨느니라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Joshua 6:15-16,20</a:t>
            </a:r>
            <a:endParaRPr lang="en-US" altLang="ko-KR" sz="3733" b="1" dirty="0">
              <a:latin typeface="+mn-ea"/>
            </a:endParaRPr>
          </a:p>
          <a:p>
            <a:pPr algn="l">
              <a:buFontTx/>
              <a:buNone/>
              <a:defRPr/>
            </a:pPr>
            <a:r>
              <a:rPr lang="ko-KR" altLang="en-US" sz="3733" dirty="0">
                <a:latin typeface="맑은 고딕" pitchFamily="50" charset="-127"/>
              </a:rPr>
              <a:t>16. The seventh time around, when the priests sounded the trumpet blast, Joshua commanded the army, "Shout! For the LORD has given you the city!</a:t>
            </a:r>
            <a:endParaRPr lang="en-US" altLang="ko-KR" sz="3733" dirty="0">
              <a:latin typeface="맑은 고딕" pitchFamily="50" charset="-127"/>
            </a:endParaRPr>
          </a:p>
        </p:txBody>
      </p:sp>
    </p:spTree>
    <p:extLst>
      <p:ext uri="{BB962C8B-B14F-4D97-AF65-F5344CB8AC3E}">
        <p14:creationId xmlns:p14="http://schemas.microsoft.com/office/powerpoint/2010/main" val="362510559"/>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3600" b="1" dirty="0">
                <a:latin typeface="+mn-ea"/>
              </a:rPr>
              <a:t>여호수아 6:15-16,20</a:t>
            </a:r>
            <a:endParaRPr lang="en-US" altLang="ko-KR" sz="3600" b="1" dirty="0">
              <a:latin typeface="+mn-ea"/>
            </a:endParaRPr>
          </a:p>
          <a:p>
            <a:pPr algn="l">
              <a:buFontTx/>
              <a:buNone/>
              <a:defRPr/>
            </a:pPr>
            <a:r>
              <a:rPr lang="ko-KR" altLang="en-US" sz="4000" b="1" dirty="0">
                <a:latin typeface="맑은 고딕" pitchFamily="50" charset="-127"/>
              </a:rPr>
              <a:t>20. 이에 백성은 외치고 제사장들은 나팔을 불매 백성이 나팔 소리를 들을 때에 크게 소리 질러 외치니 성벽이 무너져 내린지라 백성이 각기 앞으로 나아가 그 성에 들어가서 그 성을 점령하고</a:t>
            </a:r>
            <a:endParaRPr lang="en-US" altLang="ko-KR" sz="4000" b="1" dirty="0">
              <a:latin typeface="맑은 고딕" pitchFamily="50" charset="-127"/>
            </a:endParaRPr>
          </a:p>
          <a:p>
            <a:pPr algn="l">
              <a:buFontTx/>
              <a:buNone/>
              <a:defRPr/>
            </a:pPr>
            <a:endParaRPr lang="en-US" altLang="ko-KR" b="1" dirty="0">
              <a:latin typeface="맑은 고딕" pitchFamily="50" charset="-127"/>
            </a:endParaRPr>
          </a:p>
          <a:p>
            <a:pPr algn="l">
              <a:buFontTx/>
              <a:buNone/>
              <a:defRPr/>
            </a:pPr>
            <a:r>
              <a:rPr lang="ko-KR" altLang="en-US" sz="3200" b="1" dirty="0">
                <a:latin typeface="+mn-ea"/>
              </a:rPr>
              <a:t>Joshua 6:15-16,20</a:t>
            </a:r>
            <a:endParaRPr lang="en-US" altLang="ko-KR" sz="3200" b="1" dirty="0">
              <a:latin typeface="+mn-ea"/>
            </a:endParaRPr>
          </a:p>
          <a:p>
            <a:pPr algn="l">
              <a:buFontTx/>
              <a:buNone/>
              <a:defRPr/>
            </a:pPr>
            <a:r>
              <a:rPr lang="ko-KR" altLang="en-US" sz="3200" dirty="0">
                <a:latin typeface="맑은 고딕" pitchFamily="50" charset="-127"/>
              </a:rPr>
              <a:t>20. When the trumpets sounded, the army shouted, and at the sound of the trumpet, when the men gave a loud shout, the wall collapsed; so everyone charged straight in, and they took the city.</a:t>
            </a:r>
            <a:endParaRPr lang="en-US" altLang="ko-KR" sz="3200" dirty="0">
              <a:latin typeface="맑은 고딕" pitchFamily="50" charset="-127"/>
            </a:endParaRPr>
          </a:p>
        </p:txBody>
      </p:sp>
    </p:spTree>
    <p:extLst>
      <p:ext uri="{BB962C8B-B14F-4D97-AF65-F5344CB8AC3E}">
        <p14:creationId xmlns:p14="http://schemas.microsoft.com/office/powerpoint/2010/main" val="1234798724"/>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요한복음 3:13-14,18</a:t>
            </a:r>
            <a:endParaRPr lang="en-US" altLang="ko-KR" sz="4267" b="1" dirty="0">
              <a:latin typeface="+mn-ea"/>
            </a:endParaRPr>
          </a:p>
          <a:p>
            <a:pPr algn="l">
              <a:buFontTx/>
              <a:buNone/>
              <a:defRPr/>
            </a:pPr>
            <a:r>
              <a:rPr lang="ko-KR" altLang="en-US" sz="4800" b="1" dirty="0">
                <a:latin typeface="맑은 고딕" pitchFamily="50" charset="-127"/>
              </a:rPr>
              <a:t>13. 하늘에서 내려온 자 곧 인자 외에는 하늘에 올라간 자가 없느니라 </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John 3:13-14,18</a:t>
            </a:r>
            <a:endParaRPr lang="en-US" altLang="ko-KR" sz="3733" b="1" dirty="0">
              <a:latin typeface="+mn-ea"/>
            </a:endParaRPr>
          </a:p>
          <a:p>
            <a:pPr algn="l">
              <a:buFontTx/>
              <a:buNone/>
              <a:defRPr/>
            </a:pPr>
            <a:r>
              <a:rPr lang="ko-KR" altLang="en-US" sz="3733" dirty="0">
                <a:latin typeface="맑은 고딕" pitchFamily="50" charset="-127"/>
              </a:rPr>
              <a:t>13. No one has ever gone into heaven except the one who came from heaven-the Son of Man.</a:t>
            </a:r>
            <a:endParaRPr lang="en-US" altLang="ko-KR" sz="3733" dirty="0">
              <a:latin typeface="맑은 고딕" pitchFamily="50" charset="-127"/>
            </a:endParaRPr>
          </a:p>
        </p:txBody>
      </p:sp>
    </p:spTree>
    <p:extLst>
      <p:ext uri="{BB962C8B-B14F-4D97-AF65-F5344CB8AC3E}">
        <p14:creationId xmlns:p14="http://schemas.microsoft.com/office/powerpoint/2010/main" val="924790449"/>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요한복음 3:13-14,18</a:t>
            </a:r>
            <a:endParaRPr lang="en-US" altLang="ko-KR" sz="4267" b="1" dirty="0">
              <a:latin typeface="+mn-ea"/>
            </a:endParaRPr>
          </a:p>
          <a:p>
            <a:pPr algn="l">
              <a:buFontTx/>
              <a:buNone/>
              <a:defRPr/>
            </a:pPr>
            <a:r>
              <a:rPr lang="ko-KR" altLang="en-US" sz="4800" b="1" dirty="0">
                <a:latin typeface="맑은 고딕" pitchFamily="50" charset="-127"/>
              </a:rPr>
              <a:t>14. 모세가 광야에서 뱀을 든 것 같이 인자도 들려야 하리니</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John 3:13-14,18</a:t>
            </a:r>
            <a:endParaRPr lang="en-US" altLang="ko-KR" sz="3733" b="1" dirty="0">
              <a:latin typeface="+mn-ea"/>
            </a:endParaRPr>
          </a:p>
          <a:p>
            <a:pPr algn="l">
              <a:buFontTx/>
              <a:buNone/>
              <a:defRPr/>
            </a:pPr>
            <a:r>
              <a:rPr lang="ko-KR" altLang="en-US" sz="3733" dirty="0">
                <a:latin typeface="맑은 고딕" pitchFamily="50" charset="-127"/>
              </a:rPr>
              <a:t>14. Just as Moses lifted up the snake in the wilderness, so the Son of Man must be lifted up,</a:t>
            </a:r>
            <a:endParaRPr lang="en-US" altLang="ko-KR" sz="3733" dirty="0">
              <a:latin typeface="맑은 고딕" pitchFamily="50" charset="-127"/>
            </a:endParaRPr>
          </a:p>
        </p:txBody>
      </p:sp>
    </p:spTree>
    <p:extLst>
      <p:ext uri="{BB962C8B-B14F-4D97-AF65-F5344CB8AC3E}">
        <p14:creationId xmlns:p14="http://schemas.microsoft.com/office/powerpoint/2010/main" val="3508987277"/>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000" b="1" dirty="0">
                <a:latin typeface="+mn-ea"/>
              </a:rPr>
              <a:t>요한복음 3:13-14,18</a:t>
            </a:r>
            <a:endParaRPr lang="en-US" altLang="ko-KR" sz="4000" b="1" dirty="0">
              <a:latin typeface="+mn-ea"/>
            </a:endParaRPr>
          </a:p>
          <a:p>
            <a:pPr algn="l">
              <a:buFontTx/>
              <a:buNone/>
              <a:defRPr/>
            </a:pPr>
            <a:r>
              <a:rPr lang="ko-KR" altLang="en-US" sz="4400" b="1" dirty="0">
                <a:latin typeface="맑은 고딕" pitchFamily="50" charset="-127"/>
              </a:rPr>
              <a:t>18. 그를 믿는 자는 심판을 받지 아니하는 것이요 믿지 아니하는 자는 하나님의 독생자의 이름을 믿지 아니하므로 벌써 심판을 받은 것이니라 </a:t>
            </a:r>
            <a:endParaRPr lang="en-US" altLang="ko-KR" sz="4400" b="1" dirty="0">
              <a:latin typeface="맑은 고딕" pitchFamily="50" charset="-127"/>
            </a:endParaRPr>
          </a:p>
          <a:p>
            <a:pPr algn="l">
              <a:buFontTx/>
              <a:buNone/>
              <a:defRPr/>
            </a:pPr>
            <a:endParaRPr lang="en-US" altLang="ko-KR" sz="2800" b="1" dirty="0">
              <a:latin typeface="맑은 고딕" pitchFamily="50" charset="-127"/>
            </a:endParaRPr>
          </a:p>
          <a:p>
            <a:pPr algn="l">
              <a:buFontTx/>
              <a:buNone/>
              <a:defRPr/>
            </a:pPr>
            <a:r>
              <a:rPr lang="ko-KR" altLang="en-US" sz="3600" b="1" dirty="0">
                <a:latin typeface="+mn-ea"/>
              </a:rPr>
              <a:t>John 3:13-14,18</a:t>
            </a:r>
            <a:endParaRPr lang="en-US" altLang="ko-KR" sz="3600" b="1" dirty="0">
              <a:latin typeface="+mn-ea"/>
            </a:endParaRPr>
          </a:p>
          <a:p>
            <a:pPr algn="l">
              <a:buFontTx/>
              <a:buNone/>
              <a:defRPr/>
            </a:pPr>
            <a:r>
              <a:rPr lang="ko-KR" altLang="en-US" sz="3600" dirty="0">
                <a:latin typeface="맑은 고딕" pitchFamily="50" charset="-127"/>
              </a:rPr>
              <a:t>18. Whoever believes in him is not condemned, but whoever does not believe stands condemned already because they have not believed in the name of God's one and only Son.</a:t>
            </a:r>
            <a:endParaRPr lang="en-US" altLang="ko-KR" sz="3600" dirty="0">
              <a:latin typeface="맑은 고딕" pitchFamily="50" charset="-127"/>
            </a:endParaRPr>
          </a:p>
        </p:txBody>
      </p:sp>
    </p:spTree>
    <p:extLst>
      <p:ext uri="{BB962C8B-B14F-4D97-AF65-F5344CB8AC3E}">
        <p14:creationId xmlns:p14="http://schemas.microsoft.com/office/powerpoint/2010/main" val="4276738098"/>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3600" b="1" dirty="0">
                <a:latin typeface="+mn-ea"/>
              </a:rPr>
              <a:t>갈라디아서 2:20</a:t>
            </a:r>
            <a:endParaRPr lang="en-US" altLang="ko-KR" sz="3600" b="1" dirty="0">
              <a:latin typeface="+mn-ea"/>
            </a:endParaRPr>
          </a:p>
          <a:p>
            <a:pPr algn="l">
              <a:buFontTx/>
              <a:buNone/>
              <a:defRPr/>
            </a:pPr>
            <a:r>
              <a:rPr lang="ko-KR" altLang="en-US" sz="4000" b="1" dirty="0">
                <a:latin typeface="맑은 고딕" pitchFamily="50" charset="-127"/>
              </a:rPr>
              <a:t>20. 내가 그리스도와 함께 십자가에 못 박혔나니 그런즉 이제는 내가 사는 것이 아니요 오직 내 안에 그리스도께서 사시는 것이라 이제 내가 육체 가운데 사는 것은 나를 사랑하사 나를 위하여 자기 자신을 버리신 하나님의 아들을 믿는 믿음 안에서 사는 것이라</a:t>
            </a:r>
            <a:endParaRPr lang="en-US" altLang="ko-KR" sz="4000" b="1" dirty="0">
              <a:latin typeface="맑은 고딕" pitchFamily="50" charset="-127"/>
            </a:endParaRPr>
          </a:p>
          <a:p>
            <a:pPr algn="l">
              <a:buFontTx/>
              <a:buNone/>
              <a:defRPr/>
            </a:pPr>
            <a:endParaRPr lang="en-US" altLang="ko-KR" b="1" dirty="0">
              <a:latin typeface="맑은 고딕" pitchFamily="50" charset="-127"/>
            </a:endParaRPr>
          </a:p>
          <a:p>
            <a:pPr algn="l">
              <a:buFontTx/>
              <a:buNone/>
              <a:defRPr/>
            </a:pPr>
            <a:r>
              <a:rPr lang="ko-KR" altLang="en-US" sz="3200" b="1" dirty="0">
                <a:latin typeface="+mn-ea"/>
              </a:rPr>
              <a:t>Galatians 2:20</a:t>
            </a:r>
            <a:endParaRPr lang="en-US" altLang="ko-KR" sz="3200" b="1" dirty="0">
              <a:latin typeface="+mn-ea"/>
            </a:endParaRPr>
          </a:p>
          <a:p>
            <a:pPr algn="l">
              <a:buFontTx/>
              <a:buNone/>
              <a:defRPr/>
            </a:pPr>
            <a:r>
              <a:rPr lang="ko-KR" altLang="en-US" sz="3200" dirty="0">
                <a:latin typeface="맑은 고딕" pitchFamily="50" charset="-127"/>
              </a:rPr>
              <a:t>20. I have been crucified with Christ and I no longer live, but Christ lives in me. The life I now live in the body, I live by faith in the Son of God, who loved me and gave himself for me.</a:t>
            </a:r>
            <a:endParaRPr lang="en-US" altLang="ko-KR" sz="3200" dirty="0">
              <a:latin typeface="맑은 고딕" pitchFamily="50" charset="-127"/>
            </a:endParaRPr>
          </a:p>
        </p:txBody>
      </p:sp>
    </p:spTree>
    <p:extLst>
      <p:ext uri="{BB962C8B-B14F-4D97-AF65-F5344CB8AC3E}">
        <p14:creationId xmlns:p14="http://schemas.microsoft.com/office/powerpoint/2010/main" val="676464751"/>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72406-EA45-FE99-1AF1-AEB58CE34831}"/>
            </a:ext>
          </a:extLst>
        </p:cNvPr>
        <p:cNvGrpSpPr/>
        <p:nvPr/>
      </p:nvGrpSpPr>
      <p:grpSpPr>
        <a:xfrm>
          <a:off x="0" y="0"/>
          <a:ext cx="0" cy="0"/>
          <a:chOff x="0" y="0"/>
          <a:chExt cx="0" cy="0"/>
        </a:xfrm>
      </p:grpSpPr>
      <p:sp>
        <p:nvSpPr>
          <p:cNvPr id="28674" name="내용 개체 틀 5">
            <a:extLst>
              <a:ext uri="{FF2B5EF4-FFF2-40B4-BE49-F238E27FC236}">
                <a16:creationId xmlns:a16="http://schemas.microsoft.com/office/drawing/2014/main" id="{6DAC3A1B-9DD9-0A5F-C064-EDD38C558101}"/>
              </a:ext>
            </a:extLst>
          </p:cNvPr>
          <p:cNvSpPr>
            <a:spLocks noGrp="1"/>
          </p:cNvSpPr>
          <p:nvPr>
            <p:ph type="body" orient="vert" idx="1"/>
          </p:nvPr>
        </p:nvSpPr>
        <p:spPr bwMode="auto">
          <a:xfrm>
            <a:off x="299356" y="166328"/>
            <a:ext cx="11701300" cy="6525343"/>
          </a:xfrm>
          <a:ln>
            <a:miter lim="800000"/>
            <a:headEnd/>
            <a:tailEnd/>
          </a:ln>
        </p:spPr>
        <p:txBody>
          <a:bodyPr vert="horz" wrap="square" lIns="91440" tIns="45720" rIns="91440" bIns="45720" numCol="1" anchor="ctr" anchorCtr="0" compatLnSpc="1">
            <a:prstTxWarp prst="textNoShape">
              <a:avLst/>
            </a:prstTxWarp>
            <a:normAutofit/>
          </a:bodyPr>
          <a:lstStyle/>
          <a:p>
            <a:pPr marL="0" indent="0">
              <a:buNone/>
            </a:pPr>
            <a:r>
              <a:rPr lang="en-US" altLang="ko-Kore-KR" b="1" dirty="0"/>
              <a:t>3. </a:t>
            </a:r>
            <a:r>
              <a:rPr lang="ko-KR" altLang="ko-Kore-KR" b="1" dirty="0"/>
              <a:t>영원히 함께 하심을 감사</a:t>
            </a:r>
            <a:endParaRPr lang="ko-Kore-KR" altLang="ko-Kore-KR" dirty="0"/>
          </a:p>
          <a:p>
            <a:pPr marL="0" indent="0">
              <a:buNone/>
            </a:pPr>
            <a:r>
              <a:rPr lang="en-US" altLang="ko-Kore-KR" dirty="0"/>
              <a:t>3. For being with us forever</a:t>
            </a:r>
            <a:endParaRPr lang="ko-Kore-KR" altLang="ko-Kore-KR" dirty="0"/>
          </a:p>
        </p:txBody>
      </p:sp>
    </p:spTree>
    <p:extLst>
      <p:ext uri="{BB962C8B-B14F-4D97-AF65-F5344CB8AC3E}">
        <p14:creationId xmlns:p14="http://schemas.microsoft.com/office/powerpoint/2010/main" val="2851462402"/>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시편 9:10-11</a:t>
            </a:r>
            <a:endParaRPr lang="en-US" altLang="ko-KR" sz="4267" b="1" dirty="0">
              <a:latin typeface="+mn-ea"/>
            </a:endParaRPr>
          </a:p>
          <a:p>
            <a:pPr algn="l">
              <a:buFontTx/>
              <a:buNone/>
              <a:defRPr/>
            </a:pPr>
            <a:r>
              <a:rPr lang="ko-KR" altLang="en-US" sz="4800" b="1" dirty="0">
                <a:latin typeface="맑은 고딕" pitchFamily="50" charset="-127"/>
              </a:rPr>
              <a:t>10. 여호와여 주의 이름을 아는 자는 주를 의지하오리니 이는 주를 찾는 자들을 버리지 아니하심이니이다</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Psalms 9:10-11</a:t>
            </a:r>
            <a:endParaRPr lang="en-US" altLang="ko-KR" sz="3733" b="1" dirty="0">
              <a:latin typeface="+mn-ea"/>
            </a:endParaRPr>
          </a:p>
          <a:p>
            <a:pPr algn="l">
              <a:buFontTx/>
              <a:buNone/>
              <a:defRPr/>
            </a:pPr>
            <a:r>
              <a:rPr lang="ko-KR" altLang="en-US" sz="3733" dirty="0">
                <a:latin typeface="맑은 고딕" pitchFamily="50" charset="-127"/>
              </a:rPr>
              <a:t>10. Those who know your name trust in you, for you, LORD, have never forsaken those who seek you.</a:t>
            </a:r>
            <a:endParaRPr lang="en-US" altLang="ko-KR" sz="3733" dirty="0">
              <a:latin typeface="맑은 고딕" pitchFamily="50" charset="-127"/>
            </a:endParaRPr>
          </a:p>
        </p:txBody>
      </p:sp>
    </p:spTree>
    <p:extLst>
      <p:ext uri="{BB962C8B-B14F-4D97-AF65-F5344CB8AC3E}">
        <p14:creationId xmlns:p14="http://schemas.microsoft.com/office/powerpoint/2010/main" val="3106804549"/>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시편 9:10-11</a:t>
            </a:r>
            <a:endParaRPr lang="en-US" altLang="ko-KR" sz="4267" b="1" dirty="0">
              <a:latin typeface="+mn-ea"/>
            </a:endParaRPr>
          </a:p>
          <a:p>
            <a:pPr algn="l">
              <a:buFontTx/>
              <a:buNone/>
              <a:defRPr/>
            </a:pPr>
            <a:r>
              <a:rPr lang="ko-KR" altLang="en-US" sz="4800" b="1" dirty="0">
                <a:latin typeface="맑은 고딕" pitchFamily="50" charset="-127"/>
              </a:rPr>
              <a:t>11. 너희는 시온에 계신 여호와를 찬송하며 그의 행사를 백성 중에 선포할지어다</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Psalms 9:10-11</a:t>
            </a:r>
            <a:endParaRPr lang="en-US" altLang="ko-KR" sz="3733" b="1" dirty="0">
              <a:latin typeface="+mn-ea"/>
            </a:endParaRPr>
          </a:p>
          <a:p>
            <a:pPr algn="l">
              <a:buFontTx/>
              <a:buNone/>
              <a:defRPr/>
            </a:pPr>
            <a:r>
              <a:rPr lang="ko-KR" altLang="en-US" sz="3733" dirty="0">
                <a:latin typeface="맑은 고딕" pitchFamily="50" charset="-127"/>
              </a:rPr>
              <a:t>11. Sing the praises of the LORD, enthroned in Zion; proclaim among the nations what he has done.</a:t>
            </a:r>
            <a:endParaRPr lang="en-US" altLang="ko-KR" sz="3733" dirty="0">
              <a:latin typeface="맑은 고딕" pitchFamily="50" charset="-127"/>
            </a:endParaRPr>
          </a:p>
        </p:txBody>
      </p:sp>
    </p:spTree>
    <p:extLst>
      <p:ext uri="{BB962C8B-B14F-4D97-AF65-F5344CB8AC3E}">
        <p14:creationId xmlns:p14="http://schemas.microsoft.com/office/powerpoint/2010/main" val="2526727130"/>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에베소서 1:4-5,7,13</a:t>
            </a:r>
            <a:endParaRPr lang="en-US" altLang="ko-KR" sz="4267" b="1" dirty="0">
              <a:latin typeface="+mn-ea"/>
            </a:endParaRPr>
          </a:p>
          <a:p>
            <a:pPr algn="l">
              <a:buFontTx/>
              <a:buNone/>
              <a:defRPr/>
            </a:pPr>
            <a:r>
              <a:rPr lang="ko-KR" altLang="en-US" sz="4800" b="1" dirty="0">
                <a:latin typeface="맑은 고딕" pitchFamily="50" charset="-127"/>
              </a:rPr>
              <a:t>4. 곧 창세 전에 그리스도 안에서 우리를 택하사 우리로 사랑 안에서 그 앞에 거룩하고 흠이 없게 하시려고 </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Ephesians 1:4-5,7,13</a:t>
            </a:r>
            <a:endParaRPr lang="en-US" altLang="ko-KR" sz="3733" b="1" dirty="0">
              <a:latin typeface="+mn-ea"/>
            </a:endParaRPr>
          </a:p>
          <a:p>
            <a:pPr algn="l">
              <a:buFontTx/>
              <a:buNone/>
              <a:defRPr/>
            </a:pPr>
            <a:r>
              <a:rPr lang="ko-KR" altLang="en-US" sz="3733" dirty="0">
                <a:latin typeface="맑은 고딕" pitchFamily="50" charset="-127"/>
              </a:rPr>
              <a:t>4. For he chose us in him before the creation of the world to be holy and blameless in his sight. In love</a:t>
            </a:r>
            <a:endParaRPr lang="en-US" altLang="ko-KR" sz="3733" dirty="0">
              <a:latin typeface="맑은 고딕" pitchFamily="50" charset="-127"/>
            </a:endParaRPr>
          </a:p>
        </p:txBody>
      </p:sp>
    </p:spTree>
    <p:extLst>
      <p:ext uri="{BB962C8B-B14F-4D97-AF65-F5344CB8AC3E}">
        <p14:creationId xmlns:p14="http://schemas.microsoft.com/office/powerpoint/2010/main" val="187317623"/>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에베소서 1:4-5,7,13</a:t>
            </a:r>
            <a:endParaRPr lang="en-US" altLang="ko-KR" sz="4267" b="1" dirty="0">
              <a:latin typeface="+mn-ea"/>
            </a:endParaRPr>
          </a:p>
          <a:p>
            <a:pPr algn="l">
              <a:buFontTx/>
              <a:buNone/>
              <a:defRPr/>
            </a:pPr>
            <a:r>
              <a:rPr lang="ko-KR" altLang="en-US" sz="4800" b="1" dirty="0">
                <a:latin typeface="맑은 고딕" pitchFamily="50" charset="-127"/>
              </a:rPr>
              <a:t>5. 그 기쁘신 뜻대로 우리를 예정하사 예수 그리스도로 말미암아 자기의 아들들이 되게 하셨으니</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Ephesians 1:4-5,7,13</a:t>
            </a:r>
            <a:endParaRPr lang="en-US" altLang="ko-KR" sz="3733" b="1" dirty="0">
              <a:latin typeface="+mn-ea"/>
            </a:endParaRPr>
          </a:p>
          <a:p>
            <a:pPr algn="l">
              <a:buFontTx/>
              <a:buNone/>
              <a:defRPr/>
            </a:pPr>
            <a:r>
              <a:rPr lang="ko-KR" altLang="en-US" sz="3733" dirty="0">
                <a:latin typeface="맑은 고딕" pitchFamily="50" charset="-127"/>
              </a:rPr>
              <a:t>5. he predestined us for adoption to sonship through Jesus Christ, in accordance with his pleasure and will-</a:t>
            </a:r>
            <a:endParaRPr lang="en-US" altLang="ko-KR" sz="3733" dirty="0">
              <a:latin typeface="맑은 고딕" pitchFamily="50" charset="-127"/>
            </a:endParaRPr>
          </a:p>
        </p:txBody>
      </p:sp>
    </p:spTree>
    <p:extLst>
      <p:ext uri="{BB962C8B-B14F-4D97-AF65-F5344CB8AC3E}">
        <p14:creationId xmlns:p14="http://schemas.microsoft.com/office/powerpoint/2010/main" val="2679061457"/>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에베소서 1:4-5,7,13</a:t>
            </a:r>
            <a:endParaRPr lang="en-US" altLang="ko-KR" sz="4267" b="1" dirty="0">
              <a:latin typeface="+mn-ea"/>
            </a:endParaRPr>
          </a:p>
          <a:p>
            <a:pPr algn="l">
              <a:buFontTx/>
              <a:buNone/>
              <a:defRPr/>
            </a:pPr>
            <a:r>
              <a:rPr lang="ko-KR" altLang="en-US" sz="4800" b="1" dirty="0">
                <a:latin typeface="맑은 고딕" pitchFamily="50" charset="-127"/>
              </a:rPr>
              <a:t>7. 우리는 그리스도 안에서 그의 은혜의 풍성함을 따라 그의 피로 말미암아 속량 곧 죄 사함을 받았느니라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Ephesians 1:4-5,7,13</a:t>
            </a:r>
            <a:endParaRPr lang="en-US" altLang="ko-KR" sz="3733" b="1" dirty="0">
              <a:latin typeface="+mn-ea"/>
            </a:endParaRPr>
          </a:p>
          <a:p>
            <a:pPr algn="l">
              <a:buFontTx/>
              <a:buNone/>
              <a:defRPr/>
            </a:pPr>
            <a:r>
              <a:rPr lang="ko-KR" altLang="en-US" sz="3733" dirty="0">
                <a:latin typeface="맑은 고딕" pitchFamily="50" charset="-127"/>
              </a:rPr>
              <a:t>7. In him we have redemption through his blood, the forgiveness of sins, in accordance with the riches of God's grace</a:t>
            </a:r>
            <a:endParaRPr lang="en-US" altLang="ko-KR" sz="3733" dirty="0">
              <a:latin typeface="맑은 고딕" pitchFamily="50" charset="-127"/>
            </a:endParaRPr>
          </a:p>
        </p:txBody>
      </p:sp>
    </p:spTree>
    <p:extLst>
      <p:ext uri="{BB962C8B-B14F-4D97-AF65-F5344CB8AC3E}">
        <p14:creationId xmlns:p14="http://schemas.microsoft.com/office/powerpoint/2010/main" val="249081800"/>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에베소서 1:4-5,7,13</a:t>
            </a:r>
            <a:endParaRPr lang="en-US" altLang="ko-KR" sz="4267" b="1" dirty="0">
              <a:latin typeface="+mn-ea"/>
            </a:endParaRPr>
          </a:p>
          <a:p>
            <a:pPr algn="l">
              <a:buFontTx/>
              <a:buNone/>
              <a:defRPr/>
            </a:pPr>
            <a:r>
              <a:rPr lang="ko-KR" altLang="en-US" sz="4800" b="1" dirty="0">
                <a:latin typeface="맑은 고딕" pitchFamily="50" charset="-127"/>
              </a:rPr>
              <a:t>13. 그 안에서 너희도 진리의 말씀 곧 너희의 구원의 복음을 듣고 그 안에서 또한 믿어 약속의 성령으로 인치심을 받았으니 </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Ephesians 1:4-5,7,13</a:t>
            </a:r>
            <a:endParaRPr lang="en-US" altLang="ko-KR" sz="3733" b="1" dirty="0">
              <a:latin typeface="+mn-ea"/>
            </a:endParaRPr>
          </a:p>
          <a:p>
            <a:pPr algn="l">
              <a:buFontTx/>
              <a:buNone/>
              <a:defRPr/>
            </a:pPr>
            <a:r>
              <a:rPr lang="ko-KR" altLang="en-US" sz="3733" dirty="0">
                <a:latin typeface="맑은 고딕" pitchFamily="50" charset="-127"/>
              </a:rPr>
              <a:t>13. And you also were included in Christ when you heard the message of truth, the gospel of your salvation. When you believed, you were marked in him with a seal, the promised Holy Spirit,</a:t>
            </a:r>
            <a:endParaRPr lang="en-US" altLang="ko-KR" sz="3733" dirty="0">
              <a:latin typeface="맑은 고딕" pitchFamily="50" charset="-127"/>
            </a:endParaRPr>
          </a:p>
        </p:txBody>
      </p:sp>
    </p:spTree>
    <p:extLst>
      <p:ext uri="{BB962C8B-B14F-4D97-AF65-F5344CB8AC3E}">
        <p14:creationId xmlns:p14="http://schemas.microsoft.com/office/powerpoint/2010/main" val="4026927821"/>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야고보서 1:17</a:t>
            </a:r>
            <a:endParaRPr lang="en-US" altLang="ko-KR" sz="4267" b="1" dirty="0">
              <a:latin typeface="+mn-ea"/>
            </a:endParaRPr>
          </a:p>
          <a:p>
            <a:pPr algn="l">
              <a:buFontTx/>
              <a:buNone/>
              <a:defRPr/>
            </a:pPr>
            <a:r>
              <a:rPr lang="ko-KR" altLang="en-US" sz="4800" b="1" dirty="0">
                <a:latin typeface="맑은 고딕" pitchFamily="50" charset="-127"/>
              </a:rPr>
              <a:t>17. 온갖 좋은 은사와 온전한 선물이 다 위로부터 빛들의 아버지께로부터 내려오나니 그는 변함도 없으시고 회전하는 그림자도 없으시니라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James 1:17</a:t>
            </a:r>
            <a:endParaRPr lang="en-US" altLang="ko-KR" sz="3733" b="1" dirty="0">
              <a:latin typeface="+mn-ea"/>
            </a:endParaRPr>
          </a:p>
          <a:p>
            <a:pPr algn="l">
              <a:buFontTx/>
              <a:buNone/>
              <a:defRPr/>
            </a:pPr>
            <a:r>
              <a:rPr lang="ko-KR" altLang="en-US" sz="3733" dirty="0">
                <a:latin typeface="맑은 고딕" pitchFamily="50" charset="-127"/>
              </a:rPr>
              <a:t>17. Every good and perfect gift is from above, coming down from the Father of the heavenly lights, who does not change like shifting shadows.</a:t>
            </a:r>
            <a:endParaRPr lang="en-US" altLang="ko-KR" sz="3733" dirty="0">
              <a:latin typeface="맑은 고딕" pitchFamily="50" charset="-127"/>
            </a:endParaRPr>
          </a:p>
        </p:txBody>
      </p:sp>
    </p:spTree>
    <p:extLst>
      <p:ext uri="{BB962C8B-B14F-4D97-AF65-F5344CB8AC3E}">
        <p14:creationId xmlns:p14="http://schemas.microsoft.com/office/powerpoint/2010/main" val="4107350332"/>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히브리서 13:5,8</a:t>
            </a:r>
            <a:endParaRPr lang="en-US" altLang="ko-KR" sz="4267" b="1" dirty="0">
              <a:latin typeface="+mn-ea"/>
            </a:endParaRPr>
          </a:p>
          <a:p>
            <a:pPr algn="l">
              <a:buFontTx/>
              <a:buNone/>
              <a:defRPr/>
            </a:pPr>
            <a:r>
              <a:rPr lang="ko-KR" altLang="en-US" sz="4800" b="1" dirty="0">
                <a:latin typeface="맑은 고딕" pitchFamily="50" charset="-127"/>
              </a:rPr>
              <a:t>5. 돈을 사랑하지 말고 있는 바를 족한 줄로 알라 그가 친히 말씀하시기를 내가 결코 너희를 버리지 아니하고 너희를 떠나지 아니하리라 하셨느니라 </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Hebrews 13:5,8</a:t>
            </a:r>
            <a:endParaRPr lang="en-US" altLang="ko-KR" sz="3733" b="1" dirty="0">
              <a:latin typeface="+mn-ea"/>
            </a:endParaRPr>
          </a:p>
          <a:p>
            <a:pPr algn="l">
              <a:buFontTx/>
              <a:buNone/>
              <a:defRPr/>
            </a:pPr>
            <a:r>
              <a:rPr lang="ko-KR" altLang="en-US" sz="3733" dirty="0">
                <a:latin typeface="맑은 고딕" pitchFamily="50" charset="-127"/>
              </a:rPr>
              <a:t>5. Keep your lives free from the love of money and be content with what you have, because God has said, "Never will I leave you; never will I forsake you."</a:t>
            </a:r>
            <a:endParaRPr lang="en-US" altLang="ko-KR" sz="3733" dirty="0">
              <a:latin typeface="맑은 고딕" pitchFamily="50" charset="-127"/>
            </a:endParaRPr>
          </a:p>
        </p:txBody>
      </p:sp>
    </p:spTree>
    <p:extLst>
      <p:ext uri="{BB962C8B-B14F-4D97-AF65-F5344CB8AC3E}">
        <p14:creationId xmlns:p14="http://schemas.microsoft.com/office/powerpoint/2010/main" val="1293920620"/>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히브리서 13:5,8</a:t>
            </a:r>
            <a:endParaRPr lang="en-US" altLang="ko-KR" sz="4267" b="1" dirty="0">
              <a:latin typeface="+mn-ea"/>
            </a:endParaRPr>
          </a:p>
          <a:p>
            <a:pPr algn="l">
              <a:buFontTx/>
              <a:buNone/>
              <a:defRPr/>
            </a:pPr>
            <a:r>
              <a:rPr lang="ko-KR" altLang="en-US" sz="4800" b="1" dirty="0">
                <a:latin typeface="맑은 고딕" pitchFamily="50" charset="-127"/>
              </a:rPr>
              <a:t>8. 예수 그리스도는 어제나 오늘이나 영원토록 동일하시니라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Hebrews 13:5,8</a:t>
            </a:r>
            <a:endParaRPr lang="en-US" altLang="ko-KR" sz="3733" b="1" dirty="0">
              <a:latin typeface="+mn-ea"/>
            </a:endParaRPr>
          </a:p>
          <a:p>
            <a:pPr algn="l">
              <a:buFontTx/>
              <a:buNone/>
              <a:defRPr/>
            </a:pPr>
            <a:r>
              <a:rPr lang="ko-KR" altLang="en-US" sz="3733" dirty="0">
                <a:latin typeface="맑은 고딕" pitchFamily="50" charset="-127"/>
              </a:rPr>
              <a:t>8. Jesus Christ is the same yesterday and today and forever.</a:t>
            </a:r>
            <a:endParaRPr lang="en-US" altLang="ko-KR" sz="3733" dirty="0">
              <a:latin typeface="맑은 고딕" pitchFamily="50" charset="-127"/>
            </a:endParaRPr>
          </a:p>
        </p:txBody>
      </p:sp>
    </p:spTree>
    <p:extLst>
      <p:ext uri="{BB962C8B-B14F-4D97-AF65-F5344CB8AC3E}">
        <p14:creationId xmlns:p14="http://schemas.microsoft.com/office/powerpoint/2010/main" val="1771687167"/>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마태복음 28:18-20</a:t>
            </a:r>
            <a:endParaRPr lang="en-US" altLang="ko-KR" sz="4267" b="1" dirty="0">
              <a:latin typeface="+mn-ea"/>
            </a:endParaRPr>
          </a:p>
          <a:p>
            <a:pPr algn="l">
              <a:buFontTx/>
              <a:buNone/>
              <a:defRPr/>
            </a:pPr>
            <a:r>
              <a:rPr lang="ko-KR" altLang="en-US" sz="4800" b="1" dirty="0">
                <a:latin typeface="맑은 고딕" pitchFamily="50" charset="-127"/>
              </a:rPr>
              <a:t>18. 예수께서 나아와 말씀하여 이르시되 하늘과 땅의 모든 권세를 내게 주셨으니</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Matthew 28:18-20</a:t>
            </a:r>
            <a:endParaRPr lang="en-US" altLang="ko-KR" sz="3733" b="1" dirty="0">
              <a:latin typeface="+mn-ea"/>
            </a:endParaRPr>
          </a:p>
          <a:p>
            <a:pPr algn="l">
              <a:buFontTx/>
              <a:buNone/>
              <a:defRPr/>
            </a:pPr>
            <a:r>
              <a:rPr lang="ko-KR" altLang="en-US" sz="3733" dirty="0">
                <a:latin typeface="맑은 고딕" pitchFamily="50" charset="-127"/>
              </a:rPr>
              <a:t>18. Then Jesus came to them and said, "All authority in heaven and on earth has been given to me.</a:t>
            </a:r>
            <a:endParaRPr lang="en-US" altLang="ko-KR" sz="3733" dirty="0">
              <a:latin typeface="맑은 고딕" pitchFamily="50" charset="-127"/>
            </a:endParaRPr>
          </a:p>
        </p:txBody>
      </p:sp>
    </p:spTree>
    <p:extLst>
      <p:ext uri="{BB962C8B-B14F-4D97-AF65-F5344CB8AC3E}">
        <p14:creationId xmlns:p14="http://schemas.microsoft.com/office/powerpoint/2010/main" val="3969817265"/>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마태복음 28:18-20</a:t>
            </a:r>
            <a:endParaRPr lang="en-US" altLang="ko-KR" sz="4267" b="1" dirty="0">
              <a:latin typeface="+mn-ea"/>
            </a:endParaRPr>
          </a:p>
          <a:p>
            <a:pPr algn="l">
              <a:buFontTx/>
              <a:buNone/>
              <a:defRPr/>
            </a:pPr>
            <a:r>
              <a:rPr lang="ko-KR" altLang="en-US" sz="4800" b="1" dirty="0">
                <a:latin typeface="맑은 고딕" pitchFamily="50" charset="-127"/>
              </a:rPr>
              <a:t>19. 그러므로 너희는 가서 모든 민족을 제자로 삼아 아버지와 아들과 성령의 이름으로 세례를 베풀고 </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Matthew 28:18-20</a:t>
            </a:r>
            <a:endParaRPr lang="en-US" altLang="ko-KR" sz="3733" b="1" dirty="0">
              <a:latin typeface="+mn-ea"/>
            </a:endParaRPr>
          </a:p>
          <a:p>
            <a:pPr algn="l">
              <a:buFontTx/>
              <a:buNone/>
              <a:defRPr/>
            </a:pPr>
            <a:r>
              <a:rPr lang="ko-KR" altLang="en-US" sz="3733" dirty="0">
                <a:latin typeface="맑은 고딕" pitchFamily="50" charset="-127"/>
              </a:rPr>
              <a:t>19. Therefore go and make disciples of all nations, baptizing them in the name of the Father and of the Son and of the Holy Spirit,</a:t>
            </a:r>
            <a:endParaRPr lang="en-US" altLang="ko-KR" sz="3733" dirty="0">
              <a:latin typeface="맑은 고딕" pitchFamily="50" charset="-127"/>
            </a:endParaRPr>
          </a:p>
        </p:txBody>
      </p:sp>
    </p:spTree>
    <p:extLst>
      <p:ext uri="{BB962C8B-B14F-4D97-AF65-F5344CB8AC3E}">
        <p14:creationId xmlns:p14="http://schemas.microsoft.com/office/powerpoint/2010/main" val="2597961752"/>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내용 개체 틀 5">
            <a:extLst>
              <a:ext uri="{FF2B5EF4-FFF2-40B4-BE49-F238E27FC236}">
                <a16:creationId xmlns:a16="http://schemas.microsoft.com/office/drawing/2014/main" id="{BBC93184-30E0-44C0-A2EB-16ABB087CC48}"/>
              </a:ext>
            </a:extLst>
          </p:cNvPr>
          <p:cNvSpPr txBox="1">
            <a:spLocks/>
          </p:cNvSpPr>
          <p:nvPr/>
        </p:nvSpPr>
        <p:spPr bwMode="auto">
          <a:xfrm>
            <a:off x="239349" y="180115"/>
            <a:ext cx="11905323" cy="2349500"/>
          </a:xfrm>
          <a:prstGeom prst="rect">
            <a:avLst/>
          </a:prstGeom>
          <a:ln>
            <a:miter lim="800000"/>
            <a:headEnd/>
            <a:tailEnd/>
          </a:ln>
        </p:spPr>
        <p:txBody>
          <a:bodyPr vert="horz" wrap="square" lIns="121920" tIns="60960" rIns="121920" bIns="60960" numCol="1" rtlCol="0" anchor="t" anchorCtr="0" compatLnSpc="1">
            <a:prstTxWarp prst="textNoShape">
              <a:avLst/>
            </a:prstTxWarp>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FontTx/>
              <a:buNone/>
              <a:defRPr/>
            </a:pPr>
            <a:r>
              <a:rPr lang="ko-KR" altLang="en-US" sz="4267" b="1" dirty="0">
                <a:latin typeface="+mn-ea"/>
              </a:rPr>
              <a:t>마태복음 28:18-20</a:t>
            </a:r>
            <a:endParaRPr lang="en-US" altLang="ko-KR" sz="4267" b="1" dirty="0">
              <a:latin typeface="+mn-ea"/>
            </a:endParaRPr>
          </a:p>
          <a:p>
            <a:pPr algn="l">
              <a:buFontTx/>
              <a:buNone/>
              <a:defRPr/>
            </a:pPr>
            <a:r>
              <a:rPr lang="ko-KR" altLang="en-US" sz="4800" b="1" dirty="0">
                <a:latin typeface="맑은 고딕" pitchFamily="50" charset="-127"/>
              </a:rPr>
              <a:t>20. 내가 너희에게 분부한 모든 것을 가르쳐 지키게 하라 볼지어다 내가 세상 끝날까지 너희와 항상 함께 있으리라 하시니라</a:t>
            </a:r>
            <a:endParaRPr lang="en-US" altLang="ko-KR" sz="4800" b="1" dirty="0">
              <a:latin typeface="맑은 고딕" pitchFamily="50" charset="-127"/>
            </a:endParaRPr>
          </a:p>
          <a:p>
            <a:pPr algn="l">
              <a:buFontTx/>
              <a:buNone/>
              <a:defRPr/>
            </a:pPr>
            <a:endParaRPr lang="en-US" altLang="ko-KR" sz="3200" b="1" dirty="0">
              <a:latin typeface="맑은 고딕" pitchFamily="50" charset="-127"/>
            </a:endParaRPr>
          </a:p>
          <a:p>
            <a:pPr algn="l">
              <a:buFontTx/>
              <a:buNone/>
              <a:defRPr/>
            </a:pPr>
            <a:r>
              <a:rPr lang="ko-KR" altLang="en-US" sz="3733" b="1" dirty="0">
                <a:latin typeface="+mn-ea"/>
              </a:rPr>
              <a:t>Matthew 28:18-20</a:t>
            </a:r>
            <a:endParaRPr lang="en-US" altLang="ko-KR" sz="3733" b="1" dirty="0">
              <a:latin typeface="+mn-ea"/>
            </a:endParaRPr>
          </a:p>
          <a:p>
            <a:pPr algn="l">
              <a:buFontTx/>
              <a:buNone/>
              <a:defRPr/>
            </a:pPr>
            <a:r>
              <a:rPr lang="ko-KR" altLang="en-US" sz="3733" dirty="0">
                <a:latin typeface="맑은 고딕" pitchFamily="50" charset="-127"/>
              </a:rPr>
              <a:t>20. and teaching them to obey everything I have commanded you. And surely I am with you always, to the very end of the age."</a:t>
            </a:r>
            <a:endParaRPr lang="en-US" altLang="ko-KR" sz="3733" dirty="0">
              <a:latin typeface="맑은 고딕" pitchFamily="50" charset="-127"/>
            </a:endParaRPr>
          </a:p>
        </p:txBody>
      </p:sp>
    </p:spTree>
    <p:extLst>
      <p:ext uri="{BB962C8B-B14F-4D97-AF65-F5344CB8AC3E}">
        <p14:creationId xmlns:p14="http://schemas.microsoft.com/office/powerpoint/2010/main" val="381561319"/>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a:extLst>
            <a:ext uri="{FF2B5EF4-FFF2-40B4-BE49-F238E27FC236}">
              <a16:creationId xmlns:a16="http://schemas.microsoft.com/office/drawing/2014/main" id="{730212E9-9EA7-D0EB-D991-962487BA95A2}"/>
            </a:ext>
          </a:extLst>
        </p:cNvPr>
        <p:cNvGrpSpPr/>
        <p:nvPr/>
      </p:nvGrpSpPr>
      <p:grpSpPr>
        <a:xfrm>
          <a:off x="0" y="0"/>
          <a:ext cx="0" cy="0"/>
          <a:chOff x="0" y="0"/>
          <a:chExt cx="0" cy="0"/>
        </a:xfrm>
      </p:grpSpPr>
      <p:sp>
        <p:nvSpPr>
          <p:cNvPr id="80898" name="직사각형 4">
            <a:extLst>
              <a:ext uri="{FF2B5EF4-FFF2-40B4-BE49-F238E27FC236}">
                <a16:creationId xmlns:a16="http://schemas.microsoft.com/office/drawing/2014/main" id="{208BE5B4-9E1D-06F1-13EA-53E00814F097}"/>
              </a:ext>
            </a:extLst>
          </p:cNvPr>
          <p:cNvSpPr>
            <a:spLocks noChangeArrowheads="1"/>
          </p:cNvSpPr>
          <p:nvPr/>
        </p:nvSpPr>
        <p:spPr bwMode="auto">
          <a:xfrm>
            <a:off x="488504" y="520511"/>
            <a:ext cx="11214992" cy="5570756"/>
          </a:xfrm>
          <a:prstGeom prst="rect">
            <a:avLst/>
          </a:prstGeom>
          <a:noFill/>
          <a:ln w="9525">
            <a:noFill/>
            <a:miter lim="800000"/>
            <a:headEnd/>
            <a:tailEnd/>
          </a:ln>
        </p:spPr>
        <p:txBody>
          <a:bodyPr wrap="square">
            <a:spAutoFit/>
          </a:bodyPr>
          <a:lstStyle/>
          <a:p>
            <a:pPr marL="0" marR="0" lvl="0" indent="0" algn="r" defTabSz="914400" rtl="0" eaLnBrk="1" fontAlgn="base" latinLnBrk="1" hangingPunct="1">
              <a:lnSpc>
                <a:spcPct val="100000"/>
              </a:lnSpc>
              <a:spcBef>
                <a:spcPct val="0"/>
              </a:spcBef>
              <a:spcAft>
                <a:spcPct val="0"/>
              </a:spcAft>
              <a:buClrTx/>
              <a:buSzTx/>
              <a:buFontTx/>
              <a:buNone/>
              <a:tabLst/>
              <a:defRPr/>
            </a:pPr>
            <a:r>
              <a:rPr kumimoji="1" lang="ko-KR" altLang="en-US" sz="2800" b="0" i="0" u="none" strike="noStrike" kern="1200" cap="none" spc="0" normalizeH="0" baseline="0" noProof="0" dirty="0">
                <a:ln>
                  <a:noFill/>
                </a:ln>
                <a:solidFill>
                  <a:srgbClr val="A6A6A6"/>
                </a:solidFill>
                <a:effectLst/>
                <a:uLnTx/>
                <a:uFillTx/>
                <a:latin typeface="HY울릉도M" pitchFamily="18" charset="-127"/>
                <a:ea typeface="HY울릉도M" pitchFamily="18" charset="-127"/>
                <a:cs typeface="+mn-cs"/>
              </a:rPr>
              <a:t>   </a:t>
            </a:r>
            <a:endParaRPr kumimoji="1" lang="en-US" altLang="ko-KR" sz="2800" b="0" i="0" u="none" strike="noStrike" kern="1200" cap="none" spc="0" normalizeH="0" baseline="0" noProof="0" dirty="0">
              <a:ln>
                <a:noFill/>
              </a:ln>
              <a:solidFill>
                <a:srgbClr val="A6A6A6"/>
              </a:solidFill>
              <a:effectLst/>
              <a:uLnTx/>
              <a:uFillTx/>
              <a:latin typeface="HY울릉도M" pitchFamily="18" charset="-127"/>
              <a:ea typeface="HY울릉도M"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800" b="0" i="0" u="none" strike="noStrike" kern="1200" cap="none" spc="0" normalizeH="0" baseline="0" noProof="0" dirty="0">
              <a:ln>
                <a:noFill/>
              </a:ln>
              <a:solidFill>
                <a:prstClr val="white">
                  <a:lumMod val="65000"/>
                </a:prstClr>
              </a:solidFill>
              <a:effectLst/>
              <a:uLnTx/>
              <a:uFillTx/>
              <a:latin typeface="HY울릉도M" pitchFamily="18" charset="-127"/>
              <a:ea typeface="HY울릉도M" pitchFamily="18" charset="-127"/>
              <a:cs typeface="+mn-cs"/>
            </a:endParaRPr>
          </a:p>
        </p:txBody>
      </p:sp>
      <p:sp>
        <p:nvSpPr>
          <p:cNvPr id="2" name="직사각형 1">
            <a:extLst>
              <a:ext uri="{FF2B5EF4-FFF2-40B4-BE49-F238E27FC236}">
                <a16:creationId xmlns:a16="http://schemas.microsoft.com/office/drawing/2014/main" id="{25F53B27-8553-5A99-64AE-8B5119077050}"/>
              </a:ext>
            </a:extLst>
          </p:cNvPr>
          <p:cNvSpPr>
            <a:spLocks noChangeArrowheads="1"/>
          </p:cNvSpPr>
          <p:nvPr/>
        </p:nvSpPr>
        <p:spPr bwMode="auto">
          <a:xfrm>
            <a:off x="119336" y="2636912"/>
            <a:ext cx="12072664" cy="1087862"/>
          </a:xfrm>
          <a:prstGeom prst="rect">
            <a:avLst/>
          </a:prstGeom>
          <a:noFill/>
          <a:ln w="9525">
            <a:noFill/>
            <a:miter lim="800000"/>
            <a:headEnd/>
            <a:tailEnd/>
          </a:ln>
        </p:spPr>
        <p:txBody>
          <a:bodyPr wrap="square">
            <a:spAutoFit/>
          </a:bodyPr>
          <a:lstStyle/>
          <a:p>
            <a:pPr indent="-180340" algn="ctr" latinLnBrk="1">
              <a:lnSpc>
                <a:spcPct val="120000"/>
              </a:lnSpc>
              <a:spcAft>
                <a:spcPts val="0"/>
              </a:spcAft>
              <a:defRPr/>
            </a:pPr>
            <a:r>
              <a:rPr lang="ko-KR" altLang="en-US" sz="3600" b="1" kern="100" dirty="0">
                <a:solidFill>
                  <a:prstClr val="black"/>
                </a:solidFill>
                <a:latin typeface="맑은 고딕" charset="-127"/>
                <a:ea typeface="맑은 고딕" charset="-127"/>
                <a:cs typeface="Times New Roman" charset="0"/>
              </a:rPr>
              <a:t>하나가 되라</a:t>
            </a:r>
          </a:p>
          <a:p>
            <a:pPr indent="-180340" algn="ctr" latinLnBrk="1">
              <a:lnSpc>
                <a:spcPct val="120000"/>
              </a:lnSpc>
              <a:spcAft>
                <a:spcPts val="0"/>
              </a:spcAft>
              <a:defRPr/>
            </a:pPr>
            <a:r>
              <a:rPr lang="en-US" altLang="ko-Kore-KR" sz="2000" b="1" dirty="0">
                <a:solidFill>
                  <a:srgbClr val="7F7F7F"/>
                </a:solidFill>
                <a:ea typeface="HY목각파임B" pitchFamily="18" charset="-127"/>
              </a:rPr>
              <a:t>Be United</a:t>
            </a:r>
            <a:r>
              <a:rPr lang="en-US" altLang="ko-KR" sz="2000" b="1" dirty="0">
                <a:solidFill>
                  <a:srgbClr val="7F7F7F"/>
                </a:solidFill>
                <a:latin typeface="HY목각파임B" pitchFamily="18" charset="-127"/>
                <a:ea typeface="HY목각파임B" pitchFamily="18" charset="-127"/>
              </a:rPr>
              <a:t> </a:t>
            </a: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p:txBody>
      </p:sp>
    </p:spTree>
    <p:extLst>
      <p:ext uri="{BB962C8B-B14F-4D97-AF65-F5344CB8AC3E}">
        <p14:creationId xmlns:p14="http://schemas.microsoft.com/office/powerpoint/2010/main" val="3018109933"/>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p:cNvSpPr/>
          <p:nvPr/>
        </p:nvSpPr>
        <p:spPr>
          <a:xfrm>
            <a:off x="1541464" y="908050"/>
            <a:ext cx="9126537" cy="3500510"/>
          </a:xfrm>
          <a:prstGeom prst="rect">
            <a:avLst/>
          </a:prstGeom>
        </p:spPr>
        <p:txBody>
          <a:bodyPr>
            <a:spAutoFit/>
          </a:bodyPr>
          <a:lstStyle/>
          <a:p>
            <a:pPr algn="ctr" eaLnBrk="1" latinLnBrk="1" hangingPunct="1">
              <a:defRPr/>
            </a:pPr>
            <a:r>
              <a:rPr lang="ko-KR" altLang="en-US" sz="7000" b="1" dirty="0">
                <a:solidFill>
                  <a:prstClr val="black"/>
                </a:solidFill>
                <a:latin typeface="HY목각파임B" pitchFamily="18" charset="-127"/>
                <a:ea typeface="HY목각파임B" pitchFamily="18" charset="-127"/>
              </a:rPr>
              <a:t>찬 송</a:t>
            </a:r>
            <a:endParaRPr lang="en-US" altLang="ko-KR" sz="7000" b="1" dirty="0">
              <a:solidFill>
                <a:prstClr val="black"/>
              </a:solidFill>
              <a:latin typeface="HY목각파임B" pitchFamily="18" charset="-127"/>
              <a:ea typeface="HY목각파임B" pitchFamily="18" charset="-127"/>
            </a:endParaRPr>
          </a:p>
          <a:p>
            <a:pPr algn="ctr" eaLnBrk="1" latinLnBrk="1" hangingPunct="1">
              <a:defRPr/>
            </a:pPr>
            <a:r>
              <a:rPr lang="en-US" altLang="ko-KR" b="1" dirty="0">
                <a:solidFill>
                  <a:srgbClr val="889C6F">
                    <a:lumMod val="75000"/>
                  </a:srgbClr>
                </a:solidFill>
                <a:latin typeface="HY목각파임B" pitchFamily="18" charset="-127"/>
                <a:ea typeface="HY목각파임B" pitchFamily="18" charset="-127"/>
              </a:rPr>
              <a:t>Hymn</a:t>
            </a:r>
          </a:p>
          <a:p>
            <a:pPr algn="ctr" eaLnBrk="1" latinLnBrk="1" hangingPunct="1">
              <a:lnSpc>
                <a:spcPct val="150000"/>
              </a:lnSpc>
              <a:defRPr/>
            </a:pPr>
            <a:r>
              <a:rPr lang="en-US" altLang="ko-KR" sz="7000" b="1" dirty="0">
                <a:solidFill>
                  <a:prstClr val="black"/>
                </a:solidFill>
                <a:latin typeface="HY강B" pitchFamily="18" charset="-127"/>
                <a:ea typeface="HY강B" pitchFamily="18" charset="-127"/>
              </a:rPr>
              <a:t>218</a:t>
            </a:r>
            <a:r>
              <a:rPr lang="ko-KR" altLang="en-US" sz="7000" b="1" dirty="0">
                <a:solidFill>
                  <a:prstClr val="black"/>
                </a:solidFill>
                <a:latin typeface="HY강B" pitchFamily="18" charset="-127"/>
                <a:ea typeface="HY강B" pitchFamily="18" charset="-127"/>
              </a:rPr>
              <a:t>장</a:t>
            </a:r>
          </a:p>
        </p:txBody>
      </p:sp>
    </p:spTree>
    <p:extLst>
      <p:ext uri="{BB962C8B-B14F-4D97-AF65-F5344CB8AC3E}">
        <p14:creationId xmlns:p14="http://schemas.microsoft.com/office/powerpoint/2010/main" val="155097050"/>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AutoShape 13">
            <a:hlinkClick r:id="rId2" action="ppaction://hlinksldjump"/>
            <a:extLst>
              <a:ext uri="{FF2B5EF4-FFF2-40B4-BE49-F238E27FC236}">
                <a16:creationId xmlns:a16="http://schemas.microsoft.com/office/drawing/2014/main" id="{A50DA440-DA39-3395-0182-D8C132C8DF62}"/>
              </a:ext>
            </a:extLst>
          </p:cNvPr>
          <p:cNvSpPr>
            <a:spLocks noChangeArrowheads="1"/>
          </p:cNvSpPr>
          <p:nvPr/>
        </p:nvSpPr>
        <p:spPr bwMode="auto">
          <a:xfrm>
            <a:off x="3386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1.Love your God with your </a:t>
            </a:r>
            <a:endParaRPr lang="ko-KR" altLang="en-US" sz="1467">
              <a:solidFill>
                <a:srgbClr val="FF0000"/>
              </a:solidFill>
            </a:endParaRPr>
          </a:p>
        </p:txBody>
      </p:sp>
      <p:sp>
        <p:nvSpPr>
          <p:cNvPr id="2051" name="AutoShape 14">
            <a:hlinkClick r:id="rId3" action="ppaction://hlinksldjump"/>
            <a:extLst>
              <a:ext uri="{FF2B5EF4-FFF2-40B4-BE49-F238E27FC236}">
                <a16:creationId xmlns:a16="http://schemas.microsoft.com/office/drawing/2014/main" id="{83867BA0-7640-ACD9-70B3-53DB95054CF3}"/>
              </a:ext>
            </a:extLst>
          </p:cNvPr>
          <p:cNvSpPr>
            <a:spLocks noChangeArrowheads="1"/>
          </p:cNvSpPr>
          <p:nvPr/>
        </p:nvSpPr>
        <p:spPr bwMode="auto">
          <a:xfrm>
            <a:off x="3238501"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2.In spite of damage from </a:t>
            </a:r>
            <a:endParaRPr lang="ko-KR" altLang="en-US" sz="1467"/>
          </a:p>
        </p:txBody>
      </p:sp>
      <p:sp>
        <p:nvSpPr>
          <p:cNvPr id="2052" name="AutoShape 15">
            <a:hlinkClick r:id="rId4" action="ppaction://hlinksldjump"/>
            <a:extLst>
              <a:ext uri="{FF2B5EF4-FFF2-40B4-BE49-F238E27FC236}">
                <a16:creationId xmlns:a16="http://schemas.microsoft.com/office/drawing/2014/main" id="{AAA05761-B302-02D1-6079-C65B2EC9A5D0}"/>
              </a:ext>
            </a:extLst>
          </p:cNvPr>
          <p:cNvSpPr>
            <a:spLocks noChangeArrowheads="1"/>
          </p:cNvSpPr>
          <p:nvPr/>
        </p:nvSpPr>
        <p:spPr bwMode="auto">
          <a:xfrm>
            <a:off x="6138334"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3.Lord I went away from my </a:t>
            </a:r>
            <a:endParaRPr lang="ko-KR" altLang="en-US" sz="1467"/>
          </a:p>
        </p:txBody>
      </p:sp>
      <p:sp>
        <p:nvSpPr>
          <p:cNvPr id="2053" name="AutoShape 13">
            <a:hlinkClick r:id="rId2" action="ppaction://hlinksldjump"/>
            <a:extLst>
              <a:ext uri="{FF2B5EF4-FFF2-40B4-BE49-F238E27FC236}">
                <a16:creationId xmlns:a16="http://schemas.microsoft.com/office/drawing/2014/main" id="{5406147E-5CE5-C2A9-6EF0-0CAB855C5D64}"/>
              </a:ext>
            </a:extLst>
          </p:cNvPr>
          <p:cNvSpPr>
            <a:spLocks noChangeArrowheads="1"/>
          </p:cNvSpPr>
          <p:nvPr/>
        </p:nvSpPr>
        <p:spPr bwMode="auto">
          <a:xfrm>
            <a:off x="3386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a:t>
            </a:r>
            <a:r>
              <a:rPr lang="ko-KR" altLang="en-US" sz="1467">
                <a:solidFill>
                  <a:srgbClr val="FF0000"/>
                </a:solidFill>
              </a:rPr>
              <a:t>네 맘과 정성을 다 하여서</a:t>
            </a:r>
          </a:p>
        </p:txBody>
      </p:sp>
      <p:sp>
        <p:nvSpPr>
          <p:cNvPr id="2054" name="AutoShape 14">
            <a:hlinkClick r:id="rId3" action="ppaction://hlinksldjump"/>
            <a:extLst>
              <a:ext uri="{FF2B5EF4-FFF2-40B4-BE49-F238E27FC236}">
                <a16:creationId xmlns:a16="http://schemas.microsoft.com/office/drawing/2014/main" id="{B7A8C486-5327-9A8D-8B8B-53F38CDD8F0E}"/>
              </a:ext>
            </a:extLst>
          </p:cNvPr>
          <p:cNvSpPr>
            <a:spLocks noChangeArrowheads="1"/>
          </p:cNvSpPr>
          <p:nvPr/>
        </p:nvSpPr>
        <p:spPr bwMode="auto">
          <a:xfrm>
            <a:off x="3238501"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널 미워 해치는 원수라도</a:t>
            </a:r>
          </a:p>
        </p:txBody>
      </p:sp>
      <p:sp>
        <p:nvSpPr>
          <p:cNvPr id="2055" name="AutoShape 15">
            <a:hlinkClick r:id="rId4" action="ppaction://hlinksldjump"/>
            <a:extLst>
              <a:ext uri="{FF2B5EF4-FFF2-40B4-BE49-F238E27FC236}">
                <a16:creationId xmlns:a16="http://schemas.microsoft.com/office/drawing/2014/main" id="{6EB5ABC8-DDFD-2817-C91D-8A848207BE09}"/>
              </a:ext>
            </a:extLst>
          </p:cNvPr>
          <p:cNvSpPr>
            <a:spLocks noChangeArrowheads="1"/>
          </p:cNvSpPr>
          <p:nvPr/>
        </p:nvSpPr>
        <p:spPr bwMode="auto">
          <a:xfrm>
            <a:off x="6138334"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나 항상 주님을 멀리하고</a:t>
            </a:r>
          </a:p>
        </p:txBody>
      </p:sp>
      <p:pic>
        <p:nvPicPr>
          <p:cNvPr id="2056" name="그림 1">
            <a:extLst>
              <a:ext uri="{FF2B5EF4-FFF2-40B4-BE49-F238E27FC236}">
                <a16:creationId xmlns:a16="http://schemas.microsoft.com/office/drawing/2014/main" id="{3DAA0395-D6C0-13B5-6946-E29BAD108EF3}"/>
              </a:ext>
            </a:extLst>
          </p:cNvPr>
          <p:cNvPicPr>
            <a:picLocks/>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그림 1">
            <a:extLst>
              <a:ext uri="{FF2B5EF4-FFF2-40B4-BE49-F238E27FC236}">
                <a16:creationId xmlns:a16="http://schemas.microsoft.com/office/drawing/2014/main" id="{9283E78A-BFC9-1A05-D922-9362DE2BE2A6}"/>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AutoShape 13">
            <a:hlinkClick r:id="rId3" action="ppaction://hlinksldjump"/>
            <a:extLst>
              <a:ext uri="{FF2B5EF4-FFF2-40B4-BE49-F238E27FC236}">
                <a16:creationId xmlns:a16="http://schemas.microsoft.com/office/drawing/2014/main" id="{55DF90F9-4A4D-8410-8F3E-0DB0C958C50F}"/>
              </a:ext>
            </a:extLst>
          </p:cNvPr>
          <p:cNvSpPr>
            <a:spLocks noChangeArrowheads="1"/>
          </p:cNvSpPr>
          <p:nvPr/>
        </p:nvSpPr>
        <p:spPr bwMode="auto">
          <a:xfrm>
            <a:off x="3386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1.Love your God with your </a:t>
            </a:r>
            <a:endParaRPr lang="ko-KR" altLang="en-US" sz="1467">
              <a:solidFill>
                <a:srgbClr val="FF0000"/>
              </a:solidFill>
            </a:endParaRPr>
          </a:p>
        </p:txBody>
      </p:sp>
      <p:sp>
        <p:nvSpPr>
          <p:cNvPr id="3076" name="AutoShape 14">
            <a:hlinkClick r:id="rId4" action="ppaction://hlinksldjump"/>
            <a:extLst>
              <a:ext uri="{FF2B5EF4-FFF2-40B4-BE49-F238E27FC236}">
                <a16:creationId xmlns:a16="http://schemas.microsoft.com/office/drawing/2014/main" id="{EF583587-4371-4BFA-FEA7-DE4E83A4F192}"/>
              </a:ext>
            </a:extLst>
          </p:cNvPr>
          <p:cNvSpPr>
            <a:spLocks noChangeArrowheads="1"/>
          </p:cNvSpPr>
          <p:nvPr/>
        </p:nvSpPr>
        <p:spPr bwMode="auto">
          <a:xfrm>
            <a:off x="3238501"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2.In spite of damage from </a:t>
            </a:r>
            <a:endParaRPr lang="ko-KR" altLang="en-US" sz="1467"/>
          </a:p>
        </p:txBody>
      </p:sp>
      <p:sp>
        <p:nvSpPr>
          <p:cNvPr id="3077" name="AutoShape 15">
            <a:hlinkClick r:id="rId5" action="ppaction://hlinksldjump"/>
            <a:extLst>
              <a:ext uri="{FF2B5EF4-FFF2-40B4-BE49-F238E27FC236}">
                <a16:creationId xmlns:a16="http://schemas.microsoft.com/office/drawing/2014/main" id="{1B5FAEBB-24B4-39E5-F789-547C99E3DA8C}"/>
              </a:ext>
            </a:extLst>
          </p:cNvPr>
          <p:cNvSpPr>
            <a:spLocks noChangeArrowheads="1"/>
          </p:cNvSpPr>
          <p:nvPr/>
        </p:nvSpPr>
        <p:spPr bwMode="auto">
          <a:xfrm>
            <a:off x="6138334"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3.Lord I went away from my </a:t>
            </a:r>
            <a:endParaRPr lang="ko-KR" altLang="en-US" sz="1467"/>
          </a:p>
        </p:txBody>
      </p:sp>
      <p:sp>
        <p:nvSpPr>
          <p:cNvPr id="3078" name="AutoShape 13">
            <a:hlinkClick r:id="rId3" action="ppaction://hlinksldjump"/>
            <a:extLst>
              <a:ext uri="{FF2B5EF4-FFF2-40B4-BE49-F238E27FC236}">
                <a16:creationId xmlns:a16="http://schemas.microsoft.com/office/drawing/2014/main" id="{FC8179C0-F606-3319-EB37-28E26860BABD}"/>
              </a:ext>
            </a:extLst>
          </p:cNvPr>
          <p:cNvSpPr>
            <a:spLocks noChangeArrowheads="1"/>
          </p:cNvSpPr>
          <p:nvPr/>
        </p:nvSpPr>
        <p:spPr bwMode="auto">
          <a:xfrm>
            <a:off x="3386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a:t>
            </a:r>
            <a:r>
              <a:rPr lang="ko-KR" altLang="en-US" sz="1467">
                <a:solidFill>
                  <a:srgbClr val="FF0000"/>
                </a:solidFill>
              </a:rPr>
              <a:t>네 맘과 정성을 다 하여서</a:t>
            </a:r>
          </a:p>
        </p:txBody>
      </p:sp>
      <p:sp>
        <p:nvSpPr>
          <p:cNvPr id="3079" name="AutoShape 14">
            <a:hlinkClick r:id="rId4" action="ppaction://hlinksldjump"/>
            <a:extLst>
              <a:ext uri="{FF2B5EF4-FFF2-40B4-BE49-F238E27FC236}">
                <a16:creationId xmlns:a16="http://schemas.microsoft.com/office/drawing/2014/main" id="{41BCD4B5-F184-A7B2-5BA8-1D39F794668F}"/>
              </a:ext>
            </a:extLst>
          </p:cNvPr>
          <p:cNvSpPr>
            <a:spLocks noChangeArrowheads="1"/>
          </p:cNvSpPr>
          <p:nvPr/>
        </p:nvSpPr>
        <p:spPr bwMode="auto">
          <a:xfrm>
            <a:off x="3238501"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널 미워 해치는 원수라도</a:t>
            </a:r>
          </a:p>
        </p:txBody>
      </p:sp>
      <p:sp>
        <p:nvSpPr>
          <p:cNvPr id="3080" name="AutoShape 15">
            <a:hlinkClick r:id="rId5" action="ppaction://hlinksldjump"/>
            <a:extLst>
              <a:ext uri="{FF2B5EF4-FFF2-40B4-BE49-F238E27FC236}">
                <a16:creationId xmlns:a16="http://schemas.microsoft.com/office/drawing/2014/main" id="{8126F0A4-9549-F67B-BD5F-5C61C1E34720}"/>
              </a:ext>
            </a:extLst>
          </p:cNvPr>
          <p:cNvSpPr>
            <a:spLocks noChangeArrowheads="1"/>
          </p:cNvSpPr>
          <p:nvPr/>
        </p:nvSpPr>
        <p:spPr bwMode="auto">
          <a:xfrm>
            <a:off x="6138334"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나 항상 주님을 멀리하고</a:t>
            </a: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그림 1">
            <a:extLst>
              <a:ext uri="{FF2B5EF4-FFF2-40B4-BE49-F238E27FC236}">
                <a16:creationId xmlns:a16="http://schemas.microsoft.com/office/drawing/2014/main" id="{513BA2CC-BDB8-BCC5-6535-B1B3AEC3F80E}"/>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AutoShape 13">
            <a:hlinkClick r:id="rId3" action="ppaction://hlinksldjump"/>
            <a:extLst>
              <a:ext uri="{FF2B5EF4-FFF2-40B4-BE49-F238E27FC236}">
                <a16:creationId xmlns:a16="http://schemas.microsoft.com/office/drawing/2014/main" id="{BBD59CD3-12E6-EB54-CABE-C5F35F59B3D6}"/>
              </a:ext>
            </a:extLst>
          </p:cNvPr>
          <p:cNvSpPr>
            <a:spLocks noChangeArrowheads="1"/>
          </p:cNvSpPr>
          <p:nvPr/>
        </p:nvSpPr>
        <p:spPr bwMode="auto">
          <a:xfrm>
            <a:off x="3386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1.Love your God with your </a:t>
            </a:r>
            <a:endParaRPr lang="ko-KR" altLang="en-US" sz="1467">
              <a:solidFill>
                <a:srgbClr val="FF0000"/>
              </a:solidFill>
            </a:endParaRPr>
          </a:p>
        </p:txBody>
      </p:sp>
      <p:sp>
        <p:nvSpPr>
          <p:cNvPr id="4100" name="AutoShape 14">
            <a:hlinkClick r:id="rId4" action="ppaction://hlinksldjump"/>
            <a:extLst>
              <a:ext uri="{FF2B5EF4-FFF2-40B4-BE49-F238E27FC236}">
                <a16:creationId xmlns:a16="http://schemas.microsoft.com/office/drawing/2014/main" id="{8992356C-2621-B5B4-0450-DB4C04077A68}"/>
              </a:ext>
            </a:extLst>
          </p:cNvPr>
          <p:cNvSpPr>
            <a:spLocks noChangeArrowheads="1"/>
          </p:cNvSpPr>
          <p:nvPr/>
        </p:nvSpPr>
        <p:spPr bwMode="auto">
          <a:xfrm>
            <a:off x="3238501"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2.In spite of damage from </a:t>
            </a:r>
            <a:endParaRPr lang="ko-KR" altLang="en-US" sz="1467"/>
          </a:p>
        </p:txBody>
      </p:sp>
      <p:sp>
        <p:nvSpPr>
          <p:cNvPr id="4101" name="AutoShape 15">
            <a:hlinkClick r:id="rId5" action="ppaction://hlinksldjump"/>
            <a:extLst>
              <a:ext uri="{FF2B5EF4-FFF2-40B4-BE49-F238E27FC236}">
                <a16:creationId xmlns:a16="http://schemas.microsoft.com/office/drawing/2014/main" id="{5C199DFA-7E58-B4E6-7A73-2DEBBAC3172F}"/>
              </a:ext>
            </a:extLst>
          </p:cNvPr>
          <p:cNvSpPr>
            <a:spLocks noChangeArrowheads="1"/>
          </p:cNvSpPr>
          <p:nvPr/>
        </p:nvSpPr>
        <p:spPr bwMode="auto">
          <a:xfrm>
            <a:off x="6138334"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3.Lord I went away from my </a:t>
            </a:r>
            <a:endParaRPr lang="ko-KR" altLang="en-US" sz="1467"/>
          </a:p>
        </p:txBody>
      </p:sp>
      <p:sp>
        <p:nvSpPr>
          <p:cNvPr id="4102" name="AutoShape 13">
            <a:hlinkClick r:id="rId3" action="ppaction://hlinksldjump"/>
            <a:extLst>
              <a:ext uri="{FF2B5EF4-FFF2-40B4-BE49-F238E27FC236}">
                <a16:creationId xmlns:a16="http://schemas.microsoft.com/office/drawing/2014/main" id="{22BAD9DF-EF6A-FF3B-6F23-85767ADE6652}"/>
              </a:ext>
            </a:extLst>
          </p:cNvPr>
          <p:cNvSpPr>
            <a:spLocks noChangeArrowheads="1"/>
          </p:cNvSpPr>
          <p:nvPr/>
        </p:nvSpPr>
        <p:spPr bwMode="auto">
          <a:xfrm>
            <a:off x="3386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a:t>
            </a:r>
            <a:r>
              <a:rPr lang="ko-KR" altLang="en-US" sz="1467">
                <a:solidFill>
                  <a:srgbClr val="FF0000"/>
                </a:solidFill>
              </a:rPr>
              <a:t>네 맘과 정성을 다 하여서</a:t>
            </a:r>
          </a:p>
        </p:txBody>
      </p:sp>
      <p:sp>
        <p:nvSpPr>
          <p:cNvPr id="4103" name="AutoShape 14">
            <a:hlinkClick r:id="rId4" action="ppaction://hlinksldjump"/>
            <a:extLst>
              <a:ext uri="{FF2B5EF4-FFF2-40B4-BE49-F238E27FC236}">
                <a16:creationId xmlns:a16="http://schemas.microsoft.com/office/drawing/2014/main" id="{525AC80A-1302-82CD-A22E-A181A751F39F}"/>
              </a:ext>
            </a:extLst>
          </p:cNvPr>
          <p:cNvSpPr>
            <a:spLocks noChangeArrowheads="1"/>
          </p:cNvSpPr>
          <p:nvPr/>
        </p:nvSpPr>
        <p:spPr bwMode="auto">
          <a:xfrm>
            <a:off x="3238501"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널 미워 해치는 원수라도</a:t>
            </a:r>
          </a:p>
        </p:txBody>
      </p:sp>
      <p:sp>
        <p:nvSpPr>
          <p:cNvPr id="4104" name="AutoShape 15">
            <a:hlinkClick r:id="rId5" action="ppaction://hlinksldjump"/>
            <a:extLst>
              <a:ext uri="{FF2B5EF4-FFF2-40B4-BE49-F238E27FC236}">
                <a16:creationId xmlns:a16="http://schemas.microsoft.com/office/drawing/2014/main" id="{C421D1F5-966A-988C-6E4B-80BC758B0FDA}"/>
              </a:ext>
            </a:extLst>
          </p:cNvPr>
          <p:cNvSpPr>
            <a:spLocks noChangeArrowheads="1"/>
          </p:cNvSpPr>
          <p:nvPr/>
        </p:nvSpPr>
        <p:spPr bwMode="auto">
          <a:xfrm>
            <a:off x="6138334"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나 항상 주님을 멀리하고</a:t>
            </a: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그림 1">
            <a:extLst>
              <a:ext uri="{FF2B5EF4-FFF2-40B4-BE49-F238E27FC236}">
                <a16:creationId xmlns:a16="http://schemas.microsoft.com/office/drawing/2014/main" id="{831AAED7-4256-499C-F5CD-3EC42DB302EF}"/>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AutoShape 13">
            <a:hlinkClick r:id="rId3" action="ppaction://hlinksldjump"/>
            <a:extLst>
              <a:ext uri="{FF2B5EF4-FFF2-40B4-BE49-F238E27FC236}">
                <a16:creationId xmlns:a16="http://schemas.microsoft.com/office/drawing/2014/main" id="{8676F5D6-C0D1-0EB3-3F40-AF60A056909A}"/>
              </a:ext>
            </a:extLst>
          </p:cNvPr>
          <p:cNvSpPr>
            <a:spLocks noChangeArrowheads="1"/>
          </p:cNvSpPr>
          <p:nvPr/>
        </p:nvSpPr>
        <p:spPr bwMode="auto">
          <a:xfrm>
            <a:off x="3386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1.Love your God with your </a:t>
            </a:r>
            <a:endParaRPr lang="ko-KR" altLang="en-US" sz="1467">
              <a:solidFill>
                <a:srgbClr val="FF0000"/>
              </a:solidFill>
            </a:endParaRPr>
          </a:p>
        </p:txBody>
      </p:sp>
      <p:sp>
        <p:nvSpPr>
          <p:cNvPr id="5124" name="AutoShape 14">
            <a:hlinkClick r:id="rId4" action="ppaction://hlinksldjump"/>
            <a:extLst>
              <a:ext uri="{FF2B5EF4-FFF2-40B4-BE49-F238E27FC236}">
                <a16:creationId xmlns:a16="http://schemas.microsoft.com/office/drawing/2014/main" id="{6FE6BD91-9DDC-0EFE-A9D9-E6157DC2A377}"/>
              </a:ext>
            </a:extLst>
          </p:cNvPr>
          <p:cNvSpPr>
            <a:spLocks noChangeArrowheads="1"/>
          </p:cNvSpPr>
          <p:nvPr/>
        </p:nvSpPr>
        <p:spPr bwMode="auto">
          <a:xfrm>
            <a:off x="3238501"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2.In spite of damage from </a:t>
            </a:r>
            <a:endParaRPr lang="ko-KR" altLang="en-US" sz="1467"/>
          </a:p>
        </p:txBody>
      </p:sp>
      <p:sp>
        <p:nvSpPr>
          <p:cNvPr id="5125" name="AutoShape 15">
            <a:hlinkClick r:id="rId5" action="ppaction://hlinksldjump"/>
            <a:extLst>
              <a:ext uri="{FF2B5EF4-FFF2-40B4-BE49-F238E27FC236}">
                <a16:creationId xmlns:a16="http://schemas.microsoft.com/office/drawing/2014/main" id="{EB274977-0EAE-B657-2B64-2F175EBD0AA1}"/>
              </a:ext>
            </a:extLst>
          </p:cNvPr>
          <p:cNvSpPr>
            <a:spLocks noChangeArrowheads="1"/>
          </p:cNvSpPr>
          <p:nvPr/>
        </p:nvSpPr>
        <p:spPr bwMode="auto">
          <a:xfrm>
            <a:off x="6138334"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3.Lord I went away from my </a:t>
            </a:r>
            <a:endParaRPr lang="ko-KR" altLang="en-US" sz="1467"/>
          </a:p>
        </p:txBody>
      </p:sp>
      <p:sp>
        <p:nvSpPr>
          <p:cNvPr id="5126" name="AutoShape 13">
            <a:hlinkClick r:id="rId3" action="ppaction://hlinksldjump"/>
            <a:extLst>
              <a:ext uri="{FF2B5EF4-FFF2-40B4-BE49-F238E27FC236}">
                <a16:creationId xmlns:a16="http://schemas.microsoft.com/office/drawing/2014/main" id="{A1D7F19F-C324-B8F5-3F42-5F945A39615D}"/>
              </a:ext>
            </a:extLst>
          </p:cNvPr>
          <p:cNvSpPr>
            <a:spLocks noChangeArrowheads="1"/>
          </p:cNvSpPr>
          <p:nvPr/>
        </p:nvSpPr>
        <p:spPr bwMode="auto">
          <a:xfrm>
            <a:off x="3386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a:t>
            </a:r>
            <a:r>
              <a:rPr lang="ko-KR" altLang="en-US" sz="1467">
                <a:solidFill>
                  <a:srgbClr val="FF0000"/>
                </a:solidFill>
              </a:rPr>
              <a:t>네 맘과 정성을 다 하여서</a:t>
            </a:r>
          </a:p>
        </p:txBody>
      </p:sp>
      <p:sp>
        <p:nvSpPr>
          <p:cNvPr id="5127" name="AutoShape 14">
            <a:hlinkClick r:id="rId4" action="ppaction://hlinksldjump"/>
            <a:extLst>
              <a:ext uri="{FF2B5EF4-FFF2-40B4-BE49-F238E27FC236}">
                <a16:creationId xmlns:a16="http://schemas.microsoft.com/office/drawing/2014/main" id="{B267C3A3-46AA-D8F6-7C7F-733F5DB6F895}"/>
              </a:ext>
            </a:extLst>
          </p:cNvPr>
          <p:cNvSpPr>
            <a:spLocks noChangeArrowheads="1"/>
          </p:cNvSpPr>
          <p:nvPr/>
        </p:nvSpPr>
        <p:spPr bwMode="auto">
          <a:xfrm>
            <a:off x="3238501"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널 미워 해치는 원수라도</a:t>
            </a:r>
          </a:p>
        </p:txBody>
      </p:sp>
      <p:sp>
        <p:nvSpPr>
          <p:cNvPr id="5128" name="AutoShape 15">
            <a:hlinkClick r:id="rId5" action="ppaction://hlinksldjump"/>
            <a:extLst>
              <a:ext uri="{FF2B5EF4-FFF2-40B4-BE49-F238E27FC236}">
                <a16:creationId xmlns:a16="http://schemas.microsoft.com/office/drawing/2014/main" id="{6CF3FCC2-D717-6F8E-E6BF-B84B9C0870D0}"/>
              </a:ext>
            </a:extLst>
          </p:cNvPr>
          <p:cNvSpPr>
            <a:spLocks noChangeArrowheads="1"/>
          </p:cNvSpPr>
          <p:nvPr/>
        </p:nvSpPr>
        <p:spPr bwMode="auto">
          <a:xfrm>
            <a:off x="6138334"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나 항상 주님을 멀리하고</a:t>
            </a: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그림 1">
            <a:extLst>
              <a:ext uri="{FF2B5EF4-FFF2-40B4-BE49-F238E27FC236}">
                <a16:creationId xmlns:a16="http://schemas.microsoft.com/office/drawing/2014/main" id="{5023FB06-B941-1E53-D807-DF6D9ADADEE9}"/>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7" name="AutoShape 13">
            <a:hlinkClick r:id="rId3" action="ppaction://hlinksldjump"/>
            <a:extLst>
              <a:ext uri="{FF2B5EF4-FFF2-40B4-BE49-F238E27FC236}">
                <a16:creationId xmlns:a16="http://schemas.microsoft.com/office/drawing/2014/main" id="{C0F0D7D2-9F25-EF88-E27E-77895135A867}"/>
              </a:ext>
            </a:extLst>
          </p:cNvPr>
          <p:cNvSpPr>
            <a:spLocks noChangeArrowheads="1"/>
          </p:cNvSpPr>
          <p:nvPr/>
        </p:nvSpPr>
        <p:spPr bwMode="auto">
          <a:xfrm>
            <a:off x="3386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1.Love your God with your </a:t>
            </a:r>
            <a:endParaRPr lang="ko-KR" altLang="en-US" sz="1467">
              <a:solidFill>
                <a:srgbClr val="FF0000"/>
              </a:solidFill>
            </a:endParaRPr>
          </a:p>
        </p:txBody>
      </p:sp>
      <p:sp>
        <p:nvSpPr>
          <p:cNvPr id="6148" name="AutoShape 14">
            <a:hlinkClick r:id="rId4" action="ppaction://hlinksldjump"/>
            <a:extLst>
              <a:ext uri="{FF2B5EF4-FFF2-40B4-BE49-F238E27FC236}">
                <a16:creationId xmlns:a16="http://schemas.microsoft.com/office/drawing/2014/main" id="{2610D5FA-64EA-11C0-E2B6-229B4B266106}"/>
              </a:ext>
            </a:extLst>
          </p:cNvPr>
          <p:cNvSpPr>
            <a:spLocks noChangeArrowheads="1"/>
          </p:cNvSpPr>
          <p:nvPr/>
        </p:nvSpPr>
        <p:spPr bwMode="auto">
          <a:xfrm>
            <a:off x="3238501"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2.In spite of damage from </a:t>
            </a:r>
            <a:endParaRPr lang="ko-KR" altLang="en-US" sz="1467"/>
          </a:p>
        </p:txBody>
      </p:sp>
      <p:sp>
        <p:nvSpPr>
          <p:cNvPr id="6149" name="AutoShape 15">
            <a:hlinkClick r:id="rId5" action="ppaction://hlinksldjump"/>
            <a:extLst>
              <a:ext uri="{FF2B5EF4-FFF2-40B4-BE49-F238E27FC236}">
                <a16:creationId xmlns:a16="http://schemas.microsoft.com/office/drawing/2014/main" id="{3090AEDA-86DD-4E09-5BDA-1205AA7C5032}"/>
              </a:ext>
            </a:extLst>
          </p:cNvPr>
          <p:cNvSpPr>
            <a:spLocks noChangeArrowheads="1"/>
          </p:cNvSpPr>
          <p:nvPr/>
        </p:nvSpPr>
        <p:spPr bwMode="auto">
          <a:xfrm>
            <a:off x="6138334"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3.Lord I went away from my </a:t>
            </a:r>
            <a:endParaRPr lang="ko-KR" altLang="en-US" sz="1467"/>
          </a:p>
        </p:txBody>
      </p:sp>
      <p:sp>
        <p:nvSpPr>
          <p:cNvPr id="6150" name="AutoShape 13">
            <a:hlinkClick r:id="rId3" action="ppaction://hlinksldjump"/>
            <a:extLst>
              <a:ext uri="{FF2B5EF4-FFF2-40B4-BE49-F238E27FC236}">
                <a16:creationId xmlns:a16="http://schemas.microsoft.com/office/drawing/2014/main" id="{1F748D55-D550-A9AD-F895-62C57CFF7C2A}"/>
              </a:ext>
            </a:extLst>
          </p:cNvPr>
          <p:cNvSpPr>
            <a:spLocks noChangeArrowheads="1"/>
          </p:cNvSpPr>
          <p:nvPr/>
        </p:nvSpPr>
        <p:spPr bwMode="auto">
          <a:xfrm>
            <a:off x="3386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a:t>
            </a:r>
            <a:r>
              <a:rPr lang="ko-KR" altLang="en-US" sz="1467">
                <a:solidFill>
                  <a:srgbClr val="FF0000"/>
                </a:solidFill>
              </a:rPr>
              <a:t>네 맘과 정성을 다 하여서</a:t>
            </a:r>
          </a:p>
        </p:txBody>
      </p:sp>
      <p:sp>
        <p:nvSpPr>
          <p:cNvPr id="6151" name="AutoShape 14">
            <a:hlinkClick r:id="rId4" action="ppaction://hlinksldjump"/>
            <a:extLst>
              <a:ext uri="{FF2B5EF4-FFF2-40B4-BE49-F238E27FC236}">
                <a16:creationId xmlns:a16="http://schemas.microsoft.com/office/drawing/2014/main" id="{69B4CF45-4698-B69A-F483-6586267518E4}"/>
              </a:ext>
            </a:extLst>
          </p:cNvPr>
          <p:cNvSpPr>
            <a:spLocks noChangeArrowheads="1"/>
          </p:cNvSpPr>
          <p:nvPr/>
        </p:nvSpPr>
        <p:spPr bwMode="auto">
          <a:xfrm>
            <a:off x="3238501"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널 미워 해치는 원수라도</a:t>
            </a:r>
          </a:p>
        </p:txBody>
      </p:sp>
      <p:sp>
        <p:nvSpPr>
          <p:cNvPr id="6152" name="AutoShape 15">
            <a:hlinkClick r:id="rId5" action="ppaction://hlinksldjump"/>
            <a:extLst>
              <a:ext uri="{FF2B5EF4-FFF2-40B4-BE49-F238E27FC236}">
                <a16:creationId xmlns:a16="http://schemas.microsoft.com/office/drawing/2014/main" id="{D7F75A2C-6F14-6EF4-261C-FCF6585885F5}"/>
              </a:ext>
            </a:extLst>
          </p:cNvPr>
          <p:cNvSpPr>
            <a:spLocks noChangeArrowheads="1"/>
          </p:cNvSpPr>
          <p:nvPr/>
        </p:nvSpPr>
        <p:spPr bwMode="auto">
          <a:xfrm>
            <a:off x="6138334"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나 항상 주님을 멀리하고</a:t>
            </a: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그림 1">
            <a:extLst>
              <a:ext uri="{FF2B5EF4-FFF2-40B4-BE49-F238E27FC236}">
                <a16:creationId xmlns:a16="http://schemas.microsoft.com/office/drawing/2014/main" id="{F8390312-0314-F30F-71E9-6A5AF4D9E461}"/>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AutoShape 13">
            <a:hlinkClick r:id="rId3" action="ppaction://hlinksldjump"/>
            <a:extLst>
              <a:ext uri="{FF2B5EF4-FFF2-40B4-BE49-F238E27FC236}">
                <a16:creationId xmlns:a16="http://schemas.microsoft.com/office/drawing/2014/main" id="{1BAC0645-E94D-970F-A84E-B928621CAB80}"/>
              </a:ext>
            </a:extLst>
          </p:cNvPr>
          <p:cNvSpPr>
            <a:spLocks noChangeArrowheads="1"/>
          </p:cNvSpPr>
          <p:nvPr/>
        </p:nvSpPr>
        <p:spPr bwMode="auto">
          <a:xfrm>
            <a:off x="3386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1.Love your God with your </a:t>
            </a:r>
            <a:endParaRPr lang="ko-KR" altLang="en-US" sz="1467"/>
          </a:p>
        </p:txBody>
      </p:sp>
      <p:sp>
        <p:nvSpPr>
          <p:cNvPr id="7172" name="AutoShape 14">
            <a:hlinkClick r:id="rId4" action="ppaction://hlinksldjump"/>
            <a:extLst>
              <a:ext uri="{FF2B5EF4-FFF2-40B4-BE49-F238E27FC236}">
                <a16:creationId xmlns:a16="http://schemas.microsoft.com/office/drawing/2014/main" id="{2C13D0AD-962C-98B2-6DA3-7418867AC712}"/>
              </a:ext>
            </a:extLst>
          </p:cNvPr>
          <p:cNvSpPr>
            <a:spLocks noChangeArrowheads="1"/>
          </p:cNvSpPr>
          <p:nvPr/>
        </p:nvSpPr>
        <p:spPr bwMode="auto">
          <a:xfrm>
            <a:off x="3238501"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2.In spite of damage from </a:t>
            </a:r>
            <a:endParaRPr lang="ko-KR" altLang="en-US" sz="1467">
              <a:solidFill>
                <a:srgbClr val="FF0000"/>
              </a:solidFill>
            </a:endParaRPr>
          </a:p>
        </p:txBody>
      </p:sp>
      <p:sp>
        <p:nvSpPr>
          <p:cNvPr id="7173" name="AutoShape 15">
            <a:hlinkClick r:id="rId5" action="ppaction://hlinksldjump"/>
            <a:extLst>
              <a:ext uri="{FF2B5EF4-FFF2-40B4-BE49-F238E27FC236}">
                <a16:creationId xmlns:a16="http://schemas.microsoft.com/office/drawing/2014/main" id="{480C1415-D8B5-28E5-E3A6-813204EE4FFE}"/>
              </a:ext>
            </a:extLst>
          </p:cNvPr>
          <p:cNvSpPr>
            <a:spLocks noChangeArrowheads="1"/>
          </p:cNvSpPr>
          <p:nvPr/>
        </p:nvSpPr>
        <p:spPr bwMode="auto">
          <a:xfrm>
            <a:off x="6138334"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3.Lord I went away from my </a:t>
            </a:r>
            <a:endParaRPr lang="ko-KR" altLang="en-US" sz="1467"/>
          </a:p>
        </p:txBody>
      </p:sp>
      <p:sp>
        <p:nvSpPr>
          <p:cNvPr id="7174" name="AutoShape 13">
            <a:hlinkClick r:id="rId3" action="ppaction://hlinksldjump"/>
            <a:extLst>
              <a:ext uri="{FF2B5EF4-FFF2-40B4-BE49-F238E27FC236}">
                <a16:creationId xmlns:a16="http://schemas.microsoft.com/office/drawing/2014/main" id="{B34E242E-2C84-1EB6-D039-380BFF4F13B9}"/>
              </a:ext>
            </a:extLst>
          </p:cNvPr>
          <p:cNvSpPr>
            <a:spLocks noChangeArrowheads="1"/>
          </p:cNvSpPr>
          <p:nvPr/>
        </p:nvSpPr>
        <p:spPr bwMode="auto">
          <a:xfrm>
            <a:off x="3386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네 맘과 정성을 다 하여서</a:t>
            </a:r>
          </a:p>
        </p:txBody>
      </p:sp>
      <p:sp>
        <p:nvSpPr>
          <p:cNvPr id="7175" name="AutoShape 14">
            <a:hlinkClick r:id="rId4" action="ppaction://hlinksldjump"/>
            <a:extLst>
              <a:ext uri="{FF2B5EF4-FFF2-40B4-BE49-F238E27FC236}">
                <a16:creationId xmlns:a16="http://schemas.microsoft.com/office/drawing/2014/main" id="{32AD6AC5-D736-409B-6D5D-82FD6014132A}"/>
              </a:ext>
            </a:extLst>
          </p:cNvPr>
          <p:cNvSpPr>
            <a:spLocks noChangeArrowheads="1"/>
          </p:cNvSpPr>
          <p:nvPr/>
        </p:nvSpPr>
        <p:spPr bwMode="auto">
          <a:xfrm>
            <a:off x="3238501"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a:t>
            </a:r>
            <a:r>
              <a:rPr lang="ko-KR" altLang="en-US" sz="1467">
                <a:solidFill>
                  <a:srgbClr val="FF0000"/>
                </a:solidFill>
              </a:rPr>
              <a:t>널 미워 해치는 원수라도</a:t>
            </a:r>
          </a:p>
        </p:txBody>
      </p:sp>
      <p:sp>
        <p:nvSpPr>
          <p:cNvPr id="7176" name="AutoShape 15">
            <a:hlinkClick r:id="rId5" action="ppaction://hlinksldjump"/>
            <a:extLst>
              <a:ext uri="{FF2B5EF4-FFF2-40B4-BE49-F238E27FC236}">
                <a16:creationId xmlns:a16="http://schemas.microsoft.com/office/drawing/2014/main" id="{E64B5356-5449-DAFB-4785-839F42EE8801}"/>
              </a:ext>
            </a:extLst>
          </p:cNvPr>
          <p:cNvSpPr>
            <a:spLocks noChangeArrowheads="1"/>
          </p:cNvSpPr>
          <p:nvPr/>
        </p:nvSpPr>
        <p:spPr bwMode="auto">
          <a:xfrm>
            <a:off x="6138334"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나 항상 주님을 멀리하고</a:t>
            </a: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그림 1">
            <a:extLst>
              <a:ext uri="{FF2B5EF4-FFF2-40B4-BE49-F238E27FC236}">
                <a16:creationId xmlns:a16="http://schemas.microsoft.com/office/drawing/2014/main" id="{1BA7B652-9A15-9E75-D834-8F557D6338A7}"/>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5" name="AutoShape 13">
            <a:hlinkClick r:id="rId3" action="ppaction://hlinksldjump"/>
            <a:extLst>
              <a:ext uri="{FF2B5EF4-FFF2-40B4-BE49-F238E27FC236}">
                <a16:creationId xmlns:a16="http://schemas.microsoft.com/office/drawing/2014/main" id="{47D273DA-6BC5-E1B6-A623-81110F1F3092}"/>
              </a:ext>
            </a:extLst>
          </p:cNvPr>
          <p:cNvSpPr>
            <a:spLocks noChangeArrowheads="1"/>
          </p:cNvSpPr>
          <p:nvPr/>
        </p:nvSpPr>
        <p:spPr bwMode="auto">
          <a:xfrm>
            <a:off x="3386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1.Love your God with your </a:t>
            </a:r>
            <a:endParaRPr lang="ko-KR" altLang="en-US" sz="1467"/>
          </a:p>
        </p:txBody>
      </p:sp>
      <p:sp>
        <p:nvSpPr>
          <p:cNvPr id="8196" name="AutoShape 14">
            <a:hlinkClick r:id="rId4" action="ppaction://hlinksldjump"/>
            <a:extLst>
              <a:ext uri="{FF2B5EF4-FFF2-40B4-BE49-F238E27FC236}">
                <a16:creationId xmlns:a16="http://schemas.microsoft.com/office/drawing/2014/main" id="{8C896E79-A695-9BDB-F137-6B57F084EA12}"/>
              </a:ext>
            </a:extLst>
          </p:cNvPr>
          <p:cNvSpPr>
            <a:spLocks noChangeArrowheads="1"/>
          </p:cNvSpPr>
          <p:nvPr/>
        </p:nvSpPr>
        <p:spPr bwMode="auto">
          <a:xfrm>
            <a:off x="3238501"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2.In spite of damage from </a:t>
            </a:r>
            <a:endParaRPr lang="ko-KR" altLang="en-US" sz="1467">
              <a:solidFill>
                <a:srgbClr val="FF0000"/>
              </a:solidFill>
            </a:endParaRPr>
          </a:p>
        </p:txBody>
      </p:sp>
      <p:sp>
        <p:nvSpPr>
          <p:cNvPr id="8197" name="AutoShape 15">
            <a:hlinkClick r:id="rId5" action="ppaction://hlinksldjump"/>
            <a:extLst>
              <a:ext uri="{FF2B5EF4-FFF2-40B4-BE49-F238E27FC236}">
                <a16:creationId xmlns:a16="http://schemas.microsoft.com/office/drawing/2014/main" id="{00F78FAA-E21A-0B84-826D-D84C6DF41F93}"/>
              </a:ext>
            </a:extLst>
          </p:cNvPr>
          <p:cNvSpPr>
            <a:spLocks noChangeArrowheads="1"/>
          </p:cNvSpPr>
          <p:nvPr/>
        </p:nvSpPr>
        <p:spPr bwMode="auto">
          <a:xfrm>
            <a:off x="6138334"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3.Lord I went away from my </a:t>
            </a:r>
            <a:endParaRPr lang="ko-KR" altLang="en-US" sz="1467"/>
          </a:p>
        </p:txBody>
      </p:sp>
      <p:sp>
        <p:nvSpPr>
          <p:cNvPr id="8198" name="AutoShape 13">
            <a:hlinkClick r:id="rId3" action="ppaction://hlinksldjump"/>
            <a:extLst>
              <a:ext uri="{FF2B5EF4-FFF2-40B4-BE49-F238E27FC236}">
                <a16:creationId xmlns:a16="http://schemas.microsoft.com/office/drawing/2014/main" id="{CDED3B3C-DE4F-2024-DDBC-59255F032DB7}"/>
              </a:ext>
            </a:extLst>
          </p:cNvPr>
          <p:cNvSpPr>
            <a:spLocks noChangeArrowheads="1"/>
          </p:cNvSpPr>
          <p:nvPr/>
        </p:nvSpPr>
        <p:spPr bwMode="auto">
          <a:xfrm>
            <a:off x="3386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네 맘과 정성을 다 하여서</a:t>
            </a:r>
          </a:p>
        </p:txBody>
      </p:sp>
      <p:sp>
        <p:nvSpPr>
          <p:cNvPr id="8199" name="AutoShape 14">
            <a:hlinkClick r:id="rId4" action="ppaction://hlinksldjump"/>
            <a:extLst>
              <a:ext uri="{FF2B5EF4-FFF2-40B4-BE49-F238E27FC236}">
                <a16:creationId xmlns:a16="http://schemas.microsoft.com/office/drawing/2014/main" id="{5A14109A-1BE6-07C0-4790-B30E0B96C869}"/>
              </a:ext>
            </a:extLst>
          </p:cNvPr>
          <p:cNvSpPr>
            <a:spLocks noChangeArrowheads="1"/>
          </p:cNvSpPr>
          <p:nvPr/>
        </p:nvSpPr>
        <p:spPr bwMode="auto">
          <a:xfrm>
            <a:off x="3238501"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a:t>
            </a:r>
            <a:r>
              <a:rPr lang="ko-KR" altLang="en-US" sz="1467">
                <a:solidFill>
                  <a:srgbClr val="FF0000"/>
                </a:solidFill>
              </a:rPr>
              <a:t>널 미워 해치는 원수라도</a:t>
            </a:r>
          </a:p>
        </p:txBody>
      </p:sp>
      <p:sp>
        <p:nvSpPr>
          <p:cNvPr id="8200" name="AutoShape 15">
            <a:hlinkClick r:id="rId5" action="ppaction://hlinksldjump"/>
            <a:extLst>
              <a:ext uri="{FF2B5EF4-FFF2-40B4-BE49-F238E27FC236}">
                <a16:creationId xmlns:a16="http://schemas.microsoft.com/office/drawing/2014/main" id="{F3140710-7672-D9E5-89EB-826D15ADFA7A}"/>
              </a:ext>
            </a:extLst>
          </p:cNvPr>
          <p:cNvSpPr>
            <a:spLocks noChangeArrowheads="1"/>
          </p:cNvSpPr>
          <p:nvPr/>
        </p:nvSpPr>
        <p:spPr bwMode="auto">
          <a:xfrm>
            <a:off x="6138334"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나 항상 주님을 멀리하고</a:t>
            </a: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그림 1">
            <a:extLst>
              <a:ext uri="{FF2B5EF4-FFF2-40B4-BE49-F238E27FC236}">
                <a16:creationId xmlns:a16="http://schemas.microsoft.com/office/drawing/2014/main" id="{51FADF6D-694F-2B0E-82FC-E15B908DD503}"/>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AutoShape 13">
            <a:hlinkClick r:id="rId3" action="ppaction://hlinksldjump"/>
            <a:extLst>
              <a:ext uri="{FF2B5EF4-FFF2-40B4-BE49-F238E27FC236}">
                <a16:creationId xmlns:a16="http://schemas.microsoft.com/office/drawing/2014/main" id="{CF2412CC-88CD-9783-765E-A84B33B7DD01}"/>
              </a:ext>
            </a:extLst>
          </p:cNvPr>
          <p:cNvSpPr>
            <a:spLocks noChangeArrowheads="1"/>
          </p:cNvSpPr>
          <p:nvPr/>
        </p:nvSpPr>
        <p:spPr bwMode="auto">
          <a:xfrm>
            <a:off x="3386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1.Love your God with your </a:t>
            </a:r>
            <a:endParaRPr lang="ko-KR" altLang="en-US" sz="1467"/>
          </a:p>
        </p:txBody>
      </p:sp>
      <p:sp>
        <p:nvSpPr>
          <p:cNvPr id="9220" name="AutoShape 14">
            <a:hlinkClick r:id="rId4" action="ppaction://hlinksldjump"/>
            <a:extLst>
              <a:ext uri="{FF2B5EF4-FFF2-40B4-BE49-F238E27FC236}">
                <a16:creationId xmlns:a16="http://schemas.microsoft.com/office/drawing/2014/main" id="{6C8A9EAA-76C6-1CC1-BD76-07C1C789EAAD}"/>
              </a:ext>
            </a:extLst>
          </p:cNvPr>
          <p:cNvSpPr>
            <a:spLocks noChangeArrowheads="1"/>
          </p:cNvSpPr>
          <p:nvPr/>
        </p:nvSpPr>
        <p:spPr bwMode="auto">
          <a:xfrm>
            <a:off x="3238501"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2.In spite of damage from </a:t>
            </a:r>
            <a:endParaRPr lang="ko-KR" altLang="en-US" sz="1467">
              <a:solidFill>
                <a:srgbClr val="FF0000"/>
              </a:solidFill>
            </a:endParaRPr>
          </a:p>
        </p:txBody>
      </p:sp>
      <p:sp>
        <p:nvSpPr>
          <p:cNvPr id="9221" name="AutoShape 15">
            <a:hlinkClick r:id="rId5" action="ppaction://hlinksldjump"/>
            <a:extLst>
              <a:ext uri="{FF2B5EF4-FFF2-40B4-BE49-F238E27FC236}">
                <a16:creationId xmlns:a16="http://schemas.microsoft.com/office/drawing/2014/main" id="{07363B3A-E7AF-93C9-8196-101A0C8C526B}"/>
              </a:ext>
            </a:extLst>
          </p:cNvPr>
          <p:cNvSpPr>
            <a:spLocks noChangeArrowheads="1"/>
          </p:cNvSpPr>
          <p:nvPr/>
        </p:nvSpPr>
        <p:spPr bwMode="auto">
          <a:xfrm>
            <a:off x="6138334"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3.Lord I went away from my </a:t>
            </a:r>
            <a:endParaRPr lang="ko-KR" altLang="en-US" sz="1467"/>
          </a:p>
        </p:txBody>
      </p:sp>
      <p:sp>
        <p:nvSpPr>
          <p:cNvPr id="9222" name="AutoShape 13">
            <a:hlinkClick r:id="rId3" action="ppaction://hlinksldjump"/>
            <a:extLst>
              <a:ext uri="{FF2B5EF4-FFF2-40B4-BE49-F238E27FC236}">
                <a16:creationId xmlns:a16="http://schemas.microsoft.com/office/drawing/2014/main" id="{0EB1DB84-8C35-2207-484F-9840CF3CFA58}"/>
              </a:ext>
            </a:extLst>
          </p:cNvPr>
          <p:cNvSpPr>
            <a:spLocks noChangeArrowheads="1"/>
          </p:cNvSpPr>
          <p:nvPr/>
        </p:nvSpPr>
        <p:spPr bwMode="auto">
          <a:xfrm>
            <a:off x="3386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네 맘과 정성을 다 하여서</a:t>
            </a:r>
          </a:p>
        </p:txBody>
      </p:sp>
      <p:sp>
        <p:nvSpPr>
          <p:cNvPr id="9223" name="AutoShape 14">
            <a:hlinkClick r:id="rId4" action="ppaction://hlinksldjump"/>
            <a:extLst>
              <a:ext uri="{FF2B5EF4-FFF2-40B4-BE49-F238E27FC236}">
                <a16:creationId xmlns:a16="http://schemas.microsoft.com/office/drawing/2014/main" id="{3538A405-8A3F-487D-6201-C6DE13560129}"/>
              </a:ext>
            </a:extLst>
          </p:cNvPr>
          <p:cNvSpPr>
            <a:spLocks noChangeArrowheads="1"/>
          </p:cNvSpPr>
          <p:nvPr/>
        </p:nvSpPr>
        <p:spPr bwMode="auto">
          <a:xfrm>
            <a:off x="3238501"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a:t>
            </a:r>
            <a:r>
              <a:rPr lang="ko-KR" altLang="en-US" sz="1467">
                <a:solidFill>
                  <a:srgbClr val="FF0000"/>
                </a:solidFill>
              </a:rPr>
              <a:t>널 미워 해치는 원수라도</a:t>
            </a:r>
          </a:p>
        </p:txBody>
      </p:sp>
      <p:sp>
        <p:nvSpPr>
          <p:cNvPr id="9224" name="AutoShape 15">
            <a:hlinkClick r:id="rId5" action="ppaction://hlinksldjump"/>
            <a:extLst>
              <a:ext uri="{FF2B5EF4-FFF2-40B4-BE49-F238E27FC236}">
                <a16:creationId xmlns:a16="http://schemas.microsoft.com/office/drawing/2014/main" id="{0E354B06-0E72-921B-81CF-D08C077140FC}"/>
              </a:ext>
            </a:extLst>
          </p:cNvPr>
          <p:cNvSpPr>
            <a:spLocks noChangeArrowheads="1"/>
          </p:cNvSpPr>
          <p:nvPr/>
        </p:nvSpPr>
        <p:spPr bwMode="auto">
          <a:xfrm>
            <a:off x="6138334"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나 항상 주님을 멀리하고</a:t>
            </a: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그림 1">
            <a:extLst>
              <a:ext uri="{FF2B5EF4-FFF2-40B4-BE49-F238E27FC236}">
                <a16:creationId xmlns:a16="http://schemas.microsoft.com/office/drawing/2014/main" id="{256B7695-4368-CB87-6173-A17583C2C159}"/>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AutoShape 13">
            <a:hlinkClick r:id="rId3" action="ppaction://hlinksldjump"/>
            <a:extLst>
              <a:ext uri="{FF2B5EF4-FFF2-40B4-BE49-F238E27FC236}">
                <a16:creationId xmlns:a16="http://schemas.microsoft.com/office/drawing/2014/main" id="{DE628257-7A73-8BC5-A03A-8E9F5AD0CC80}"/>
              </a:ext>
            </a:extLst>
          </p:cNvPr>
          <p:cNvSpPr>
            <a:spLocks noChangeArrowheads="1"/>
          </p:cNvSpPr>
          <p:nvPr/>
        </p:nvSpPr>
        <p:spPr bwMode="auto">
          <a:xfrm>
            <a:off x="3386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1.Love your God with your </a:t>
            </a:r>
            <a:endParaRPr lang="ko-KR" altLang="en-US" sz="1467"/>
          </a:p>
        </p:txBody>
      </p:sp>
      <p:sp>
        <p:nvSpPr>
          <p:cNvPr id="10244" name="AutoShape 14">
            <a:hlinkClick r:id="rId4" action="ppaction://hlinksldjump"/>
            <a:extLst>
              <a:ext uri="{FF2B5EF4-FFF2-40B4-BE49-F238E27FC236}">
                <a16:creationId xmlns:a16="http://schemas.microsoft.com/office/drawing/2014/main" id="{77890E93-379C-74E1-9BDB-42271F27067C}"/>
              </a:ext>
            </a:extLst>
          </p:cNvPr>
          <p:cNvSpPr>
            <a:spLocks noChangeArrowheads="1"/>
          </p:cNvSpPr>
          <p:nvPr/>
        </p:nvSpPr>
        <p:spPr bwMode="auto">
          <a:xfrm>
            <a:off x="3238501"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2.In spite of damage from </a:t>
            </a:r>
            <a:endParaRPr lang="ko-KR" altLang="en-US" sz="1467">
              <a:solidFill>
                <a:srgbClr val="FF0000"/>
              </a:solidFill>
            </a:endParaRPr>
          </a:p>
        </p:txBody>
      </p:sp>
      <p:sp>
        <p:nvSpPr>
          <p:cNvPr id="10245" name="AutoShape 15">
            <a:hlinkClick r:id="rId5" action="ppaction://hlinksldjump"/>
            <a:extLst>
              <a:ext uri="{FF2B5EF4-FFF2-40B4-BE49-F238E27FC236}">
                <a16:creationId xmlns:a16="http://schemas.microsoft.com/office/drawing/2014/main" id="{269DD456-A02E-78D0-10B0-0AD81CF371D6}"/>
              </a:ext>
            </a:extLst>
          </p:cNvPr>
          <p:cNvSpPr>
            <a:spLocks noChangeArrowheads="1"/>
          </p:cNvSpPr>
          <p:nvPr/>
        </p:nvSpPr>
        <p:spPr bwMode="auto">
          <a:xfrm>
            <a:off x="6138334"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3.Lord I went away from my </a:t>
            </a:r>
            <a:endParaRPr lang="ko-KR" altLang="en-US" sz="1467"/>
          </a:p>
        </p:txBody>
      </p:sp>
      <p:sp>
        <p:nvSpPr>
          <p:cNvPr id="10246" name="AutoShape 13">
            <a:hlinkClick r:id="rId3" action="ppaction://hlinksldjump"/>
            <a:extLst>
              <a:ext uri="{FF2B5EF4-FFF2-40B4-BE49-F238E27FC236}">
                <a16:creationId xmlns:a16="http://schemas.microsoft.com/office/drawing/2014/main" id="{98565CE3-528B-BA5B-D425-92D96802A939}"/>
              </a:ext>
            </a:extLst>
          </p:cNvPr>
          <p:cNvSpPr>
            <a:spLocks noChangeArrowheads="1"/>
          </p:cNvSpPr>
          <p:nvPr/>
        </p:nvSpPr>
        <p:spPr bwMode="auto">
          <a:xfrm>
            <a:off x="3386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네 맘과 정성을 다 하여서</a:t>
            </a:r>
          </a:p>
        </p:txBody>
      </p:sp>
      <p:sp>
        <p:nvSpPr>
          <p:cNvPr id="10247" name="AutoShape 14">
            <a:hlinkClick r:id="rId4" action="ppaction://hlinksldjump"/>
            <a:extLst>
              <a:ext uri="{FF2B5EF4-FFF2-40B4-BE49-F238E27FC236}">
                <a16:creationId xmlns:a16="http://schemas.microsoft.com/office/drawing/2014/main" id="{69D0A97E-1BF5-4BC4-6ADB-7B5DC0D71EA3}"/>
              </a:ext>
            </a:extLst>
          </p:cNvPr>
          <p:cNvSpPr>
            <a:spLocks noChangeArrowheads="1"/>
          </p:cNvSpPr>
          <p:nvPr/>
        </p:nvSpPr>
        <p:spPr bwMode="auto">
          <a:xfrm>
            <a:off x="3238501"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a:t>
            </a:r>
            <a:r>
              <a:rPr lang="ko-KR" altLang="en-US" sz="1467">
                <a:solidFill>
                  <a:srgbClr val="FF0000"/>
                </a:solidFill>
              </a:rPr>
              <a:t>널 미워 해치는 원수라도</a:t>
            </a:r>
          </a:p>
        </p:txBody>
      </p:sp>
      <p:sp>
        <p:nvSpPr>
          <p:cNvPr id="10248" name="AutoShape 15">
            <a:hlinkClick r:id="rId5" action="ppaction://hlinksldjump"/>
            <a:extLst>
              <a:ext uri="{FF2B5EF4-FFF2-40B4-BE49-F238E27FC236}">
                <a16:creationId xmlns:a16="http://schemas.microsoft.com/office/drawing/2014/main" id="{D8ECF48D-1132-DC47-4FCC-0AE9FDE06A79}"/>
              </a:ext>
            </a:extLst>
          </p:cNvPr>
          <p:cNvSpPr>
            <a:spLocks noChangeArrowheads="1"/>
          </p:cNvSpPr>
          <p:nvPr/>
        </p:nvSpPr>
        <p:spPr bwMode="auto">
          <a:xfrm>
            <a:off x="6138334"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나 항상 주님을 멀리하고</a:t>
            </a: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그림 1">
            <a:extLst>
              <a:ext uri="{FF2B5EF4-FFF2-40B4-BE49-F238E27FC236}">
                <a16:creationId xmlns:a16="http://schemas.microsoft.com/office/drawing/2014/main" id="{42DC7AAE-A346-58A4-F459-7D2562A57621}"/>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AutoShape 13">
            <a:hlinkClick r:id="rId3" action="ppaction://hlinksldjump"/>
            <a:extLst>
              <a:ext uri="{FF2B5EF4-FFF2-40B4-BE49-F238E27FC236}">
                <a16:creationId xmlns:a16="http://schemas.microsoft.com/office/drawing/2014/main" id="{FF364266-ED52-FCFD-CAFB-8531F77E1A25}"/>
              </a:ext>
            </a:extLst>
          </p:cNvPr>
          <p:cNvSpPr>
            <a:spLocks noChangeArrowheads="1"/>
          </p:cNvSpPr>
          <p:nvPr/>
        </p:nvSpPr>
        <p:spPr bwMode="auto">
          <a:xfrm>
            <a:off x="3386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1.Love your God with your </a:t>
            </a:r>
            <a:endParaRPr lang="ko-KR" altLang="en-US" sz="1467"/>
          </a:p>
        </p:txBody>
      </p:sp>
      <p:sp>
        <p:nvSpPr>
          <p:cNvPr id="11268" name="AutoShape 14">
            <a:hlinkClick r:id="rId4" action="ppaction://hlinksldjump"/>
            <a:extLst>
              <a:ext uri="{FF2B5EF4-FFF2-40B4-BE49-F238E27FC236}">
                <a16:creationId xmlns:a16="http://schemas.microsoft.com/office/drawing/2014/main" id="{DE9C5DA1-437C-C930-03C6-DB6ED4514491}"/>
              </a:ext>
            </a:extLst>
          </p:cNvPr>
          <p:cNvSpPr>
            <a:spLocks noChangeArrowheads="1"/>
          </p:cNvSpPr>
          <p:nvPr/>
        </p:nvSpPr>
        <p:spPr bwMode="auto">
          <a:xfrm>
            <a:off x="3238501"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2.In spite of damage from </a:t>
            </a:r>
            <a:endParaRPr lang="ko-KR" altLang="en-US" sz="1467">
              <a:solidFill>
                <a:srgbClr val="FF0000"/>
              </a:solidFill>
            </a:endParaRPr>
          </a:p>
        </p:txBody>
      </p:sp>
      <p:sp>
        <p:nvSpPr>
          <p:cNvPr id="11269" name="AutoShape 15">
            <a:hlinkClick r:id="rId5" action="ppaction://hlinksldjump"/>
            <a:extLst>
              <a:ext uri="{FF2B5EF4-FFF2-40B4-BE49-F238E27FC236}">
                <a16:creationId xmlns:a16="http://schemas.microsoft.com/office/drawing/2014/main" id="{04E4B973-8C1E-2812-D6D9-EE770F722CCA}"/>
              </a:ext>
            </a:extLst>
          </p:cNvPr>
          <p:cNvSpPr>
            <a:spLocks noChangeArrowheads="1"/>
          </p:cNvSpPr>
          <p:nvPr/>
        </p:nvSpPr>
        <p:spPr bwMode="auto">
          <a:xfrm>
            <a:off x="6138334"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3.Lord I went away from my </a:t>
            </a:r>
            <a:endParaRPr lang="ko-KR" altLang="en-US" sz="1467"/>
          </a:p>
        </p:txBody>
      </p:sp>
      <p:sp>
        <p:nvSpPr>
          <p:cNvPr id="11270" name="AutoShape 13">
            <a:hlinkClick r:id="rId3" action="ppaction://hlinksldjump"/>
            <a:extLst>
              <a:ext uri="{FF2B5EF4-FFF2-40B4-BE49-F238E27FC236}">
                <a16:creationId xmlns:a16="http://schemas.microsoft.com/office/drawing/2014/main" id="{42377FCA-C7CF-2AD3-CF07-4EB931C05289}"/>
              </a:ext>
            </a:extLst>
          </p:cNvPr>
          <p:cNvSpPr>
            <a:spLocks noChangeArrowheads="1"/>
          </p:cNvSpPr>
          <p:nvPr/>
        </p:nvSpPr>
        <p:spPr bwMode="auto">
          <a:xfrm>
            <a:off x="3386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네 맘과 정성을 다 하여서</a:t>
            </a:r>
          </a:p>
        </p:txBody>
      </p:sp>
      <p:sp>
        <p:nvSpPr>
          <p:cNvPr id="11271" name="AutoShape 14">
            <a:hlinkClick r:id="rId4" action="ppaction://hlinksldjump"/>
            <a:extLst>
              <a:ext uri="{FF2B5EF4-FFF2-40B4-BE49-F238E27FC236}">
                <a16:creationId xmlns:a16="http://schemas.microsoft.com/office/drawing/2014/main" id="{7CD980E8-5106-5577-8ED0-AC6DDE3A3DF7}"/>
              </a:ext>
            </a:extLst>
          </p:cNvPr>
          <p:cNvSpPr>
            <a:spLocks noChangeArrowheads="1"/>
          </p:cNvSpPr>
          <p:nvPr/>
        </p:nvSpPr>
        <p:spPr bwMode="auto">
          <a:xfrm>
            <a:off x="3238501"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a:t>
            </a:r>
            <a:r>
              <a:rPr lang="ko-KR" altLang="en-US" sz="1467">
                <a:solidFill>
                  <a:srgbClr val="FF0000"/>
                </a:solidFill>
              </a:rPr>
              <a:t>널 미워 해치는 원수라도</a:t>
            </a:r>
          </a:p>
        </p:txBody>
      </p:sp>
      <p:sp>
        <p:nvSpPr>
          <p:cNvPr id="11272" name="AutoShape 15">
            <a:hlinkClick r:id="rId5" action="ppaction://hlinksldjump"/>
            <a:extLst>
              <a:ext uri="{FF2B5EF4-FFF2-40B4-BE49-F238E27FC236}">
                <a16:creationId xmlns:a16="http://schemas.microsoft.com/office/drawing/2014/main" id="{D970A31A-9DB7-6419-3C75-FBAABF98EEA2}"/>
              </a:ext>
            </a:extLst>
          </p:cNvPr>
          <p:cNvSpPr>
            <a:spLocks noChangeArrowheads="1"/>
          </p:cNvSpPr>
          <p:nvPr/>
        </p:nvSpPr>
        <p:spPr bwMode="auto">
          <a:xfrm>
            <a:off x="6138334"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나 항상 주님을 멀리하고</a:t>
            </a: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그림 1">
            <a:extLst>
              <a:ext uri="{FF2B5EF4-FFF2-40B4-BE49-F238E27FC236}">
                <a16:creationId xmlns:a16="http://schemas.microsoft.com/office/drawing/2014/main" id="{C3393F46-E43C-BAF1-E5B4-B546B7E4BD79}"/>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AutoShape 13">
            <a:hlinkClick r:id="rId3" action="ppaction://hlinksldjump"/>
            <a:extLst>
              <a:ext uri="{FF2B5EF4-FFF2-40B4-BE49-F238E27FC236}">
                <a16:creationId xmlns:a16="http://schemas.microsoft.com/office/drawing/2014/main" id="{81A39CE6-F1B7-9A19-A7FB-7A1DE9B3CCEF}"/>
              </a:ext>
            </a:extLst>
          </p:cNvPr>
          <p:cNvSpPr>
            <a:spLocks noChangeArrowheads="1"/>
          </p:cNvSpPr>
          <p:nvPr/>
        </p:nvSpPr>
        <p:spPr bwMode="auto">
          <a:xfrm>
            <a:off x="3386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1.Love your God with your </a:t>
            </a:r>
            <a:endParaRPr lang="ko-KR" altLang="en-US" sz="1467"/>
          </a:p>
        </p:txBody>
      </p:sp>
      <p:sp>
        <p:nvSpPr>
          <p:cNvPr id="12292" name="AutoShape 14">
            <a:hlinkClick r:id="rId4" action="ppaction://hlinksldjump"/>
            <a:extLst>
              <a:ext uri="{FF2B5EF4-FFF2-40B4-BE49-F238E27FC236}">
                <a16:creationId xmlns:a16="http://schemas.microsoft.com/office/drawing/2014/main" id="{FDBEDDCE-6616-D482-F311-4717B4D50E8A}"/>
              </a:ext>
            </a:extLst>
          </p:cNvPr>
          <p:cNvSpPr>
            <a:spLocks noChangeArrowheads="1"/>
          </p:cNvSpPr>
          <p:nvPr/>
        </p:nvSpPr>
        <p:spPr bwMode="auto">
          <a:xfrm>
            <a:off x="3238501"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2.In spite of damage from </a:t>
            </a:r>
            <a:endParaRPr lang="ko-KR" altLang="en-US" sz="1467"/>
          </a:p>
        </p:txBody>
      </p:sp>
      <p:sp>
        <p:nvSpPr>
          <p:cNvPr id="12293" name="AutoShape 15">
            <a:hlinkClick r:id="rId5" action="ppaction://hlinksldjump"/>
            <a:extLst>
              <a:ext uri="{FF2B5EF4-FFF2-40B4-BE49-F238E27FC236}">
                <a16:creationId xmlns:a16="http://schemas.microsoft.com/office/drawing/2014/main" id="{8F6B6B6D-3D48-130A-4B95-7404E7B503AD}"/>
              </a:ext>
            </a:extLst>
          </p:cNvPr>
          <p:cNvSpPr>
            <a:spLocks noChangeArrowheads="1"/>
          </p:cNvSpPr>
          <p:nvPr/>
        </p:nvSpPr>
        <p:spPr bwMode="auto">
          <a:xfrm>
            <a:off x="6138334"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3.Lord I went away from my </a:t>
            </a:r>
            <a:endParaRPr lang="ko-KR" altLang="en-US" sz="1467">
              <a:solidFill>
                <a:srgbClr val="FF0000"/>
              </a:solidFill>
            </a:endParaRPr>
          </a:p>
        </p:txBody>
      </p:sp>
      <p:sp>
        <p:nvSpPr>
          <p:cNvPr id="12294" name="AutoShape 13">
            <a:hlinkClick r:id="rId3" action="ppaction://hlinksldjump"/>
            <a:extLst>
              <a:ext uri="{FF2B5EF4-FFF2-40B4-BE49-F238E27FC236}">
                <a16:creationId xmlns:a16="http://schemas.microsoft.com/office/drawing/2014/main" id="{A1C1F124-1487-9332-842D-E4E0C1A544E0}"/>
              </a:ext>
            </a:extLst>
          </p:cNvPr>
          <p:cNvSpPr>
            <a:spLocks noChangeArrowheads="1"/>
          </p:cNvSpPr>
          <p:nvPr/>
        </p:nvSpPr>
        <p:spPr bwMode="auto">
          <a:xfrm>
            <a:off x="3386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네 맘과 정성을 다 하여서</a:t>
            </a:r>
          </a:p>
        </p:txBody>
      </p:sp>
      <p:sp>
        <p:nvSpPr>
          <p:cNvPr id="12295" name="AutoShape 14">
            <a:hlinkClick r:id="rId4" action="ppaction://hlinksldjump"/>
            <a:extLst>
              <a:ext uri="{FF2B5EF4-FFF2-40B4-BE49-F238E27FC236}">
                <a16:creationId xmlns:a16="http://schemas.microsoft.com/office/drawing/2014/main" id="{697EF459-E001-48EA-9EEE-EF98EE9D1514}"/>
              </a:ext>
            </a:extLst>
          </p:cNvPr>
          <p:cNvSpPr>
            <a:spLocks noChangeArrowheads="1"/>
          </p:cNvSpPr>
          <p:nvPr/>
        </p:nvSpPr>
        <p:spPr bwMode="auto">
          <a:xfrm>
            <a:off x="3238501"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널 미워 해치는 원수라도</a:t>
            </a:r>
          </a:p>
        </p:txBody>
      </p:sp>
      <p:sp>
        <p:nvSpPr>
          <p:cNvPr id="12296" name="AutoShape 15">
            <a:hlinkClick r:id="rId5" action="ppaction://hlinksldjump"/>
            <a:extLst>
              <a:ext uri="{FF2B5EF4-FFF2-40B4-BE49-F238E27FC236}">
                <a16:creationId xmlns:a16="http://schemas.microsoft.com/office/drawing/2014/main" id="{5E0EA028-5826-A80B-8A71-48DF6BE702DC}"/>
              </a:ext>
            </a:extLst>
          </p:cNvPr>
          <p:cNvSpPr>
            <a:spLocks noChangeArrowheads="1"/>
          </p:cNvSpPr>
          <p:nvPr/>
        </p:nvSpPr>
        <p:spPr bwMode="auto">
          <a:xfrm>
            <a:off x="6138334"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a:t>
            </a:r>
            <a:r>
              <a:rPr lang="ko-KR" altLang="en-US" sz="1467">
                <a:solidFill>
                  <a:srgbClr val="FF0000"/>
                </a:solidFill>
              </a:rPr>
              <a:t>나 항상 주님을 멀리하고</a:t>
            </a: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그림 1">
            <a:extLst>
              <a:ext uri="{FF2B5EF4-FFF2-40B4-BE49-F238E27FC236}">
                <a16:creationId xmlns:a16="http://schemas.microsoft.com/office/drawing/2014/main" id="{FCA94308-BAF1-9F0B-DF47-2640C726729D}"/>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 name="AutoShape 13">
            <a:hlinkClick r:id="rId3" action="ppaction://hlinksldjump"/>
            <a:extLst>
              <a:ext uri="{FF2B5EF4-FFF2-40B4-BE49-F238E27FC236}">
                <a16:creationId xmlns:a16="http://schemas.microsoft.com/office/drawing/2014/main" id="{D0EAE7E0-2EA5-9390-2A37-C82DDB80DA3F}"/>
              </a:ext>
            </a:extLst>
          </p:cNvPr>
          <p:cNvSpPr>
            <a:spLocks noChangeArrowheads="1"/>
          </p:cNvSpPr>
          <p:nvPr/>
        </p:nvSpPr>
        <p:spPr bwMode="auto">
          <a:xfrm>
            <a:off x="3386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1.Love your God with your </a:t>
            </a:r>
            <a:endParaRPr lang="ko-KR" altLang="en-US" sz="1467"/>
          </a:p>
        </p:txBody>
      </p:sp>
      <p:sp>
        <p:nvSpPr>
          <p:cNvPr id="13316" name="AutoShape 14">
            <a:hlinkClick r:id="rId4" action="ppaction://hlinksldjump"/>
            <a:extLst>
              <a:ext uri="{FF2B5EF4-FFF2-40B4-BE49-F238E27FC236}">
                <a16:creationId xmlns:a16="http://schemas.microsoft.com/office/drawing/2014/main" id="{5AD09DE5-EB50-B001-10AF-F7960E3DFC3D}"/>
              </a:ext>
            </a:extLst>
          </p:cNvPr>
          <p:cNvSpPr>
            <a:spLocks noChangeArrowheads="1"/>
          </p:cNvSpPr>
          <p:nvPr/>
        </p:nvSpPr>
        <p:spPr bwMode="auto">
          <a:xfrm>
            <a:off x="3238501"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2.In spite of damage from </a:t>
            </a:r>
            <a:endParaRPr lang="ko-KR" altLang="en-US" sz="1467"/>
          </a:p>
        </p:txBody>
      </p:sp>
      <p:sp>
        <p:nvSpPr>
          <p:cNvPr id="13317" name="AutoShape 15">
            <a:hlinkClick r:id="rId5" action="ppaction://hlinksldjump"/>
            <a:extLst>
              <a:ext uri="{FF2B5EF4-FFF2-40B4-BE49-F238E27FC236}">
                <a16:creationId xmlns:a16="http://schemas.microsoft.com/office/drawing/2014/main" id="{BB04B07E-1BFE-9C48-C577-464DF8A31EC8}"/>
              </a:ext>
            </a:extLst>
          </p:cNvPr>
          <p:cNvSpPr>
            <a:spLocks noChangeArrowheads="1"/>
          </p:cNvSpPr>
          <p:nvPr/>
        </p:nvSpPr>
        <p:spPr bwMode="auto">
          <a:xfrm>
            <a:off x="6138334"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3.Lord I went away from my </a:t>
            </a:r>
            <a:endParaRPr lang="ko-KR" altLang="en-US" sz="1467">
              <a:solidFill>
                <a:srgbClr val="FF0000"/>
              </a:solidFill>
            </a:endParaRPr>
          </a:p>
        </p:txBody>
      </p:sp>
      <p:sp>
        <p:nvSpPr>
          <p:cNvPr id="13318" name="AutoShape 13">
            <a:hlinkClick r:id="rId3" action="ppaction://hlinksldjump"/>
            <a:extLst>
              <a:ext uri="{FF2B5EF4-FFF2-40B4-BE49-F238E27FC236}">
                <a16:creationId xmlns:a16="http://schemas.microsoft.com/office/drawing/2014/main" id="{6EDE9DBE-C42E-67AB-82A7-13BD2A469330}"/>
              </a:ext>
            </a:extLst>
          </p:cNvPr>
          <p:cNvSpPr>
            <a:spLocks noChangeArrowheads="1"/>
          </p:cNvSpPr>
          <p:nvPr/>
        </p:nvSpPr>
        <p:spPr bwMode="auto">
          <a:xfrm>
            <a:off x="3386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네 맘과 정성을 다 하여서</a:t>
            </a:r>
          </a:p>
        </p:txBody>
      </p:sp>
      <p:sp>
        <p:nvSpPr>
          <p:cNvPr id="13319" name="AutoShape 14">
            <a:hlinkClick r:id="rId4" action="ppaction://hlinksldjump"/>
            <a:extLst>
              <a:ext uri="{FF2B5EF4-FFF2-40B4-BE49-F238E27FC236}">
                <a16:creationId xmlns:a16="http://schemas.microsoft.com/office/drawing/2014/main" id="{1AF2BE10-7759-6565-BD50-79B4EFF3ABFD}"/>
              </a:ext>
            </a:extLst>
          </p:cNvPr>
          <p:cNvSpPr>
            <a:spLocks noChangeArrowheads="1"/>
          </p:cNvSpPr>
          <p:nvPr/>
        </p:nvSpPr>
        <p:spPr bwMode="auto">
          <a:xfrm>
            <a:off x="3238501"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널 미워 해치는 원수라도</a:t>
            </a:r>
          </a:p>
        </p:txBody>
      </p:sp>
      <p:sp>
        <p:nvSpPr>
          <p:cNvPr id="13320" name="AutoShape 15">
            <a:hlinkClick r:id="rId5" action="ppaction://hlinksldjump"/>
            <a:extLst>
              <a:ext uri="{FF2B5EF4-FFF2-40B4-BE49-F238E27FC236}">
                <a16:creationId xmlns:a16="http://schemas.microsoft.com/office/drawing/2014/main" id="{F5584737-34C9-A231-1280-EB47F410A13E}"/>
              </a:ext>
            </a:extLst>
          </p:cNvPr>
          <p:cNvSpPr>
            <a:spLocks noChangeArrowheads="1"/>
          </p:cNvSpPr>
          <p:nvPr/>
        </p:nvSpPr>
        <p:spPr bwMode="auto">
          <a:xfrm>
            <a:off x="6138334"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a:t>
            </a:r>
            <a:r>
              <a:rPr lang="ko-KR" altLang="en-US" sz="1467">
                <a:solidFill>
                  <a:srgbClr val="FF0000"/>
                </a:solidFill>
              </a:rPr>
              <a:t>나 항상 주님을 멀리하고</a:t>
            </a: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그림 1">
            <a:extLst>
              <a:ext uri="{FF2B5EF4-FFF2-40B4-BE49-F238E27FC236}">
                <a16:creationId xmlns:a16="http://schemas.microsoft.com/office/drawing/2014/main" id="{EB9E10B8-241A-54E3-9629-AD70A3D5CC99}"/>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9" name="AutoShape 13">
            <a:hlinkClick r:id="rId3" action="ppaction://hlinksldjump"/>
            <a:extLst>
              <a:ext uri="{FF2B5EF4-FFF2-40B4-BE49-F238E27FC236}">
                <a16:creationId xmlns:a16="http://schemas.microsoft.com/office/drawing/2014/main" id="{14A7B4D7-5D5E-D7B2-B936-5C8E5CA66F39}"/>
              </a:ext>
            </a:extLst>
          </p:cNvPr>
          <p:cNvSpPr>
            <a:spLocks noChangeArrowheads="1"/>
          </p:cNvSpPr>
          <p:nvPr/>
        </p:nvSpPr>
        <p:spPr bwMode="auto">
          <a:xfrm>
            <a:off x="3386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1.Love your God with your </a:t>
            </a:r>
            <a:endParaRPr lang="ko-KR" altLang="en-US" sz="1467"/>
          </a:p>
        </p:txBody>
      </p:sp>
      <p:sp>
        <p:nvSpPr>
          <p:cNvPr id="14340" name="AutoShape 14">
            <a:hlinkClick r:id="rId4" action="ppaction://hlinksldjump"/>
            <a:extLst>
              <a:ext uri="{FF2B5EF4-FFF2-40B4-BE49-F238E27FC236}">
                <a16:creationId xmlns:a16="http://schemas.microsoft.com/office/drawing/2014/main" id="{CFDB4F9B-CBB0-4DA3-2308-F74917C63C8D}"/>
              </a:ext>
            </a:extLst>
          </p:cNvPr>
          <p:cNvSpPr>
            <a:spLocks noChangeArrowheads="1"/>
          </p:cNvSpPr>
          <p:nvPr/>
        </p:nvSpPr>
        <p:spPr bwMode="auto">
          <a:xfrm>
            <a:off x="3238501"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2.In spite of damage from </a:t>
            </a:r>
            <a:endParaRPr lang="ko-KR" altLang="en-US" sz="1467"/>
          </a:p>
        </p:txBody>
      </p:sp>
      <p:sp>
        <p:nvSpPr>
          <p:cNvPr id="14341" name="AutoShape 15">
            <a:hlinkClick r:id="rId5" action="ppaction://hlinksldjump"/>
            <a:extLst>
              <a:ext uri="{FF2B5EF4-FFF2-40B4-BE49-F238E27FC236}">
                <a16:creationId xmlns:a16="http://schemas.microsoft.com/office/drawing/2014/main" id="{3FFBB81B-31E5-7B9A-36B6-F9715DA8D057}"/>
              </a:ext>
            </a:extLst>
          </p:cNvPr>
          <p:cNvSpPr>
            <a:spLocks noChangeArrowheads="1"/>
          </p:cNvSpPr>
          <p:nvPr/>
        </p:nvSpPr>
        <p:spPr bwMode="auto">
          <a:xfrm>
            <a:off x="6138334"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3.Lord I went away from my </a:t>
            </a:r>
            <a:endParaRPr lang="ko-KR" altLang="en-US" sz="1467">
              <a:solidFill>
                <a:srgbClr val="FF0000"/>
              </a:solidFill>
            </a:endParaRPr>
          </a:p>
        </p:txBody>
      </p:sp>
      <p:sp>
        <p:nvSpPr>
          <p:cNvPr id="14342" name="AutoShape 13">
            <a:hlinkClick r:id="rId3" action="ppaction://hlinksldjump"/>
            <a:extLst>
              <a:ext uri="{FF2B5EF4-FFF2-40B4-BE49-F238E27FC236}">
                <a16:creationId xmlns:a16="http://schemas.microsoft.com/office/drawing/2014/main" id="{ED0494FE-30CE-158F-9994-E424C6A9A138}"/>
              </a:ext>
            </a:extLst>
          </p:cNvPr>
          <p:cNvSpPr>
            <a:spLocks noChangeArrowheads="1"/>
          </p:cNvSpPr>
          <p:nvPr/>
        </p:nvSpPr>
        <p:spPr bwMode="auto">
          <a:xfrm>
            <a:off x="3386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네 맘과 정성을 다 하여서</a:t>
            </a:r>
          </a:p>
        </p:txBody>
      </p:sp>
      <p:sp>
        <p:nvSpPr>
          <p:cNvPr id="14343" name="AutoShape 14">
            <a:hlinkClick r:id="rId4" action="ppaction://hlinksldjump"/>
            <a:extLst>
              <a:ext uri="{FF2B5EF4-FFF2-40B4-BE49-F238E27FC236}">
                <a16:creationId xmlns:a16="http://schemas.microsoft.com/office/drawing/2014/main" id="{7C516629-3814-037C-4BFC-EEE928B4916B}"/>
              </a:ext>
            </a:extLst>
          </p:cNvPr>
          <p:cNvSpPr>
            <a:spLocks noChangeArrowheads="1"/>
          </p:cNvSpPr>
          <p:nvPr/>
        </p:nvSpPr>
        <p:spPr bwMode="auto">
          <a:xfrm>
            <a:off x="3238501"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널 미워 해치는 원수라도</a:t>
            </a:r>
          </a:p>
        </p:txBody>
      </p:sp>
      <p:sp>
        <p:nvSpPr>
          <p:cNvPr id="14344" name="AutoShape 15">
            <a:hlinkClick r:id="rId5" action="ppaction://hlinksldjump"/>
            <a:extLst>
              <a:ext uri="{FF2B5EF4-FFF2-40B4-BE49-F238E27FC236}">
                <a16:creationId xmlns:a16="http://schemas.microsoft.com/office/drawing/2014/main" id="{1643AF17-D82D-BC92-1044-8099C8992615}"/>
              </a:ext>
            </a:extLst>
          </p:cNvPr>
          <p:cNvSpPr>
            <a:spLocks noChangeArrowheads="1"/>
          </p:cNvSpPr>
          <p:nvPr/>
        </p:nvSpPr>
        <p:spPr bwMode="auto">
          <a:xfrm>
            <a:off x="6138334"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a:t>
            </a:r>
            <a:r>
              <a:rPr lang="ko-KR" altLang="en-US" sz="1467">
                <a:solidFill>
                  <a:srgbClr val="FF0000"/>
                </a:solidFill>
              </a:rPr>
              <a:t>나 항상 주님을 멀리하고</a:t>
            </a: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그림 1">
            <a:extLst>
              <a:ext uri="{FF2B5EF4-FFF2-40B4-BE49-F238E27FC236}">
                <a16:creationId xmlns:a16="http://schemas.microsoft.com/office/drawing/2014/main" id="{68E583B1-609A-4BBA-D42F-B3320C45DA43}"/>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AutoShape 13">
            <a:hlinkClick r:id="rId3" action="ppaction://hlinksldjump"/>
            <a:extLst>
              <a:ext uri="{FF2B5EF4-FFF2-40B4-BE49-F238E27FC236}">
                <a16:creationId xmlns:a16="http://schemas.microsoft.com/office/drawing/2014/main" id="{23CF8919-4868-D437-2DE6-B4B98F5C3FFD}"/>
              </a:ext>
            </a:extLst>
          </p:cNvPr>
          <p:cNvSpPr>
            <a:spLocks noChangeArrowheads="1"/>
          </p:cNvSpPr>
          <p:nvPr/>
        </p:nvSpPr>
        <p:spPr bwMode="auto">
          <a:xfrm>
            <a:off x="3386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1.Love your God with your </a:t>
            </a:r>
            <a:endParaRPr lang="ko-KR" altLang="en-US" sz="1467"/>
          </a:p>
        </p:txBody>
      </p:sp>
      <p:sp>
        <p:nvSpPr>
          <p:cNvPr id="15364" name="AutoShape 14">
            <a:hlinkClick r:id="rId4" action="ppaction://hlinksldjump"/>
            <a:extLst>
              <a:ext uri="{FF2B5EF4-FFF2-40B4-BE49-F238E27FC236}">
                <a16:creationId xmlns:a16="http://schemas.microsoft.com/office/drawing/2014/main" id="{921D8F2B-A93C-7470-6162-30535E985DA6}"/>
              </a:ext>
            </a:extLst>
          </p:cNvPr>
          <p:cNvSpPr>
            <a:spLocks noChangeArrowheads="1"/>
          </p:cNvSpPr>
          <p:nvPr/>
        </p:nvSpPr>
        <p:spPr bwMode="auto">
          <a:xfrm>
            <a:off x="3238501"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2.In spite of damage from </a:t>
            </a:r>
            <a:endParaRPr lang="ko-KR" altLang="en-US" sz="1467"/>
          </a:p>
        </p:txBody>
      </p:sp>
      <p:sp>
        <p:nvSpPr>
          <p:cNvPr id="15365" name="AutoShape 15">
            <a:hlinkClick r:id="rId5" action="ppaction://hlinksldjump"/>
            <a:extLst>
              <a:ext uri="{FF2B5EF4-FFF2-40B4-BE49-F238E27FC236}">
                <a16:creationId xmlns:a16="http://schemas.microsoft.com/office/drawing/2014/main" id="{956B05C5-6067-0977-ABF0-14BE8C1AB3A9}"/>
              </a:ext>
            </a:extLst>
          </p:cNvPr>
          <p:cNvSpPr>
            <a:spLocks noChangeArrowheads="1"/>
          </p:cNvSpPr>
          <p:nvPr/>
        </p:nvSpPr>
        <p:spPr bwMode="auto">
          <a:xfrm>
            <a:off x="6138334"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3.Lord I went away from my </a:t>
            </a:r>
            <a:endParaRPr lang="ko-KR" altLang="en-US" sz="1467">
              <a:solidFill>
                <a:srgbClr val="FF0000"/>
              </a:solidFill>
            </a:endParaRPr>
          </a:p>
        </p:txBody>
      </p:sp>
      <p:sp>
        <p:nvSpPr>
          <p:cNvPr id="15366" name="AutoShape 13">
            <a:hlinkClick r:id="rId3" action="ppaction://hlinksldjump"/>
            <a:extLst>
              <a:ext uri="{FF2B5EF4-FFF2-40B4-BE49-F238E27FC236}">
                <a16:creationId xmlns:a16="http://schemas.microsoft.com/office/drawing/2014/main" id="{841FF739-D8FC-623F-408F-D8F9BAC5660B}"/>
              </a:ext>
            </a:extLst>
          </p:cNvPr>
          <p:cNvSpPr>
            <a:spLocks noChangeArrowheads="1"/>
          </p:cNvSpPr>
          <p:nvPr/>
        </p:nvSpPr>
        <p:spPr bwMode="auto">
          <a:xfrm>
            <a:off x="3386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네 맘과 정성을 다 하여서</a:t>
            </a:r>
          </a:p>
        </p:txBody>
      </p:sp>
      <p:sp>
        <p:nvSpPr>
          <p:cNvPr id="15367" name="AutoShape 14">
            <a:hlinkClick r:id="rId4" action="ppaction://hlinksldjump"/>
            <a:extLst>
              <a:ext uri="{FF2B5EF4-FFF2-40B4-BE49-F238E27FC236}">
                <a16:creationId xmlns:a16="http://schemas.microsoft.com/office/drawing/2014/main" id="{E9E01A2A-ACF9-91D1-7147-257FAE67FE00}"/>
              </a:ext>
            </a:extLst>
          </p:cNvPr>
          <p:cNvSpPr>
            <a:spLocks noChangeArrowheads="1"/>
          </p:cNvSpPr>
          <p:nvPr/>
        </p:nvSpPr>
        <p:spPr bwMode="auto">
          <a:xfrm>
            <a:off x="3238501"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널 미워 해치는 원수라도</a:t>
            </a:r>
          </a:p>
        </p:txBody>
      </p:sp>
      <p:sp>
        <p:nvSpPr>
          <p:cNvPr id="15368" name="AutoShape 15">
            <a:hlinkClick r:id="rId5" action="ppaction://hlinksldjump"/>
            <a:extLst>
              <a:ext uri="{FF2B5EF4-FFF2-40B4-BE49-F238E27FC236}">
                <a16:creationId xmlns:a16="http://schemas.microsoft.com/office/drawing/2014/main" id="{AB786C8C-BE6E-E4E2-1D1A-C5E26C95098C}"/>
              </a:ext>
            </a:extLst>
          </p:cNvPr>
          <p:cNvSpPr>
            <a:spLocks noChangeArrowheads="1"/>
          </p:cNvSpPr>
          <p:nvPr/>
        </p:nvSpPr>
        <p:spPr bwMode="auto">
          <a:xfrm>
            <a:off x="6138334"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a:t>
            </a:r>
            <a:r>
              <a:rPr lang="ko-KR" altLang="en-US" sz="1467">
                <a:solidFill>
                  <a:srgbClr val="FF0000"/>
                </a:solidFill>
              </a:rPr>
              <a:t>나 항상 주님을 멀리하고</a:t>
            </a: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그림 1">
            <a:extLst>
              <a:ext uri="{FF2B5EF4-FFF2-40B4-BE49-F238E27FC236}">
                <a16:creationId xmlns:a16="http://schemas.microsoft.com/office/drawing/2014/main" id="{39BFD3DE-A863-0C35-EFA5-2CCAFB116212}"/>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AutoShape 13">
            <a:hlinkClick r:id="rId3" action="ppaction://hlinksldjump"/>
            <a:extLst>
              <a:ext uri="{FF2B5EF4-FFF2-40B4-BE49-F238E27FC236}">
                <a16:creationId xmlns:a16="http://schemas.microsoft.com/office/drawing/2014/main" id="{DBF8848F-AA05-6DAF-54AA-5B2DB3E7D425}"/>
              </a:ext>
            </a:extLst>
          </p:cNvPr>
          <p:cNvSpPr>
            <a:spLocks noChangeArrowheads="1"/>
          </p:cNvSpPr>
          <p:nvPr/>
        </p:nvSpPr>
        <p:spPr bwMode="auto">
          <a:xfrm>
            <a:off x="338667"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1.Love your God with your </a:t>
            </a:r>
            <a:endParaRPr lang="ko-KR" altLang="en-US" sz="1467"/>
          </a:p>
        </p:txBody>
      </p:sp>
      <p:sp>
        <p:nvSpPr>
          <p:cNvPr id="16388" name="AutoShape 14">
            <a:hlinkClick r:id="rId4" action="ppaction://hlinksldjump"/>
            <a:extLst>
              <a:ext uri="{FF2B5EF4-FFF2-40B4-BE49-F238E27FC236}">
                <a16:creationId xmlns:a16="http://schemas.microsoft.com/office/drawing/2014/main" id="{011607C6-6243-516F-0424-B209BF6A3F05}"/>
              </a:ext>
            </a:extLst>
          </p:cNvPr>
          <p:cNvSpPr>
            <a:spLocks noChangeArrowheads="1"/>
          </p:cNvSpPr>
          <p:nvPr/>
        </p:nvSpPr>
        <p:spPr bwMode="auto">
          <a:xfrm>
            <a:off x="3238501"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2.In spite of damage from </a:t>
            </a:r>
            <a:endParaRPr lang="ko-KR" altLang="en-US" sz="1467"/>
          </a:p>
        </p:txBody>
      </p:sp>
      <p:sp>
        <p:nvSpPr>
          <p:cNvPr id="16389" name="AutoShape 15">
            <a:hlinkClick r:id="rId5" action="ppaction://hlinksldjump"/>
            <a:extLst>
              <a:ext uri="{FF2B5EF4-FFF2-40B4-BE49-F238E27FC236}">
                <a16:creationId xmlns:a16="http://schemas.microsoft.com/office/drawing/2014/main" id="{2B372400-1342-5E51-7EE6-4DDDA7D66F76}"/>
              </a:ext>
            </a:extLst>
          </p:cNvPr>
          <p:cNvSpPr>
            <a:spLocks noChangeArrowheads="1"/>
          </p:cNvSpPr>
          <p:nvPr/>
        </p:nvSpPr>
        <p:spPr bwMode="auto">
          <a:xfrm>
            <a:off x="6138334" y="6434667"/>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3.Lord I went away from my </a:t>
            </a:r>
            <a:endParaRPr lang="ko-KR" altLang="en-US" sz="1467">
              <a:solidFill>
                <a:srgbClr val="FF0000"/>
              </a:solidFill>
            </a:endParaRPr>
          </a:p>
        </p:txBody>
      </p:sp>
      <p:sp>
        <p:nvSpPr>
          <p:cNvPr id="16390" name="AutoShape 13">
            <a:hlinkClick r:id="rId3" action="ppaction://hlinksldjump"/>
            <a:extLst>
              <a:ext uri="{FF2B5EF4-FFF2-40B4-BE49-F238E27FC236}">
                <a16:creationId xmlns:a16="http://schemas.microsoft.com/office/drawing/2014/main" id="{D9AF9485-5CFD-223B-F4ED-8D2DDCEE4EEA}"/>
              </a:ext>
            </a:extLst>
          </p:cNvPr>
          <p:cNvSpPr>
            <a:spLocks noChangeArrowheads="1"/>
          </p:cNvSpPr>
          <p:nvPr/>
        </p:nvSpPr>
        <p:spPr bwMode="auto">
          <a:xfrm>
            <a:off x="338667"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네 맘과 정성을 다 하여서</a:t>
            </a:r>
          </a:p>
        </p:txBody>
      </p:sp>
      <p:sp>
        <p:nvSpPr>
          <p:cNvPr id="16391" name="AutoShape 14">
            <a:hlinkClick r:id="rId4" action="ppaction://hlinksldjump"/>
            <a:extLst>
              <a:ext uri="{FF2B5EF4-FFF2-40B4-BE49-F238E27FC236}">
                <a16:creationId xmlns:a16="http://schemas.microsoft.com/office/drawing/2014/main" id="{43971499-96D1-1D51-6D51-B188C1D4E198}"/>
              </a:ext>
            </a:extLst>
          </p:cNvPr>
          <p:cNvSpPr>
            <a:spLocks noChangeArrowheads="1"/>
          </p:cNvSpPr>
          <p:nvPr/>
        </p:nvSpPr>
        <p:spPr bwMode="auto">
          <a:xfrm>
            <a:off x="3238501"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널 미워 해치는 원수라도</a:t>
            </a:r>
          </a:p>
        </p:txBody>
      </p:sp>
      <p:sp>
        <p:nvSpPr>
          <p:cNvPr id="16392" name="AutoShape 15">
            <a:hlinkClick r:id="rId5" action="ppaction://hlinksldjump"/>
            <a:extLst>
              <a:ext uri="{FF2B5EF4-FFF2-40B4-BE49-F238E27FC236}">
                <a16:creationId xmlns:a16="http://schemas.microsoft.com/office/drawing/2014/main" id="{8633A4F7-AD79-7BF0-C9D6-AA3340DC0672}"/>
              </a:ext>
            </a:extLst>
          </p:cNvPr>
          <p:cNvSpPr>
            <a:spLocks noChangeArrowheads="1"/>
          </p:cNvSpPr>
          <p:nvPr/>
        </p:nvSpPr>
        <p:spPr bwMode="auto">
          <a:xfrm>
            <a:off x="6138334" y="6096000"/>
            <a:ext cx="2815167"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a:t>
            </a:r>
            <a:r>
              <a:rPr lang="ko-KR" altLang="en-US" sz="1467">
                <a:solidFill>
                  <a:srgbClr val="FF0000"/>
                </a:solidFill>
              </a:rPr>
              <a:t>나 항상 주님을 멀리하고</a:t>
            </a: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p:cNvSpPr/>
          <p:nvPr/>
        </p:nvSpPr>
        <p:spPr>
          <a:xfrm>
            <a:off x="1524000" y="1916113"/>
            <a:ext cx="9144000" cy="2000548"/>
          </a:xfrm>
          <a:prstGeom prst="rect">
            <a:avLst/>
          </a:prstGeom>
        </p:spPr>
        <p:txBody>
          <a:bodyPr>
            <a:spAutoFit/>
          </a:bodyPr>
          <a:lstStyle/>
          <a:p>
            <a:pPr algn="ctr" eaLnBrk="1" latinLnBrk="1" hangingPunct="1">
              <a:defRPr/>
            </a:pPr>
            <a:r>
              <a:rPr lang="ko-KR" altLang="en-US" sz="7000" b="1" dirty="0">
                <a:solidFill>
                  <a:prstClr val="black"/>
                </a:solidFill>
                <a:latin typeface="HY목각파임B" pitchFamily="18" charset="-127"/>
                <a:ea typeface="HY목각파임B" pitchFamily="18" charset="-127"/>
              </a:rPr>
              <a:t>봉헌 및 기도</a:t>
            </a:r>
            <a:endParaRPr lang="en-US" altLang="ko-KR" sz="7000" b="1" dirty="0">
              <a:solidFill>
                <a:prstClr val="black"/>
              </a:solidFill>
              <a:latin typeface="HY목각파임B" pitchFamily="18" charset="-127"/>
              <a:ea typeface="HY목각파임B" pitchFamily="18" charset="-127"/>
            </a:endParaRPr>
          </a:p>
          <a:p>
            <a:pPr algn="ctr" eaLnBrk="1" latinLnBrk="1" hangingPunct="1">
              <a:defRPr/>
            </a:pPr>
            <a:r>
              <a:rPr lang="en-US" altLang="ko-KR" sz="5400" b="1" dirty="0">
                <a:solidFill>
                  <a:srgbClr val="889C6F">
                    <a:lumMod val="75000"/>
                  </a:srgbClr>
                </a:solidFill>
                <a:latin typeface="HY목각파임B" pitchFamily="18" charset="-127"/>
                <a:ea typeface="HY목각파임B" pitchFamily="18" charset="-127"/>
              </a:rPr>
              <a:t>Offering Prayer</a:t>
            </a:r>
            <a:endParaRPr lang="ko-KR" altLang="en-US" sz="5400" b="1" dirty="0">
              <a:solidFill>
                <a:srgbClr val="889C6F">
                  <a:lumMod val="75000"/>
                </a:srgbClr>
              </a:solidFill>
              <a:latin typeface="HY목각파임B" pitchFamily="18" charset="-127"/>
              <a:ea typeface="HY목각파임B" pitchFamily="18" charset="-127"/>
            </a:endParaRPr>
          </a:p>
        </p:txBody>
      </p:sp>
    </p:spTree>
    <p:extLst>
      <p:ext uri="{BB962C8B-B14F-4D97-AF65-F5344CB8AC3E}">
        <p14:creationId xmlns:p14="http://schemas.microsoft.com/office/powerpoint/2010/main" val="117037947"/>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p:cNvSpPr/>
          <p:nvPr/>
        </p:nvSpPr>
        <p:spPr>
          <a:xfrm>
            <a:off x="623392" y="764704"/>
            <a:ext cx="11017224" cy="1538883"/>
          </a:xfrm>
          <a:prstGeom prst="rect">
            <a:avLst/>
          </a:prstGeom>
        </p:spPr>
        <p:txBody>
          <a:bodyPr wrap="square">
            <a:spAutoFit/>
          </a:bodyPr>
          <a:lstStyle/>
          <a:p>
            <a:pPr algn="ctr" eaLnBrk="1" latinLnBrk="1" hangingPunct="1">
              <a:defRPr/>
            </a:pPr>
            <a:r>
              <a:rPr lang="ko-KR" altLang="en-US" sz="5400" b="1" dirty="0">
                <a:solidFill>
                  <a:prstClr val="black"/>
                </a:solidFill>
                <a:latin typeface="HY목각파임B" pitchFamily="18" charset="-127"/>
                <a:ea typeface="HY목각파임B" pitchFamily="18" charset="-127"/>
              </a:rPr>
              <a:t>교회소식</a:t>
            </a:r>
            <a:endParaRPr lang="en-US" altLang="ko-KR" sz="5400" b="1" dirty="0">
              <a:solidFill>
                <a:prstClr val="black"/>
              </a:solidFill>
              <a:latin typeface="HY목각파임B" pitchFamily="18" charset="-127"/>
              <a:ea typeface="HY목각파임B" pitchFamily="18" charset="-127"/>
            </a:endParaRPr>
          </a:p>
          <a:p>
            <a:pPr algn="ctr" eaLnBrk="1" latinLnBrk="1" hangingPunct="1">
              <a:defRPr/>
            </a:pPr>
            <a:r>
              <a:rPr lang="en-US" altLang="ko-KR" sz="4000" b="1" dirty="0">
                <a:solidFill>
                  <a:srgbClr val="889C6F">
                    <a:lumMod val="75000"/>
                  </a:srgbClr>
                </a:solidFill>
                <a:latin typeface="HY목각파임B" pitchFamily="18" charset="-127"/>
                <a:ea typeface="HY목각파임B" pitchFamily="18" charset="-127"/>
              </a:rPr>
              <a:t>Announcements</a:t>
            </a:r>
          </a:p>
        </p:txBody>
      </p:sp>
    </p:spTree>
    <p:extLst>
      <p:ext uri="{BB962C8B-B14F-4D97-AF65-F5344CB8AC3E}">
        <p14:creationId xmlns:p14="http://schemas.microsoft.com/office/powerpoint/2010/main" val="3267888169"/>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p:cNvSpPr/>
          <p:nvPr/>
        </p:nvSpPr>
        <p:spPr>
          <a:xfrm>
            <a:off x="1524000" y="1268414"/>
            <a:ext cx="9144000" cy="3847207"/>
          </a:xfrm>
          <a:prstGeom prst="rect">
            <a:avLst/>
          </a:prstGeom>
        </p:spPr>
        <p:txBody>
          <a:bodyPr>
            <a:spAutoFit/>
          </a:bodyPr>
          <a:lstStyle/>
          <a:p>
            <a:pPr algn="ctr" eaLnBrk="1" latinLnBrk="1" hangingPunct="1">
              <a:defRPr/>
            </a:pPr>
            <a:r>
              <a:rPr lang="ko-KR" altLang="en-US" sz="7000" b="1" dirty="0">
                <a:solidFill>
                  <a:prstClr val="black"/>
                </a:solidFill>
                <a:latin typeface="HY목각파임B" pitchFamily="18" charset="-127"/>
                <a:ea typeface="HY목각파임B" pitchFamily="18" charset="-127"/>
              </a:rPr>
              <a:t>공동기도</a:t>
            </a:r>
            <a:endParaRPr lang="en-US" altLang="ko-KR" sz="7000" b="1" dirty="0">
              <a:solidFill>
                <a:prstClr val="black"/>
              </a:solidFill>
              <a:latin typeface="HY목각파임B" pitchFamily="18" charset="-127"/>
              <a:ea typeface="HY목각파임B" pitchFamily="18" charset="-127"/>
            </a:endParaRPr>
          </a:p>
          <a:p>
            <a:pPr algn="ctr" eaLnBrk="1" latinLnBrk="1" hangingPunct="1">
              <a:defRPr/>
            </a:pPr>
            <a:r>
              <a:rPr lang="ko-KR" altLang="en-US" sz="7000" b="1" dirty="0">
                <a:solidFill>
                  <a:prstClr val="black"/>
                </a:solidFill>
                <a:latin typeface="HY목각파임B" pitchFamily="18" charset="-127"/>
                <a:ea typeface="HY목각파임B" pitchFamily="18" charset="-127"/>
              </a:rPr>
              <a:t>주기도문</a:t>
            </a:r>
            <a:endParaRPr lang="en-US" altLang="ko-KR" sz="7000" b="1" dirty="0">
              <a:solidFill>
                <a:prstClr val="black"/>
              </a:solidFill>
              <a:latin typeface="HY목각파임B" pitchFamily="18" charset="-127"/>
              <a:ea typeface="HY목각파임B" pitchFamily="18" charset="-127"/>
            </a:endParaRPr>
          </a:p>
          <a:p>
            <a:pPr algn="ctr" eaLnBrk="1" latinLnBrk="1" hangingPunct="1">
              <a:defRPr/>
            </a:pPr>
            <a:r>
              <a:rPr lang="en-US" altLang="ko-KR" sz="4800" b="1" dirty="0">
                <a:solidFill>
                  <a:srgbClr val="889C6F">
                    <a:lumMod val="75000"/>
                  </a:srgbClr>
                </a:solidFill>
                <a:latin typeface="HY목각파임B" pitchFamily="18" charset="-127"/>
                <a:ea typeface="HY목각파임B" pitchFamily="18" charset="-127"/>
              </a:rPr>
              <a:t>The Lord’s Prayer</a:t>
            </a:r>
          </a:p>
          <a:p>
            <a:pPr algn="ctr" eaLnBrk="1" latinLnBrk="1" hangingPunct="1">
              <a:defRPr/>
            </a:pPr>
            <a:endParaRPr lang="ko-KR" altLang="en-US" sz="5000" b="1" dirty="0">
              <a:solidFill>
                <a:srgbClr val="EFEFE7">
                  <a:lumMod val="50000"/>
                </a:srgbClr>
              </a:solidFill>
              <a:latin typeface="HY목각파임B" pitchFamily="18" charset="-127"/>
              <a:ea typeface="HY목각파임B" pitchFamily="18" charset="-127"/>
            </a:endParaRPr>
          </a:p>
        </p:txBody>
      </p:sp>
    </p:spTree>
    <p:extLst>
      <p:ext uri="{BB962C8B-B14F-4D97-AF65-F5344CB8AC3E}">
        <p14:creationId xmlns:p14="http://schemas.microsoft.com/office/powerpoint/2010/main" val="1925806805"/>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77154" name="Picture 14" descr="뉴타이틀"/>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05800" y="6172200"/>
            <a:ext cx="218440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7155"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1"/>
            <a:ext cx="12192000" cy="701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p:cNvSpPr txBox="1">
            <a:spLocks noChangeArrowheads="1"/>
          </p:cNvSpPr>
          <p:nvPr/>
        </p:nvSpPr>
        <p:spPr bwMode="auto">
          <a:xfrm>
            <a:off x="1991544" y="909638"/>
            <a:ext cx="9144000" cy="4352925"/>
          </a:xfrm>
          <a:prstGeom prst="rect">
            <a:avLst/>
          </a:prstGeom>
          <a:noFill/>
          <a:ln>
            <a:miter lim="800000"/>
            <a:headEnd/>
            <a:tailEnd/>
          </a:ln>
        </p:spPr>
        <p:txBody>
          <a:bodyPr/>
          <a:lstStyle>
            <a:lvl1pPr marL="722313" indent="-722313">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marL="0" indent="0" eaLnBrk="1" latinLnBrk="1" hangingPunct="1">
              <a:lnSpc>
                <a:spcPct val="150000"/>
              </a:lnSpc>
              <a:defRPr/>
            </a:pPr>
            <a:r>
              <a:rPr lang="en-US" altLang="ko-KR" sz="4000" b="1" dirty="0">
                <a:solidFill>
                  <a:srgbClr val="EDE1AD"/>
                </a:solidFill>
                <a:latin typeface="HY궁서" charset="0"/>
                <a:ea typeface="HY궁서" charset="0"/>
              </a:rPr>
              <a:t>1.</a:t>
            </a:r>
            <a:r>
              <a:rPr lang="ko-KR" altLang="en-US" sz="4000" b="1" dirty="0">
                <a:solidFill>
                  <a:srgbClr val="EDE1AD"/>
                </a:solidFill>
                <a:latin typeface="HY궁서" charset="0"/>
                <a:ea typeface="HY궁서" charset="0"/>
              </a:rPr>
              <a:t> 전도할 대상자를 위해 기도하는 </a:t>
            </a:r>
            <a:endParaRPr lang="en-US" altLang="ko-KR" sz="4000" b="1" dirty="0">
              <a:solidFill>
                <a:srgbClr val="EDE1AD"/>
              </a:solidFill>
              <a:latin typeface="HY궁서" charset="0"/>
              <a:ea typeface="HY궁서" charset="0"/>
            </a:endParaRPr>
          </a:p>
          <a:p>
            <a:pPr marL="0" indent="0" eaLnBrk="1" latinLnBrk="1" hangingPunct="1">
              <a:lnSpc>
                <a:spcPct val="150000"/>
              </a:lnSpc>
              <a:defRPr/>
            </a:pPr>
            <a:r>
              <a:rPr lang="ko-KR" altLang="en-US" sz="4000" b="1" dirty="0">
                <a:solidFill>
                  <a:srgbClr val="EDE1AD"/>
                </a:solidFill>
                <a:latin typeface="HY궁서" charset="0"/>
                <a:ea typeface="HY궁서" charset="0"/>
              </a:rPr>
              <a:t>     시간입니다</a:t>
            </a:r>
            <a:r>
              <a:rPr lang="en-US" altLang="ko-KR" sz="4000" b="1" dirty="0">
                <a:solidFill>
                  <a:srgbClr val="EDE1AD"/>
                </a:solidFill>
                <a:latin typeface="HY궁서" charset="0"/>
                <a:ea typeface="HY궁서" charset="0"/>
              </a:rPr>
              <a:t>.</a:t>
            </a:r>
            <a:r>
              <a:rPr lang="ko-KR" altLang="en-US" sz="4000" b="1" dirty="0">
                <a:solidFill>
                  <a:srgbClr val="EDE1AD"/>
                </a:solidFill>
                <a:latin typeface="HY궁서" charset="0"/>
                <a:ea typeface="HY궁서" charset="0"/>
              </a:rPr>
              <a:t> </a:t>
            </a:r>
            <a:endParaRPr lang="en-US" altLang="ko-KR" sz="4000" b="1" dirty="0">
              <a:solidFill>
                <a:srgbClr val="EDE1AD"/>
              </a:solidFill>
              <a:latin typeface="HY궁서" charset="0"/>
              <a:ea typeface="HY궁서" charset="0"/>
            </a:endParaRPr>
          </a:p>
          <a:p>
            <a:pPr marL="0" indent="0" eaLnBrk="1" latinLnBrk="1" hangingPunct="1">
              <a:lnSpc>
                <a:spcPct val="150000"/>
              </a:lnSpc>
              <a:defRPr/>
            </a:pPr>
            <a:r>
              <a:rPr lang="ko-KR" altLang="en-US" sz="4000" b="1" dirty="0">
                <a:solidFill>
                  <a:srgbClr val="EDE1AD"/>
                </a:solidFill>
                <a:latin typeface="HY궁서" charset="0"/>
                <a:ea typeface="HY궁서" charset="0"/>
              </a:rPr>
              <a:t>     이름을 불러가며  구체적으로 </a:t>
            </a:r>
            <a:endParaRPr lang="en-US" altLang="ko-KR" sz="4000" b="1" dirty="0">
              <a:solidFill>
                <a:srgbClr val="EDE1AD"/>
              </a:solidFill>
              <a:latin typeface="HY궁서" charset="0"/>
              <a:ea typeface="HY궁서" charset="0"/>
            </a:endParaRPr>
          </a:p>
          <a:p>
            <a:pPr marL="0" indent="0" eaLnBrk="1" latinLnBrk="1" hangingPunct="1">
              <a:lnSpc>
                <a:spcPct val="150000"/>
              </a:lnSpc>
              <a:defRPr/>
            </a:pPr>
            <a:r>
              <a:rPr lang="ko-KR" altLang="en-US" sz="4000" b="1" dirty="0">
                <a:solidFill>
                  <a:srgbClr val="EDE1AD"/>
                </a:solidFill>
                <a:latin typeface="HY궁서" charset="0"/>
                <a:ea typeface="HY궁서" charset="0"/>
              </a:rPr>
              <a:t>     기도하시기 바랍니다</a:t>
            </a:r>
            <a:r>
              <a:rPr lang="en-US" altLang="ko-KR" sz="4000" b="1" dirty="0">
                <a:solidFill>
                  <a:srgbClr val="EDE1AD"/>
                </a:solidFill>
                <a:latin typeface="HY궁서" charset="0"/>
                <a:ea typeface="HY궁서" charset="0"/>
              </a:rPr>
              <a:t>. </a:t>
            </a:r>
          </a:p>
          <a:p>
            <a:pPr marL="0" indent="0" eaLnBrk="1" latinLnBrk="1" hangingPunct="1">
              <a:lnSpc>
                <a:spcPct val="150000"/>
              </a:lnSpc>
              <a:defRPr/>
            </a:pPr>
            <a:r>
              <a:rPr lang="ko-KR" altLang="en-US" sz="4000" b="1" dirty="0">
                <a:solidFill>
                  <a:srgbClr val="EDE1AD"/>
                </a:solidFill>
                <a:latin typeface="HY궁서" charset="0"/>
                <a:ea typeface="HY궁서" charset="0"/>
              </a:rPr>
              <a:t>     </a:t>
            </a:r>
            <a:r>
              <a:rPr lang="en-US" altLang="ko-KR" sz="4000" b="1" dirty="0">
                <a:solidFill>
                  <a:srgbClr val="EDE1AD"/>
                </a:solidFill>
                <a:latin typeface="HY궁서" charset="0"/>
                <a:ea typeface="HY궁서" charset="0"/>
              </a:rPr>
              <a:t>(</a:t>
            </a:r>
            <a:r>
              <a:rPr lang="ko-KR" altLang="en-US" sz="4000" b="1" dirty="0">
                <a:solidFill>
                  <a:srgbClr val="EDE1AD"/>
                </a:solidFill>
                <a:latin typeface="HY궁서" charset="0"/>
                <a:ea typeface="HY궁서" charset="0"/>
              </a:rPr>
              <a:t>마태복음 </a:t>
            </a:r>
            <a:r>
              <a:rPr lang="en-US" altLang="ko-KR" sz="4000" b="1" dirty="0">
                <a:solidFill>
                  <a:srgbClr val="EDE1AD"/>
                </a:solidFill>
                <a:latin typeface="HY궁서" charset="0"/>
                <a:ea typeface="HY궁서" charset="0"/>
              </a:rPr>
              <a:t>28:18-20)</a:t>
            </a:r>
            <a:br>
              <a:rPr lang="ko-KR" altLang="en-US" sz="4000" dirty="0">
                <a:solidFill>
                  <a:srgbClr val="FF3399"/>
                </a:solidFill>
                <a:latin typeface="HY궁서" charset="0"/>
                <a:ea typeface="HY궁서" charset="0"/>
              </a:rPr>
            </a:br>
            <a:br>
              <a:rPr lang="ko-KR" altLang="en-US" sz="4000" dirty="0">
                <a:solidFill>
                  <a:srgbClr val="333399"/>
                </a:solidFill>
                <a:latin typeface="(한)문화방송" charset="0"/>
                <a:ea typeface="(한)문화방송" charset="0"/>
              </a:rPr>
            </a:br>
            <a:endParaRPr lang="en-US" altLang="ko-KR" sz="4000" dirty="0">
              <a:solidFill>
                <a:srgbClr val="333399"/>
              </a:solidFill>
            </a:endParaRPr>
          </a:p>
        </p:txBody>
      </p:sp>
    </p:spTree>
    <p:extLst>
      <p:ext uri="{BB962C8B-B14F-4D97-AF65-F5344CB8AC3E}">
        <p14:creationId xmlns:p14="http://schemas.microsoft.com/office/powerpoint/2010/main" val="4250587253"/>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FDDADAC4-553E-AAF7-F59A-C106FEB6441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
            <a:ext cx="12192000" cy="701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a:extLst>
              <a:ext uri="{FF2B5EF4-FFF2-40B4-BE49-F238E27FC236}">
                <a16:creationId xmlns:a16="http://schemas.microsoft.com/office/drawing/2014/main" id="{24FE7A65-F301-FE48-9746-81A5CFD778E4}"/>
              </a:ext>
            </a:extLst>
          </p:cNvPr>
          <p:cNvSpPr txBox="1">
            <a:spLocks noChangeArrowheads="1"/>
          </p:cNvSpPr>
          <p:nvPr/>
        </p:nvSpPr>
        <p:spPr bwMode="auto">
          <a:xfrm>
            <a:off x="1991544" y="909638"/>
            <a:ext cx="9144000" cy="4352925"/>
          </a:xfrm>
          <a:prstGeom prst="rect">
            <a:avLst/>
          </a:prstGeom>
          <a:noFill/>
          <a:ln>
            <a:miter lim="800000"/>
            <a:headEnd/>
            <a:tailEnd/>
          </a:ln>
        </p:spPr>
        <p:txBody>
          <a:bodyPr/>
          <a:lstStyle>
            <a:lvl1pPr marL="722313" indent="-722313">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eaLnBrk="1" latinLnBrk="1" hangingPunct="1">
              <a:lnSpc>
                <a:spcPct val="150000"/>
              </a:lnSpc>
              <a:defRPr/>
            </a:pPr>
            <a:r>
              <a:rPr lang="en-US" altLang="ko-KR" sz="4000" b="1" dirty="0">
                <a:solidFill>
                  <a:srgbClr val="EDE1AD"/>
                </a:solidFill>
                <a:latin typeface="HY궁서" charset="0"/>
                <a:ea typeface="HY궁서" charset="0"/>
              </a:rPr>
              <a:t>2.</a:t>
            </a:r>
            <a:r>
              <a:rPr lang="ko-KR" altLang="en-US" sz="4000" b="1" dirty="0">
                <a:solidFill>
                  <a:srgbClr val="EDE1AD"/>
                </a:solidFill>
                <a:latin typeface="HY궁서" charset="0"/>
                <a:ea typeface="HY궁서" charset="0"/>
              </a:rPr>
              <a:t> 공동체 지체들의 아픔과 고난의</a:t>
            </a:r>
            <a:endParaRPr lang="en-US" altLang="ko-KR" sz="4000" b="1" dirty="0">
              <a:solidFill>
                <a:srgbClr val="EDE1AD"/>
              </a:solidFill>
              <a:latin typeface="HY궁서" charset="0"/>
              <a:ea typeface="HY궁서" charset="0"/>
            </a:endParaRPr>
          </a:p>
          <a:p>
            <a:pPr eaLnBrk="1" latinLnBrk="1" hangingPunct="1">
              <a:lnSpc>
                <a:spcPct val="150000"/>
              </a:lnSpc>
              <a:defRPr/>
            </a:pPr>
            <a:r>
              <a:rPr lang="ko-KR" altLang="en-US" sz="4000" b="1" dirty="0">
                <a:solidFill>
                  <a:srgbClr val="EDE1AD"/>
                </a:solidFill>
                <a:latin typeface="HY궁서" charset="0"/>
                <a:ea typeface="HY궁서" charset="0"/>
              </a:rPr>
              <a:t>    짐을  같이 나누며 환우들을 위해</a:t>
            </a:r>
            <a:endParaRPr lang="en-US" altLang="ko-KR" sz="4000" b="1" dirty="0">
              <a:solidFill>
                <a:srgbClr val="EDE1AD"/>
              </a:solidFill>
              <a:latin typeface="HY궁서" charset="0"/>
              <a:ea typeface="HY궁서" charset="0"/>
            </a:endParaRPr>
          </a:p>
          <a:p>
            <a:pPr eaLnBrk="1" latinLnBrk="1" hangingPunct="1">
              <a:lnSpc>
                <a:spcPct val="150000"/>
              </a:lnSpc>
              <a:defRPr/>
            </a:pPr>
            <a:r>
              <a:rPr lang="ko-KR" altLang="en-US" sz="4000" b="1" dirty="0">
                <a:solidFill>
                  <a:srgbClr val="EDE1AD"/>
                </a:solidFill>
                <a:latin typeface="HY궁서" charset="0"/>
                <a:ea typeface="HY궁서" charset="0"/>
              </a:rPr>
              <a:t>    기도하는 시간입니다</a:t>
            </a:r>
            <a:r>
              <a:rPr lang="en-US" altLang="ko-KR" sz="4000" b="1" dirty="0">
                <a:solidFill>
                  <a:srgbClr val="EDE1AD"/>
                </a:solidFill>
                <a:latin typeface="HY궁서" charset="0"/>
                <a:ea typeface="HY궁서" charset="0"/>
              </a:rPr>
              <a:t>.</a:t>
            </a:r>
          </a:p>
          <a:p>
            <a:pPr eaLnBrk="1" latinLnBrk="1" hangingPunct="1">
              <a:lnSpc>
                <a:spcPct val="150000"/>
              </a:lnSpc>
              <a:defRPr/>
            </a:pPr>
            <a:r>
              <a:rPr lang="ko-KR" altLang="en-US" sz="4000" b="1" dirty="0">
                <a:solidFill>
                  <a:srgbClr val="EDE1AD"/>
                </a:solidFill>
                <a:latin typeface="HY궁서" charset="0"/>
                <a:ea typeface="HY궁서" charset="0"/>
              </a:rPr>
              <a:t>    </a:t>
            </a:r>
            <a:r>
              <a:rPr lang="en-US" altLang="ko-KR" sz="4000" b="1" dirty="0">
                <a:solidFill>
                  <a:srgbClr val="EDE1AD"/>
                </a:solidFill>
                <a:latin typeface="HY궁서" charset="0"/>
                <a:ea typeface="HY궁서" charset="0"/>
              </a:rPr>
              <a:t>(</a:t>
            </a:r>
            <a:r>
              <a:rPr lang="ko-KR" altLang="en-US" sz="4000" b="1" dirty="0" err="1">
                <a:solidFill>
                  <a:srgbClr val="EDE1AD"/>
                </a:solidFill>
                <a:latin typeface="HY궁서" charset="0"/>
                <a:ea typeface="HY궁서" charset="0"/>
              </a:rPr>
              <a:t>누가복음</a:t>
            </a:r>
            <a:r>
              <a:rPr lang="en-US" altLang="ko-KR" sz="4000" b="1" dirty="0">
                <a:solidFill>
                  <a:srgbClr val="EDE1AD"/>
                </a:solidFill>
                <a:latin typeface="HY궁서" charset="0"/>
                <a:ea typeface="HY궁서" charset="0"/>
              </a:rPr>
              <a:t>4:18-19) </a:t>
            </a:r>
          </a:p>
        </p:txBody>
      </p:sp>
    </p:spTree>
    <p:extLst>
      <p:ext uri="{BB962C8B-B14F-4D97-AF65-F5344CB8AC3E}">
        <p14:creationId xmlns:p14="http://schemas.microsoft.com/office/powerpoint/2010/main" val="478441239"/>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3677DDFB-B0E0-1F49-F365-58223D4F1F1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
            <a:ext cx="12192000" cy="701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9674399F-29C8-C141-A0C0-3B7078D82068}"/>
              </a:ext>
            </a:extLst>
          </p:cNvPr>
          <p:cNvSpPr txBox="1">
            <a:spLocks noChangeArrowheads="1"/>
          </p:cNvSpPr>
          <p:nvPr/>
        </p:nvSpPr>
        <p:spPr bwMode="auto">
          <a:xfrm>
            <a:off x="1991544" y="909638"/>
            <a:ext cx="9144000" cy="4352925"/>
          </a:xfrm>
          <a:prstGeom prst="rect">
            <a:avLst/>
          </a:prstGeom>
          <a:noFill/>
          <a:ln>
            <a:miter lim="800000"/>
            <a:headEnd/>
            <a:tailEnd/>
          </a:ln>
        </p:spPr>
        <p:txBody>
          <a:bodyPr/>
          <a:lstStyle>
            <a:lvl1pPr marL="722313" indent="-722313">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eaLnBrk="1" latinLnBrk="1" hangingPunct="1">
              <a:lnSpc>
                <a:spcPct val="150000"/>
              </a:lnSpc>
              <a:defRPr/>
            </a:pPr>
            <a:r>
              <a:rPr lang="en-US" altLang="ko-KR" sz="4000" b="1" dirty="0">
                <a:solidFill>
                  <a:srgbClr val="EDE1AD"/>
                </a:solidFill>
                <a:latin typeface="HY궁서" charset="0"/>
                <a:ea typeface="HY궁서" charset="0"/>
              </a:rPr>
              <a:t>3.</a:t>
            </a:r>
            <a:r>
              <a:rPr lang="ko-KR" altLang="en-US" sz="4000" b="1" dirty="0">
                <a:solidFill>
                  <a:srgbClr val="EDE1AD"/>
                </a:solidFill>
                <a:latin typeface="HY궁서" charset="0"/>
                <a:ea typeface="HY궁서" charset="0"/>
              </a:rPr>
              <a:t> 교회를 위해</a:t>
            </a:r>
            <a:r>
              <a:rPr lang="en-US" altLang="ko-KR" sz="4000" b="1" dirty="0">
                <a:solidFill>
                  <a:srgbClr val="EDE1AD"/>
                </a:solidFill>
                <a:latin typeface="HY궁서" charset="0"/>
                <a:ea typeface="HY궁서" charset="0"/>
              </a:rPr>
              <a:t>,</a:t>
            </a:r>
            <a:r>
              <a:rPr lang="ko-KR" altLang="en-US" sz="4000" b="1" dirty="0">
                <a:solidFill>
                  <a:srgbClr val="EDE1AD"/>
                </a:solidFill>
                <a:latin typeface="HY궁서" charset="0"/>
                <a:ea typeface="HY궁서" charset="0"/>
              </a:rPr>
              <a:t> 강남과 역삼의 </a:t>
            </a:r>
            <a:r>
              <a:rPr lang="ko-KR" altLang="en-US" sz="4000" b="1" dirty="0" err="1">
                <a:solidFill>
                  <a:srgbClr val="EDE1AD"/>
                </a:solidFill>
                <a:latin typeface="HY궁서" charset="0"/>
                <a:ea typeface="HY궁서" charset="0"/>
              </a:rPr>
              <a:t>성시화</a:t>
            </a:r>
            <a:r>
              <a:rPr lang="en-US" altLang="ko-KR" sz="4000" b="1" dirty="0">
                <a:solidFill>
                  <a:srgbClr val="EDE1AD"/>
                </a:solidFill>
                <a:latin typeface="HY궁서" charset="0"/>
                <a:ea typeface="HY궁서" charset="0"/>
              </a:rPr>
              <a:t>,</a:t>
            </a:r>
          </a:p>
          <a:p>
            <a:pPr eaLnBrk="1" latinLnBrk="1" hangingPunct="1">
              <a:lnSpc>
                <a:spcPct val="150000"/>
              </a:lnSpc>
              <a:defRPr/>
            </a:pPr>
            <a:r>
              <a:rPr lang="ko-KR" altLang="en-US" sz="4000" b="1" dirty="0">
                <a:solidFill>
                  <a:srgbClr val="EDE1AD"/>
                </a:solidFill>
                <a:latin typeface="HY궁서" charset="0"/>
                <a:ea typeface="HY궁서" charset="0"/>
              </a:rPr>
              <a:t>   </a:t>
            </a:r>
            <a:r>
              <a:rPr lang="en-US" altLang="ko-KR" sz="4000" b="1" dirty="0">
                <a:solidFill>
                  <a:srgbClr val="EDE1AD"/>
                </a:solidFill>
                <a:latin typeface="HY궁서" charset="0"/>
                <a:ea typeface="HY궁서" charset="0"/>
              </a:rPr>
              <a:t> </a:t>
            </a:r>
            <a:r>
              <a:rPr lang="ko-KR" altLang="en-US" sz="4000" b="1" dirty="0">
                <a:solidFill>
                  <a:srgbClr val="EDE1AD"/>
                </a:solidFill>
                <a:latin typeface="HY궁서" charset="0"/>
                <a:ea typeface="HY궁서" charset="0"/>
              </a:rPr>
              <a:t>나라와 민족</a:t>
            </a:r>
            <a:r>
              <a:rPr lang="en-US" altLang="ko-KR" sz="4000" b="1" dirty="0">
                <a:solidFill>
                  <a:srgbClr val="EDE1AD"/>
                </a:solidFill>
                <a:latin typeface="HY궁서" charset="0"/>
                <a:ea typeface="HY궁서" charset="0"/>
              </a:rPr>
              <a:t>, </a:t>
            </a:r>
            <a:r>
              <a:rPr lang="ko-KR" altLang="en-US" sz="4000" b="1" dirty="0">
                <a:solidFill>
                  <a:srgbClr val="EDE1AD"/>
                </a:solidFill>
                <a:latin typeface="HY궁서" charset="0"/>
                <a:ea typeface="HY궁서" charset="0"/>
              </a:rPr>
              <a:t>세계 선교를 향한 </a:t>
            </a:r>
            <a:endParaRPr lang="en-US" altLang="ko-KR" sz="4000" b="1" dirty="0">
              <a:solidFill>
                <a:srgbClr val="EDE1AD"/>
              </a:solidFill>
              <a:latin typeface="HY궁서" charset="0"/>
              <a:ea typeface="HY궁서" charset="0"/>
            </a:endParaRPr>
          </a:p>
          <a:p>
            <a:pPr eaLnBrk="1" latinLnBrk="1" hangingPunct="1">
              <a:lnSpc>
                <a:spcPct val="150000"/>
              </a:lnSpc>
              <a:defRPr/>
            </a:pPr>
            <a:r>
              <a:rPr lang="ko-KR" altLang="en-US" sz="4000" b="1" dirty="0">
                <a:solidFill>
                  <a:srgbClr val="EDE1AD"/>
                </a:solidFill>
                <a:latin typeface="HY궁서" charset="0"/>
                <a:ea typeface="HY궁서" charset="0"/>
              </a:rPr>
              <a:t>    </a:t>
            </a:r>
            <a:r>
              <a:rPr lang="ko-KR" altLang="en-US" sz="4000" b="1" dirty="0" err="1">
                <a:solidFill>
                  <a:srgbClr val="EDE1AD"/>
                </a:solidFill>
                <a:latin typeface="HY궁서" charset="0"/>
                <a:ea typeface="HY궁서" charset="0"/>
              </a:rPr>
              <a:t>기도처의</a:t>
            </a:r>
            <a:r>
              <a:rPr lang="ko-KR" altLang="en-US" sz="4000" b="1" dirty="0">
                <a:solidFill>
                  <a:srgbClr val="EDE1AD"/>
                </a:solidFill>
                <a:latin typeface="HY궁서" charset="0"/>
                <a:ea typeface="HY궁서" charset="0"/>
              </a:rPr>
              <a:t> 비전을 위해 기도하는 </a:t>
            </a:r>
            <a:endParaRPr lang="en-US" altLang="ko-KR" sz="4000" b="1" dirty="0">
              <a:solidFill>
                <a:srgbClr val="EDE1AD"/>
              </a:solidFill>
              <a:latin typeface="HY궁서" charset="0"/>
              <a:ea typeface="HY궁서" charset="0"/>
            </a:endParaRPr>
          </a:p>
          <a:p>
            <a:pPr eaLnBrk="1" latinLnBrk="1" hangingPunct="1">
              <a:lnSpc>
                <a:spcPct val="150000"/>
              </a:lnSpc>
              <a:defRPr/>
            </a:pPr>
            <a:r>
              <a:rPr lang="ko-KR" altLang="en-US" sz="4000" b="1" dirty="0">
                <a:solidFill>
                  <a:srgbClr val="EDE1AD"/>
                </a:solidFill>
                <a:latin typeface="HY궁서" charset="0"/>
                <a:ea typeface="HY궁서" charset="0"/>
              </a:rPr>
              <a:t>    시간입니다</a:t>
            </a:r>
            <a:r>
              <a:rPr lang="en-US" altLang="ko-KR" sz="4000" b="1" dirty="0">
                <a:solidFill>
                  <a:srgbClr val="EDE1AD"/>
                </a:solidFill>
                <a:latin typeface="HY궁서" charset="0"/>
                <a:ea typeface="HY궁서" charset="0"/>
              </a:rPr>
              <a:t>. </a:t>
            </a:r>
          </a:p>
          <a:p>
            <a:pPr eaLnBrk="1" latinLnBrk="1" hangingPunct="1">
              <a:lnSpc>
                <a:spcPct val="150000"/>
              </a:lnSpc>
              <a:defRPr/>
            </a:pPr>
            <a:r>
              <a:rPr lang="ko-KR" altLang="en-US" sz="4000" b="1" dirty="0">
                <a:solidFill>
                  <a:srgbClr val="EDE1AD"/>
                </a:solidFill>
                <a:latin typeface="HY궁서" charset="0"/>
                <a:ea typeface="HY궁서" charset="0"/>
              </a:rPr>
              <a:t>    </a:t>
            </a:r>
            <a:r>
              <a:rPr lang="en-US" altLang="ko-KR" sz="4000" b="1" dirty="0">
                <a:solidFill>
                  <a:srgbClr val="EDE1AD"/>
                </a:solidFill>
                <a:latin typeface="HY궁서" charset="0"/>
                <a:ea typeface="HY궁서" charset="0"/>
              </a:rPr>
              <a:t>(</a:t>
            </a:r>
            <a:r>
              <a:rPr lang="ko-KR" altLang="en-US" sz="4000" b="1" dirty="0">
                <a:solidFill>
                  <a:srgbClr val="EDE1AD"/>
                </a:solidFill>
                <a:latin typeface="HY궁서" charset="0"/>
                <a:ea typeface="HY궁서" charset="0"/>
              </a:rPr>
              <a:t>사도행전 </a:t>
            </a:r>
            <a:r>
              <a:rPr lang="en-US" altLang="ko-KR" sz="4000" b="1" dirty="0">
                <a:solidFill>
                  <a:srgbClr val="EDE1AD"/>
                </a:solidFill>
                <a:latin typeface="HY궁서" charset="0"/>
                <a:ea typeface="HY궁서" charset="0"/>
              </a:rPr>
              <a:t>1:8)</a:t>
            </a:r>
          </a:p>
        </p:txBody>
      </p:sp>
    </p:spTree>
    <p:extLst>
      <p:ext uri="{BB962C8B-B14F-4D97-AF65-F5344CB8AC3E}">
        <p14:creationId xmlns:p14="http://schemas.microsoft.com/office/powerpoint/2010/main" val="2291619970"/>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0226" name="직사각형 5"/>
          <p:cNvSpPr>
            <a:spLocks noChangeArrowheads="1"/>
          </p:cNvSpPr>
          <p:nvPr/>
        </p:nvSpPr>
        <p:spPr bwMode="auto">
          <a:xfrm>
            <a:off x="191344" y="579021"/>
            <a:ext cx="11809312" cy="4074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algn="ctr" eaLnBrk="1" latinLnBrk="1" hangingPunct="1">
              <a:lnSpc>
                <a:spcPct val="120000"/>
              </a:lnSpc>
              <a:defRPr/>
            </a:pPr>
            <a:r>
              <a:rPr lang="ko-KR" altLang="en-US" sz="4400" b="1" dirty="0">
                <a:solidFill>
                  <a:prstClr val="black"/>
                </a:solidFill>
                <a:latin typeface="맑은 고딕" charset="0"/>
                <a:ea typeface="맑은 고딕" charset="0"/>
              </a:rPr>
              <a:t>하늘에 계신 우리 아버지여</a:t>
            </a:r>
            <a:r>
              <a:rPr lang="en-US" altLang="ko-KR" sz="4400" b="1" dirty="0">
                <a:solidFill>
                  <a:prstClr val="black"/>
                </a:solidFill>
                <a:latin typeface="맑은 고딕" charset="0"/>
                <a:ea typeface="맑은 고딕" charset="0"/>
              </a:rPr>
              <a:t>,</a:t>
            </a:r>
          </a:p>
          <a:p>
            <a:pPr algn="ctr" eaLnBrk="1" latinLnBrk="1" hangingPunct="1">
              <a:lnSpc>
                <a:spcPct val="120000"/>
              </a:lnSpc>
              <a:defRPr/>
            </a:pPr>
            <a:r>
              <a:rPr lang="ko-KR" altLang="en-US" sz="4400" b="1" dirty="0">
                <a:solidFill>
                  <a:prstClr val="black"/>
                </a:solidFill>
                <a:latin typeface="맑은 고딕" charset="0"/>
                <a:ea typeface="맑은 고딕" charset="0"/>
              </a:rPr>
              <a:t>이름이 거룩히 여김을 받으시오며</a:t>
            </a:r>
            <a:r>
              <a:rPr lang="en-US" altLang="ko-KR" sz="4400" b="1" dirty="0">
                <a:solidFill>
                  <a:prstClr val="black"/>
                </a:solidFill>
                <a:latin typeface="맑은 고딕" charset="0"/>
                <a:ea typeface="맑은 고딕" charset="0"/>
              </a:rPr>
              <a:t>,</a:t>
            </a:r>
          </a:p>
          <a:p>
            <a:pPr algn="ctr" eaLnBrk="1" latinLnBrk="1" hangingPunct="1">
              <a:lnSpc>
                <a:spcPct val="120000"/>
              </a:lnSpc>
              <a:defRPr/>
            </a:pPr>
            <a:endParaRPr lang="en-US" altLang="ko-KR" sz="4400" b="1" dirty="0">
              <a:solidFill>
                <a:prstClr val="black"/>
              </a:solidFill>
              <a:latin typeface="맑은 고딕" charset="0"/>
              <a:ea typeface="맑은 고딕" charset="0"/>
            </a:endParaRPr>
          </a:p>
          <a:p>
            <a:pPr algn="ctr" eaLnBrk="1" latinLnBrk="1" hangingPunct="1">
              <a:lnSpc>
                <a:spcPct val="120000"/>
              </a:lnSpc>
              <a:defRPr/>
            </a:pPr>
            <a:r>
              <a:rPr lang="en-US" altLang="ko-KR" sz="4400" b="1" dirty="0">
                <a:solidFill>
                  <a:prstClr val="black"/>
                </a:solidFill>
                <a:latin typeface="맑은 고딕" charset="0"/>
                <a:ea typeface="맑은 고딕" charset="0"/>
              </a:rPr>
              <a:t>Our Father in heaven, </a:t>
            </a:r>
            <a:br>
              <a:rPr lang="en-US" altLang="ko-KR" sz="4400" b="1" dirty="0">
                <a:solidFill>
                  <a:prstClr val="black"/>
                </a:solidFill>
                <a:latin typeface="맑은 고딕" charset="0"/>
                <a:ea typeface="맑은 고딕" charset="0"/>
              </a:rPr>
            </a:br>
            <a:r>
              <a:rPr lang="en-US" altLang="ko-KR" sz="4400" b="1" dirty="0">
                <a:solidFill>
                  <a:prstClr val="black"/>
                </a:solidFill>
                <a:latin typeface="맑은 고딕" charset="0"/>
                <a:ea typeface="맑은 고딕" charset="0"/>
              </a:rPr>
              <a:t>Hallowed be Your name.</a:t>
            </a:r>
          </a:p>
        </p:txBody>
      </p:sp>
    </p:spTree>
    <p:extLst>
      <p:ext uri="{BB962C8B-B14F-4D97-AF65-F5344CB8AC3E}">
        <p14:creationId xmlns:p14="http://schemas.microsoft.com/office/powerpoint/2010/main" val="1318152034"/>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0226" name="직사각형 5"/>
          <p:cNvSpPr>
            <a:spLocks noChangeArrowheads="1"/>
          </p:cNvSpPr>
          <p:nvPr/>
        </p:nvSpPr>
        <p:spPr bwMode="auto">
          <a:xfrm>
            <a:off x="191344" y="579021"/>
            <a:ext cx="11809312" cy="569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algn="ctr" eaLnBrk="1" latinLnBrk="1" hangingPunct="1">
              <a:lnSpc>
                <a:spcPct val="120000"/>
              </a:lnSpc>
              <a:defRPr/>
            </a:pPr>
            <a:r>
              <a:rPr lang="ko-KR" altLang="en-US" sz="4400" b="1" dirty="0">
                <a:solidFill>
                  <a:prstClr val="black"/>
                </a:solidFill>
                <a:latin typeface="맑은 고딕" charset="0"/>
                <a:ea typeface="맑은 고딕" charset="0"/>
              </a:rPr>
              <a:t>나라가 임하시오며</a:t>
            </a:r>
            <a:r>
              <a:rPr lang="en-US" altLang="ko-KR" sz="4400" b="1" dirty="0">
                <a:solidFill>
                  <a:prstClr val="black"/>
                </a:solidFill>
                <a:latin typeface="맑은 고딕" charset="0"/>
                <a:ea typeface="맑은 고딕" charset="0"/>
              </a:rPr>
              <a:t>,</a:t>
            </a:r>
          </a:p>
          <a:p>
            <a:pPr algn="ctr" eaLnBrk="1" latinLnBrk="1" hangingPunct="1">
              <a:lnSpc>
                <a:spcPct val="120000"/>
              </a:lnSpc>
              <a:defRPr/>
            </a:pPr>
            <a:r>
              <a:rPr lang="ko-KR" altLang="en-US" sz="4400" b="1" dirty="0">
                <a:solidFill>
                  <a:prstClr val="black"/>
                </a:solidFill>
                <a:latin typeface="맑은 고딕" charset="0"/>
                <a:ea typeface="맑은 고딕" charset="0"/>
              </a:rPr>
              <a:t>뜻이 하늘에서 이루어진 것같이</a:t>
            </a:r>
            <a:endParaRPr lang="en-US" altLang="ko-KR" sz="4400" b="1" dirty="0">
              <a:solidFill>
                <a:prstClr val="black"/>
              </a:solidFill>
              <a:latin typeface="맑은 고딕" charset="0"/>
              <a:ea typeface="맑은 고딕" charset="0"/>
            </a:endParaRPr>
          </a:p>
          <a:p>
            <a:pPr algn="ctr" eaLnBrk="1" latinLnBrk="1" hangingPunct="1">
              <a:lnSpc>
                <a:spcPct val="120000"/>
              </a:lnSpc>
              <a:defRPr/>
            </a:pPr>
            <a:r>
              <a:rPr lang="ko-KR" altLang="en-US" sz="4400" b="1" dirty="0">
                <a:solidFill>
                  <a:prstClr val="black"/>
                </a:solidFill>
                <a:latin typeface="맑은 고딕" charset="0"/>
                <a:ea typeface="맑은 고딕" charset="0"/>
              </a:rPr>
              <a:t>땅에서도 이루어지이다</a:t>
            </a:r>
            <a:r>
              <a:rPr lang="en-US" altLang="ko-KR" sz="4400" b="1" dirty="0">
                <a:solidFill>
                  <a:prstClr val="black"/>
                </a:solidFill>
                <a:latin typeface="맑은 고딕" charset="0"/>
                <a:ea typeface="맑은 고딕" charset="0"/>
              </a:rPr>
              <a:t>.</a:t>
            </a:r>
          </a:p>
          <a:p>
            <a:pPr algn="ctr" eaLnBrk="1" latinLnBrk="1" hangingPunct="1">
              <a:lnSpc>
                <a:spcPct val="120000"/>
              </a:lnSpc>
              <a:defRPr/>
            </a:pPr>
            <a:endParaRPr lang="en-US" altLang="ko-KR" sz="4400" b="1" dirty="0">
              <a:solidFill>
                <a:prstClr val="black"/>
              </a:solidFill>
              <a:latin typeface="맑은 고딕" charset="0"/>
              <a:ea typeface="맑은 고딕" charset="0"/>
            </a:endParaRPr>
          </a:p>
          <a:p>
            <a:pPr algn="ctr" eaLnBrk="1" latinLnBrk="1" hangingPunct="1">
              <a:lnSpc>
                <a:spcPct val="120000"/>
              </a:lnSpc>
              <a:defRPr/>
            </a:pPr>
            <a:r>
              <a:rPr lang="en-US" altLang="ko-KR" sz="4400" b="1" dirty="0">
                <a:solidFill>
                  <a:prstClr val="black"/>
                </a:solidFill>
                <a:latin typeface="맑은 고딕" charset="0"/>
                <a:ea typeface="맑은 고딕" charset="0"/>
              </a:rPr>
              <a:t>Your kingdom come, </a:t>
            </a:r>
            <a:br>
              <a:rPr lang="en-US" altLang="ko-KR" sz="4400" b="1" dirty="0">
                <a:solidFill>
                  <a:prstClr val="black"/>
                </a:solidFill>
                <a:latin typeface="맑은 고딕" charset="0"/>
                <a:ea typeface="맑은 고딕" charset="0"/>
              </a:rPr>
            </a:br>
            <a:r>
              <a:rPr lang="en-US" altLang="ko-KR" sz="4400" b="1" dirty="0">
                <a:solidFill>
                  <a:prstClr val="black"/>
                </a:solidFill>
                <a:latin typeface="맑은 고딕" charset="0"/>
                <a:ea typeface="맑은 고딕" charset="0"/>
              </a:rPr>
              <a:t>Your will be done on earth, </a:t>
            </a:r>
            <a:br>
              <a:rPr lang="en-US" altLang="ko-KR" sz="4400" b="1" dirty="0">
                <a:solidFill>
                  <a:prstClr val="black"/>
                </a:solidFill>
                <a:latin typeface="맑은 고딕" charset="0"/>
                <a:ea typeface="맑은 고딕" charset="0"/>
              </a:rPr>
            </a:br>
            <a:r>
              <a:rPr lang="en-US" altLang="ko-KR" sz="4400" b="1" dirty="0">
                <a:solidFill>
                  <a:prstClr val="black"/>
                </a:solidFill>
                <a:latin typeface="맑은 고딕" charset="0"/>
                <a:ea typeface="맑은 고딕" charset="0"/>
              </a:rPr>
              <a:t>as it is in heaven.</a:t>
            </a:r>
          </a:p>
        </p:txBody>
      </p:sp>
    </p:spTree>
    <p:extLst>
      <p:ext uri="{BB962C8B-B14F-4D97-AF65-F5344CB8AC3E}">
        <p14:creationId xmlns:p14="http://schemas.microsoft.com/office/powerpoint/2010/main" val="2096563340"/>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0226" name="직사각형 5"/>
          <p:cNvSpPr>
            <a:spLocks noChangeArrowheads="1"/>
          </p:cNvSpPr>
          <p:nvPr/>
        </p:nvSpPr>
        <p:spPr bwMode="auto">
          <a:xfrm>
            <a:off x="191344" y="579021"/>
            <a:ext cx="11809312" cy="244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algn="ctr" eaLnBrk="1" latinLnBrk="1" hangingPunct="1">
              <a:lnSpc>
                <a:spcPct val="120000"/>
              </a:lnSpc>
              <a:defRPr/>
            </a:pPr>
            <a:r>
              <a:rPr lang="ko-KR" altLang="en-US" sz="4400" b="1" dirty="0">
                <a:solidFill>
                  <a:prstClr val="black"/>
                </a:solidFill>
                <a:latin typeface="맑은 고딕" charset="0"/>
                <a:ea typeface="맑은 고딕" charset="0"/>
              </a:rPr>
              <a:t>오늘 우리에게 일용할 양식을 주시옵고</a:t>
            </a:r>
            <a:r>
              <a:rPr lang="en-US" altLang="ko-KR" sz="4400" b="1" dirty="0">
                <a:solidFill>
                  <a:prstClr val="black"/>
                </a:solidFill>
                <a:latin typeface="맑은 고딕" charset="0"/>
                <a:ea typeface="맑은 고딕" charset="0"/>
              </a:rPr>
              <a:t>,</a:t>
            </a:r>
          </a:p>
          <a:p>
            <a:pPr algn="ctr" eaLnBrk="1" latinLnBrk="1" hangingPunct="1">
              <a:lnSpc>
                <a:spcPct val="120000"/>
              </a:lnSpc>
              <a:defRPr/>
            </a:pPr>
            <a:endParaRPr lang="en-US" altLang="ko-KR" sz="4400" b="1" dirty="0">
              <a:solidFill>
                <a:prstClr val="black"/>
              </a:solidFill>
              <a:latin typeface="맑은 고딕" charset="0"/>
              <a:ea typeface="맑은 고딕" charset="0"/>
            </a:endParaRPr>
          </a:p>
          <a:p>
            <a:pPr algn="ctr" eaLnBrk="1" latinLnBrk="1" hangingPunct="1">
              <a:lnSpc>
                <a:spcPct val="120000"/>
              </a:lnSpc>
              <a:defRPr/>
            </a:pPr>
            <a:r>
              <a:rPr lang="en-US" altLang="ko-KR" sz="4400" b="1" dirty="0">
                <a:solidFill>
                  <a:prstClr val="black"/>
                </a:solidFill>
                <a:latin typeface="맑은 고딕" charset="0"/>
                <a:ea typeface="맑은 고딕" charset="0"/>
              </a:rPr>
              <a:t>Give us this day our daily bread.</a:t>
            </a:r>
          </a:p>
        </p:txBody>
      </p:sp>
    </p:spTree>
    <p:extLst>
      <p:ext uri="{BB962C8B-B14F-4D97-AF65-F5344CB8AC3E}">
        <p14:creationId xmlns:p14="http://schemas.microsoft.com/office/powerpoint/2010/main" val="3427785414"/>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0226" name="직사각형 5"/>
          <p:cNvSpPr>
            <a:spLocks noChangeArrowheads="1"/>
          </p:cNvSpPr>
          <p:nvPr/>
        </p:nvSpPr>
        <p:spPr bwMode="auto">
          <a:xfrm>
            <a:off x="191344" y="579021"/>
            <a:ext cx="11809312" cy="569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algn="ctr" eaLnBrk="1" latinLnBrk="1" hangingPunct="1">
              <a:lnSpc>
                <a:spcPct val="120000"/>
              </a:lnSpc>
              <a:defRPr/>
            </a:pPr>
            <a:r>
              <a:rPr lang="ko-KR" altLang="en-US" sz="4400" b="1" dirty="0">
                <a:solidFill>
                  <a:prstClr val="black"/>
                </a:solidFill>
                <a:latin typeface="맑은 고딕" charset="0"/>
                <a:ea typeface="맑은 고딕" charset="0"/>
              </a:rPr>
              <a:t>우리가 우리에게 죄 지은 자를</a:t>
            </a:r>
            <a:endParaRPr lang="en-US" altLang="ko-KR" sz="4400" b="1" dirty="0">
              <a:solidFill>
                <a:prstClr val="black"/>
              </a:solidFill>
              <a:latin typeface="맑은 고딕" charset="0"/>
              <a:ea typeface="맑은 고딕" charset="0"/>
            </a:endParaRPr>
          </a:p>
          <a:p>
            <a:pPr algn="ctr" eaLnBrk="1" latinLnBrk="1" hangingPunct="1">
              <a:lnSpc>
                <a:spcPct val="120000"/>
              </a:lnSpc>
              <a:defRPr/>
            </a:pPr>
            <a:r>
              <a:rPr lang="ko-KR" altLang="en-US" sz="4400" b="1" dirty="0">
                <a:solidFill>
                  <a:prstClr val="black"/>
                </a:solidFill>
                <a:latin typeface="맑은 고딕" charset="0"/>
                <a:ea typeface="맑은 고딕" charset="0"/>
              </a:rPr>
              <a:t>사하여 준 것같이</a:t>
            </a:r>
            <a:endParaRPr lang="en-US" altLang="ko-KR" sz="4400" b="1" dirty="0">
              <a:solidFill>
                <a:prstClr val="black"/>
              </a:solidFill>
              <a:latin typeface="맑은 고딕" charset="0"/>
              <a:ea typeface="맑은 고딕" charset="0"/>
            </a:endParaRPr>
          </a:p>
          <a:p>
            <a:pPr algn="ctr" eaLnBrk="1" latinLnBrk="1" hangingPunct="1">
              <a:lnSpc>
                <a:spcPct val="120000"/>
              </a:lnSpc>
              <a:defRPr/>
            </a:pPr>
            <a:r>
              <a:rPr lang="ko-KR" altLang="en-US" sz="4400" b="1" dirty="0">
                <a:solidFill>
                  <a:prstClr val="black"/>
                </a:solidFill>
                <a:latin typeface="맑은 고딕" charset="0"/>
                <a:ea typeface="맑은 고딕" charset="0"/>
              </a:rPr>
              <a:t>우리 죄를 사하여 </a:t>
            </a:r>
            <a:r>
              <a:rPr lang="ko-KR" altLang="en-US" sz="4400" b="1" dirty="0" err="1">
                <a:solidFill>
                  <a:prstClr val="black"/>
                </a:solidFill>
                <a:latin typeface="맑은 고딕" charset="0"/>
                <a:ea typeface="맑은 고딕" charset="0"/>
              </a:rPr>
              <a:t>주시옵고</a:t>
            </a:r>
            <a:r>
              <a:rPr lang="en-US" altLang="ko-KR" sz="4400" b="1" dirty="0">
                <a:solidFill>
                  <a:prstClr val="black"/>
                </a:solidFill>
                <a:latin typeface="맑은 고딕" charset="0"/>
                <a:ea typeface="맑은 고딕" charset="0"/>
              </a:rPr>
              <a:t>, </a:t>
            </a:r>
          </a:p>
          <a:p>
            <a:pPr algn="ctr" eaLnBrk="1" latinLnBrk="1" hangingPunct="1">
              <a:lnSpc>
                <a:spcPct val="120000"/>
              </a:lnSpc>
              <a:defRPr/>
            </a:pPr>
            <a:endParaRPr lang="en-US" altLang="ko-KR" sz="4400" b="1" dirty="0">
              <a:solidFill>
                <a:prstClr val="black"/>
              </a:solidFill>
              <a:latin typeface="맑은 고딕" charset="0"/>
              <a:ea typeface="맑은 고딕" charset="0"/>
            </a:endParaRPr>
          </a:p>
          <a:p>
            <a:pPr algn="ctr" eaLnBrk="1" latinLnBrk="1" hangingPunct="1">
              <a:lnSpc>
                <a:spcPct val="120000"/>
              </a:lnSpc>
              <a:defRPr/>
            </a:pPr>
            <a:r>
              <a:rPr lang="en-US" altLang="ko-KR" sz="4400" b="1" dirty="0">
                <a:solidFill>
                  <a:prstClr val="black"/>
                </a:solidFill>
                <a:latin typeface="맑은 고딕" charset="0"/>
                <a:ea typeface="맑은 고딕" charset="0"/>
              </a:rPr>
              <a:t>And forgive us our sins,</a:t>
            </a:r>
          </a:p>
          <a:p>
            <a:pPr algn="ctr" eaLnBrk="1" latinLnBrk="1" hangingPunct="1">
              <a:lnSpc>
                <a:spcPct val="120000"/>
              </a:lnSpc>
              <a:defRPr/>
            </a:pPr>
            <a:r>
              <a:rPr lang="en-US" altLang="ko-KR" sz="4400" b="1" dirty="0">
                <a:solidFill>
                  <a:prstClr val="black"/>
                </a:solidFill>
                <a:latin typeface="맑은 고딕" charset="0"/>
                <a:ea typeface="맑은 고딕" charset="0"/>
              </a:rPr>
              <a:t>as we forgive those </a:t>
            </a:r>
            <a:br>
              <a:rPr lang="en-US" altLang="ko-KR" sz="4400" b="1" dirty="0">
                <a:solidFill>
                  <a:prstClr val="black"/>
                </a:solidFill>
                <a:latin typeface="맑은 고딕" charset="0"/>
                <a:ea typeface="맑은 고딕" charset="0"/>
              </a:rPr>
            </a:br>
            <a:r>
              <a:rPr lang="en-US" altLang="ko-KR" sz="4400" b="1" dirty="0">
                <a:solidFill>
                  <a:prstClr val="black"/>
                </a:solidFill>
                <a:latin typeface="맑은 고딕" charset="0"/>
                <a:ea typeface="맑은 고딕" charset="0"/>
              </a:rPr>
              <a:t>who sin against us,</a:t>
            </a:r>
          </a:p>
        </p:txBody>
      </p:sp>
    </p:spTree>
    <p:extLst>
      <p:ext uri="{BB962C8B-B14F-4D97-AF65-F5344CB8AC3E}">
        <p14:creationId xmlns:p14="http://schemas.microsoft.com/office/powerpoint/2010/main" val="2093468688"/>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1250" name="직사각형 5"/>
          <p:cNvSpPr>
            <a:spLocks noChangeArrowheads="1"/>
          </p:cNvSpPr>
          <p:nvPr/>
        </p:nvSpPr>
        <p:spPr bwMode="auto">
          <a:xfrm>
            <a:off x="929680" y="538978"/>
            <a:ext cx="10332640" cy="4074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algn="ctr" eaLnBrk="1" latinLnBrk="1" hangingPunct="1">
              <a:lnSpc>
                <a:spcPct val="120000"/>
              </a:lnSpc>
              <a:defRPr/>
            </a:pPr>
            <a:r>
              <a:rPr lang="ko-KR" altLang="en-US" sz="4400" b="1" dirty="0">
                <a:solidFill>
                  <a:prstClr val="black"/>
                </a:solidFill>
                <a:latin typeface="맑은 고딕" charset="0"/>
                <a:ea typeface="맑은 고딕" charset="0"/>
              </a:rPr>
              <a:t>우리를 시험에 들게 하지 마시옵고</a:t>
            </a:r>
            <a:r>
              <a:rPr lang="en-US" altLang="ko-KR" sz="4400" b="1" dirty="0">
                <a:solidFill>
                  <a:prstClr val="black"/>
                </a:solidFill>
                <a:latin typeface="맑은 고딕" charset="0"/>
                <a:ea typeface="맑은 고딕" charset="0"/>
              </a:rPr>
              <a:t>,</a:t>
            </a:r>
          </a:p>
          <a:p>
            <a:pPr algn="ctr" eaLnBrk="1" latinLnBrk="1" hangingPunct="1">
              <a:lnSpc>
                <a:spcPct val="120000"/>
              </a:lnSpc>
              <a:defRPr/>
            </a:pPr>
            <a:r>
              <a:rPr lang="ko-KR" altLang="en-US" sz="4400" b="1" dirty="0">
                <a:solidFill>
                  <a:prstClr val="black"/>
                </a:solidFill>
                <a:latin typeface="맑은 고딕" charset="0"/>
                <a:ea typeface="맑은 고딕" charset="0"/>
              </a:rPr>
              <a:t>다만 악에서 </a:t>
            </a:r>
            <a:r>
              <a:rPr lang="ko-KR" altLang="en-US" sz="4400" b="1" dirty="0" err="1">
                <a:solidFill>
                  <a:prstClr val="black"/>
                </a:solidFill>
                <a:latin typeface="맑은 고딕" charset="0"/>
                <a:ea typeface="맑은 고딕" charset="0"/>
              </a:rPr>
              <a:t>구하시옵소서</a:t>
            </a:r>
            <a:r>
              <a:rPr lang="en-US" altLang="ko-KR" sz="4400" b="1" dirty="0">
                <a:solidFill>
                  <a:prstClr val="black"/>
                </a:solidFill>
                <a:latin typeface="맑은 고딕" charset="0"/>
                <a:ea typeface="맑은 고딕" charset="0"/>
              </a:rPr>
              <a:t>.</a:t>
            </a:r>
          </a:p>
          <a:p>
            <a:pPr algn="ctr" eaLnBrk="1" latinLnBrk="1" hangingPunct="1">
              <a:lnSpc>
                <a:spcPct val="120000"/>
              </a:lnSpc>
              <a:defRPr/>
            </a:pPr>
            <a:endParaRPr lang="en-US" altLang="ko-KR" sz="4400" b="1" dirty="0">
              <a:solidFill>
                <a:prstClr val="black"/>
              </a:solidFill>
              <a:latin typeface="맑은 고딕" charset="0"/>
              <a:ea typeface="맑은 고딕" charset="0"/>
            </a:endParaRPr>
          </a:p>
          <a:p>
            <a:pPr algn="ctr" eaLnBrk="1" latinLnBrk="1" hangingPunct="1">
              <a:lnSpc>
                <a:spcPct val="120000"/>
              </a:lnSpc>
              <a:defRPr/>
            </a:pPr>
            <a:r>
              <a:rPr lang="en-US" altLang="ko-KR" sz="4400" b="1" dirty="0">
                <a:solidFill>
                  <a:prstClr val="black"/>
                </a:solidFill>
                <a:latin typeface="맑은 고딕" charset="0"/>
                <a:ea typeface="맑은 고딕" charset="0"/>
              </a:rPr>
              <a:t>And lead us not into temptation,</a:t>
            </a:r>
          </a:p>
          <a:p>
            <a:pPr algn="ctr" eaLnBrk="1" latinLnBrk="1" hangingPunct="1">
              <a:lnSpc>
                <a:spcPct val="120000"/>
              </a:lnSpc>
              <a:defRPr/>
            </a:pPr>
            <a:r>
              <a:rPr lang="en-US" altLang="ko-KR" sz="4400" b="1" dirty="0">
                <a:solidFill>
                  <a:prstClr val="black"/>
                </a:solidFill>
                <a:latin typeface="맑은 고딕" charset="0"/>
                <a:ea typeface="맑은 고딕" charset="0"/>
              </a:rPr>
              <a:t>but deliver us from evil:</a:t>
            </a:r>
          </a:p>
        </p:txBody>
      </p:sp>
    </p:spTree>
    <p:extLst>
      <p:ext uri="{BB962C8B-B14F-4D97-AF65-F5344CB8AC3E}">
        <p14:creationId xmlns:p14="http://schemas.microsoft.com/office/powerpoint/2010/main" val="165356474"/>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1250" name="직사각형 5"/>
          <p:cNvSpPr>
            <a:spLocks noChangeArrowheads="1"/>
          </p:cNvSpPr>
          <p:nvPr/>
        </p:nvSpPr>
        <p:spPr bwMode="auto">
          <a:xfrm>
            <a:off x="929680" y="538978"/>
            <a:ext cx="10332640" cy="4887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6000">
                <a:solidFill>
                  <a:schemeClr val="tx1"/>
                </a:solidFill>
                <a:latin typeface="굴림" charset="0"/>
                <a:ea typeface="굴림" charset="0"/>
              </a:defRPr>
            </a:lvl1pPr>
            <a:lvl2pPr marL="742950" indent="-285750">
              <a:defRPr kumimoji="1" sz="6000">
                <a:solidFill>
                  <a:schemeClr val="tx1"/>
                </a:solidFill>
                <a:latin typeface="굴림" charset="0"/>
                <a:ea typeface="굴림" charset="0"/>
              </a:defRPr>
            </a:lvl2pPr>
            <a:lvl3pPr marL="1143000" indent="-228600">
              <a:defRPr kumimoji="1" sz="6000">
                <a:solidFill>
                  <a:schemeClr val="tx1"/>
                </a:solidFill>
                <a:latin typeface="굴림" charset="0"/>
                <a:ea typeface="굴림" charset="0"/>
              </a:defRPr>
            </a:lvl3pPr>
            <a:lvl4pPr marL="1600200" indent="-228600">
              <a:defRPr kumimoji="1" sz="6000">
                <a:solidFill>
                  <a:schemeClr val="tx1"/>
                </a:solidFill>
                <a:latin typeface="굴림" charset="0"/>
                <a:ea typeface="굴림" charset="0"/>
              </a:defRPr>
            </a:lvl4pPr>
            <a:lvl5pPr marL="2057400" indent="-228600">
              <a:defRPr kumimoji="1" sz="6000">
                <a:solidFill>
                  <a:schemeClr val="tx1"/>
                </a:solidFill>
                <a:latin typeface="굴림" charset="0"/>
                <a:ea typeface="굴림" charset="0"/>
              </a:defRPr>
            </a:lvl5pPr>
            <a:lvl6pPr marL="2514600" indent="-228600" eaLnBrk="0" fontAlgn="base" hangingPunct="0">
              <a:spcBef>
                <a:spcPct val="0"/>
              </a:spcBef>
              <a:spcAft>
                <a:spcPct val="0"/>
              </a:spcAft>
              <a:defRPr kumimoji="1" sz="6000">
                <a:solidFill>
                  <a:schemeClr val="tx1"/>
                </a:solidFill>
                <a:latin typeface="굴림" charset="0"/>
                <a:ea typeface="굴림" charset="0"/>
              </a:defRPr>
            </a:lvl6pPr>
            <a:lvl7pPr marL="2971800" indent="-228600" eaLnBrk="0" fontAlgn="base" hangingPunct="0">
              <a:spcBef>
                <a:spcPct val="0"/>
              </a:spcBef>
              <a:spcAft>
                <a:spcPct val="0"/>
              </a:spcAft>
              <a:defRPr kumimoji="1" sz="6000">
                <a:solidFill>
                  <a:schemeClr val="tx1"/>
                </a:solidFill>
                <a:latin typeface="굴림" charset="0"/>
                <a:ea typeface="굴림" charset="0"/>
              </a:defRPr>
            </a:lvl7pPr>
            <a:lvl8pPr marL="3429000" indent="-228600" eaLnBrk="0" fontAlgn="base" hangingPunct="0">
              <a:spcBef>
                <a:spcPct val="0"/>
              </a:spcBef>
              <a:spcAft>
                <a:spcPct val="0"/>
              </a:spcAft>
              <a:defRPr kumimoji="1" sz="6000">
                <a:solidFill>
                  <a:schemeClr val="tx1"/>
                </a:solidFill>
                <a:latin typeface="굴림" charset="0"/>
                <a:ea typeface="굴림" charset="0"/>
              </a:defRPr>
            </a:lvl8pPr>
            <a:lvl9pPr marL="3886200" indent="-228600" eaLnBrk="0" fontAlgn="base" hangingPunct="0">
              <a:spcBef>
                <a:spcPct val="0"/>
              </a:spcBef>
              <a:spcAft>
                <a:spcPct val="0"/>
              </a:spcAft>
              <a:defRPr kumimoji="1" sz="6000">
                <a:solidFill>
                  <a:schemeClr val="tx1"/>
                </a:solidFill>
                <a:latin typeface="굴림" charset="0"/>
                <a:ea typeface="굴림" charset="0"/>
              </a:defRPr>
            </a:lvl9pPr>
          </a:lstStyle>
          <a:p>
            <a:pPr algn="ctr" eaLnBrk="1" latinLnBrk="1" hangingPunct="1">
              <a:lnSpc>
                <a:spcPct val="120000"/>
              </a:lnSpc>
              <a:defRPr/>
            </a:pPr>
            <a:r>
              <a:rPr lang="ko-KR" altLang="en-US" sz="4400" b="1" dirty="0">
                <a:solidFill>
                  <a:prstClr val="black"/>
                </a:solidFill>
                <a:latin typeface="맑은 고딕" charset="0"/>
                <a:ea typeface="맑은 고딕" charset="0"/>
              </a:rPr>
              <a:t>나라와 권세와 영광이 아버지께</a:t>
            </a:r>
            <a:endParaRPr lang="en-US" altLang="ko-KR" sz="4400" b="1" dirty="0">
              <a:solidFill>
                <a:prstClr val="black"/>
              </a:solidFill>
              <a:latin typeface="맑은 고딕" charset="0"/>
              <a:ea typeface="맑은 고딕" charset="0"/>
            </a:endParaRPr>
          </a:p>
          <a:p>
            <a:pPr algn="ctr" eaLnBrk="1" latinLnBrk="1" hangingPunct="1">
              <a:lnSpc>
                <a:spcPct val="120000"/>
              </a:lnSpc>
              <a:defRPr/>
            </a:pPr>
            <a:r>
              <a:rPr lang="ko-KR" altLang="en-US" sz="4400" b="1" dirty="0">
                <a:solidFill>
                  <a:prstClr val="black"/>
                </a:solidFill>
                <a:latin typeface="맑은 고딕" charset="0"/>
                <a:ea typeface="맑은 고딕" charset="0"/>
              </a:rPr>
              <a:t>영원히 있사옵나이다</a:t>
            </a:r>
            <a:r>
              <a:rPr lang="en-US" altLang="ko-KR" sz="4400" b="1" dirty="0">
                <a:solidFill>
                  <a:prstClr val="black"/>
                </a:solidFill>
                <a:latin typeface="맑은 고딕" charset="0"/>
                <a:ea typeface="맑은 고딕" charset="0"/>
              </a:rPr>
              <a:t>. </a:t>
            </a:r>
            <a:r>
              <a:rPr lang="ko-KR" altLang="en-US" sz="4400" b="1" dirty="0">
                <a:solidFill>
                  <a:prstClr val="black"/>
                </a:solidFill>
                <a:latin typeface="맑은 고딕" charset="0"/>
                <a:ea typeface="맑은 고딕" charset="0"/>
              </a:rPr>
              <a:t>아멘</a:t>
            </a:r>
            <a:r>
              <a:rPr lang="en-US" altLang="ko-KR" sz="4400" b="1" dirty="0">
                <a:solidFill>
                  <a:prstClr val="black"/>
                </a:solidFill>
                <a:latin typeface="맑은 고딕" charset="0"/>
                <a:ea typeface="맑은 고딕" charset="0"/>
              </a:rPr>
              <a:t>.</a:t>
            </a:r>
          </a:p>
          <a:p>
            <a:pPr algn="ctr" eaLnBrk="1" latinLnBrk="1" hangingPunct="1">
              <a:lnSpc>
                <a:spcPct val="120000"/>
              </a:lnSpc>
              <a:defRPr/>
            </a:pPr>
            <a:endParaRPr lang="en-US" altLang="ko-KR" sz="4400" b="1" dirty="0">
              <a:solidFill>
                <a:prstClr val="black"/>
              </a:solidFill>
              <a:latin typeface="맑은 고딕" charset="0"/>
              <a:ea typeface="맑은 고딕" charset="0"/>
            </a:endParaRPr>
          </a:p>
          <a:p>
            <a:pPr algn="ctr" eaLnBrk="1" latinLnBrk="1" hangingPunct="1">
              <a:lnSpc>
                <a:spcPct val="120000"/>
              </a:lnSpc>
              <a:defRPr/>
            </a:pPr>
            <a:r>
              <a:rPr lang="en-US" altLang="ko-KR" sz="4400" b="1" dirty="0">
                <a:solidFill>
                  <a:prstClr val="black"/>
                </a:solidFill>
                <a:latin typeface="맑은 고딕" charset="0"/>
                <a:ea typeface="맑은 고딕" charset="0"/>
              </a:rPr>
              <a:t>For Yours is the kingdom, </a:t>
            </a:r>
            <a:br>
              <a:rPr lang="en-US" altLang="ko-KR" sz="4400" b="1" dirty="0">
                <a:solidFill>
                  <a:prstClr val="black"/>
                </a:solidFill>
                <a:latin typeface="맑은 고딕" charset="0"/>
                <a:ea typeface="맑은 고딕" charset="0"/>
              </a:rPr>
            </a:br>
            <a:r>
              <a:rPr lang="en-US" altLang="ko-KR" sz="4400" b="1" dirty="0">
                <a:solidFill>
                  <a:prstClr val="black"/>
                </a:solidFill>
                <a:latin typeface="맑은 고딕" charset="0"/>
                <a:ea typeface="맑은 고딕" charset="0"/>
              </a:rPr>
              <a:t>and the power,</a:t>
            </a:r>
          </a:p>
          <a:p>
            <a:pPr algn="ctr" eaLnBrk="1" latinLnBrk="1" hangingPunct="1">
              <a:lnSpc>
                <a:spcPct val="120000"/>
              </a:lnSpc>
              <a:defRPr/>
            </a:pPr>
            <a:r>
              <a:rPr lang="en-US" altLang="ko-KR" sz="4400" b="1" dirty="0">
                <a:solidFill>
                  <a:prstClr val="black"/>
                </a:solidFill>
                <a:latin typeface="맑은 고딕" charset="0"/>
                <a:ea typeface="맑은 고딕" charset="0"/>
              </a:rPr>
              <a:t>and the glory, forever. Amen.</a:t>
            </a:r>
          </a:p>
        </p:txBody>
      </p:sp>
    </p:spTree>
    <p:extLst>
      <p:ext uri="{BB962C8B-B14F-4D97-AF65-F5344CB8AC3E}">
        <p14:creationId xmlns:p14="http://schemas.microsoft.com/office/powerpoint/2010/main" val="3109586891"/>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p:cNvSpPr/>
          <p:nvPr/>
        </p:nvSpPr>
        <p:spPr>
          <a:xfrm>
            <a:off x="1541464" y="908050"/>
            <a:ext cx="9126537" cy="3500510"/>
          </a:xfrm>
          <a:prstGeom prst="rect">
            <a:avLst/>
          </a:prstGeom>
        </p:spPr>
        <p:txBody>
          <a:bodyPr>
            <a:spAutoFit/>
          </a:bodyPr>
          <a:lstStyle/>
          <a:p>
            <a:pPr algn="ctr" eaLnBrk="1" latinLnBrk="1" hangingPunct="1">
              <a:defRPr/>
            </a:pPr>
            <a:r>
              <a:rPr lang="ko-KR" altLang="en-US" sz="7000" b="1" dirty="0">
                <a:solidFill>
                  <a:prstClr val="black"/>
                </a:solidFill>
                <a:latin typeface="HY목각파임B" pitchFamily="18" charset="-127"/>
                <a:ea typeface="HY목각파임B" pitchFamily="18" charset="-127"/>
              </a:rPr>
              <a:t>찬 송</a:t>
            </a:r>
            <a:endParaRPr lang="en-US" altLang="ko-KR" sz="7000" b="1" dirty="0">
              <a:solidFill>
                <a:prstClr val="black"/>
              </a:solidFill>
              <a:latin typeface="HY목각파임B" pitchFamily="18" charset="-127"/>
              <a:ea typeface="HY목각파임B" pitchFamily="18" charset="-127"/>
            </a:endParaRPr>
          </a:p>
          <a:p>
            <a:pPr algn="ctr" eaLnBrk="1" latinLnBrk="1" hangingPunct="1">
              <a:defRPr/>
            </a:pPr>
            <a:r>
              <a:rPr lang="en-US" altLang="ko-KR" b="1" dirty="0">
                <a:solidFill>
                  <a:srgbClr val="889C6F">
                    <a:lumMod val="75000"/>
                  </a:srgbClr>
                </a:solidFill>
                <a:latin typeface="HY목각파임B" pitchFamily="18" charset="-127"/>
                <a:ea typeface="HY목각파임B" pitchFamily="18" charset="-127"/>
              </a:rPr>
              <a:t>Hymn</a:t>
            </a:r>
          </a:p>
          <a:p>
            <a:pPr algn="ctr" eaLnBrk="1" latinLnBrk="1" hangingPunct="1">
              <a:lnSpc>
                <a:spcPct val="150000"/>
              </a:lnSpc>
              <a:defRPr/>
            </a:pPr>
            <a:r>
              <a:rPr lang="en-US" altLang="ko-KR" sz="7000" b="1" dirty="0">
                <a:solidFill>
                  <a:prstClr val="black"/>
                </a:solidFill>
                <a:latin typeface="HY강B" pitchFamily="18" charset="-127"/>
                <a:ea typeface="HY강B" pitchFamily="18" charset="-127"/>
              </a:rPr>
              <a:t>499</a:t>
            </a:r>
            <a:r>
              <a:rPr lang="ko-KR" altLang="en-US" sz="7000" b="1" dirty="0">
                <a:solidFill>
                  <a:prstClr val="black"/>
                </a:solidFill>
                <a:latin typeface="HY강B" pitchFamily="18" charset="-127"/>
                <a:ea typeface="HY강B" pitchFamily="18" charset="-127"/>
              </a:rPr>
              <a:t>장</a:t>
            </a:r>
          </a:p>
        </p:txBody>
      </p:sp>
    </p:spTree>
    <p:extLst>
      <p:ext uri="{BB962C8B-B14F-4D97-AF65-F5344CB8AC3E}">
        <p14:creationId xmlns:p14="http://schemas.microsoft.com/office/powerpoint/2010/main" val="1452111044"/>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AutoShape 13">
            <a:hlinkClick r:id="rId2" action="ppaction://hlinksldjump"/>
            <a:extLst>
              <a:ext uri="{FF2B5EF4-FFF2-40B4-BE49-F238E27FC236}">
                <a16:creationId xmlns:a16="http://schemas.microsoft.com/office/drawing/2014/main" id="{726F875E-3981-390C-C4BD-540AB20A373F}"/>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1.Far, far away in dwelli</a:t>
            </a:r>
            <a:endParaRPr lang="ko-KR" altLang="en-US" sz="1467">
              <a:solidFill>
                <a:srgbClr val="FF0000"/>
              </a:solidFill>
            </a:endParaRPr>
          </a:p>
        </p:txBody>
      </p:sp>
      <p:sp>
        <p:nvSpPr>
          <p:cNvPr id="2051" name="AutoShape 14">
            <a:hlinkClick r:id="rId3" action="ppaction://hlinksldjump"/>
            <a:extLst>
              <a:ext uri="{FF2B5EF4-FFF2-40B4-BE49-F238E27FC236}">
                <a16:creationId xmlns:a16="http://schemas.microsoft.com/office/drawing/2014/main" id="{438D8CC3-5AD0-2C18-A257-63D409471800}"/>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2.See o'er the world </a:t>
            </a:r>
            <a:endParaRPr lang="ko-KR" altLang="en-US" sz="1467"/>
          </a:p>
        </p:txBody>
      </p:sp>
      <p:sp>
        <p:nvSpPr>
          <p:cNvPr id="2052" name="AutoShape 15">
            <a:hlinkClick r:id="rId4" action="ppaction://hlinksldjump"/>
            <a:extLst>
              <a:ext uri="{FF2B5EF4-FFF2-40B4-BE49-F238E27FC236}">
                <a16:creationId xmlns:a16="http://schemas.microsoft.com/office/drawing/2014/main" id="{2DB136A8-B45F-A5B8-C952-FEF870BEA4C5}"/>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3."Why will ye die?" the </a:t>
            </a:r>
            <a:endParaRPr lang="ko-KR" altLang="en-US" sz="1467"/>
          </a:p>
        </p:txBody>
      </p:sp>
      <p:sp>
        <p:nvSpPr>
          <p:cNvPr id="2053" name="AutoShape 16">
            <a:hlinkClick r:id="rId5" action="ppaction://hlinksldjump"/>
            <a:extLst>
              <a:ext uri="{FF2B5EF4-FFF2-40B4-BE49-F238E27FC236}">
                <a16:creationId xmlns:a16="http://schemas.microsoft.com/office/drawing/2014/main" id="{041199D3-D527-4B46-6106-05C54097F391}"/>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4.God speed the day, </a:t>
            </a:r>
            <a:endParaRPr lang="ko-KR" altLang="en-US" sz="1467"/>
          </a:p>
        </p:txBody>
      </p:sp>
      <p:sp>
        <p:nvSpPr>
          <p:cNvPr id="2054" name="AutoShape 17">
            <a:hlinkClick r:id="rId6" action="ppaction://hlinksldjump"/>
            <a:extLst>
              <a:ext uri="{FF2B5EF4-FFF2-40B4-BE49-F238E27FC236}">
                <a16:creationId xmlns:a16="http://schemas.microsoft.com/office/drawing/2014/main" id="{6D149AE9-A777-1604-AC3D-4295541D179E}"/>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R.All pow'r is given </a:t>
            </a:r>
            <a:endParaRPr lang="ko-KR" altLang="en-US" sz="1467"/>
          </a:p>
        </p:txBody>
      </p:sp>
      <p:sp>
        <p:nvSpPr>
          <p:cNvPr id="2055" name="AutoShape 13">
            <a:hlinkClick r:id="rId2" action="ppaction://hlinksldjump"/>
            <a:extLst>
              <a:ext uri="{FF2B5EF4-FFF2-40B4-BE49-F238E27FC236}">
                <a16:creationId xmlns:a16="http://schemas.microsoft.com/office/drawing/2014/main" id="{1DE024B6-FF64-81CD-8EBF-A2B46CF9A2DA}"/>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a:t>
            </a:r>
            <a:r>
              <a:rPr lang="ko-KR" altLang="en-US" sz="1467">
                <a:solidFill>
                  <a:srgbClr val="FF0000"/>
                </a:solidFill>
              </a:rPr>
              <a:t>흑암에 사는 백성들을</a:t>
            </a:r>
          </a:p>
        </p:txBody>
      </p:sp>
      <p:sp>
        <p:nvSpPr>
          <p:cNvPr id="2056" name="AutoShape 14">
            <a:hlinkClick r:id="rId3" action="ppaction://hlinksldjump"/>
            <a:extLst>
              <a:ext uri="{FF2B5EF4-FFF2-40B4-BE49-F238E27FC236}">
                <a16:creationId xmlns:a16="http://schemas.microsoft.com/office/drawing/2014/main" id="{FC2724FF-C3F3-2E81-F6E1-60AC03152664}"/>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구원의 문은 넓게</a:t>
            </a:r>
          </a:p>
        </p:txBody>
      </p:sp>
      <p:sp>
        <p:nvSpPr>
          <p:cNvPr id="2057" name="AutoShape 15">
            <a:hlinkClick r:id="rId4" action="ppaction://hlinksldjump"/>
            <a:extLst>
              <a:ext uri="{FF2B5EF4-FFF2-40B4-BE49-F238E27FC236}">
                <a16:creationId xmlns:a16="http://schemas.microsoft.com/office/drawing/2014/main" id="{99C97C92-8C96-F9B3-9F4F-0AD2C1362BE5}"/>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왜 너는 멸망 길을</a:t>
            </a:r>
          </a:p>
        </p:txBody>
      </p:sp>
      <p:sp>
        <p:nvSpPr>
          <p:cNvPr id="2058" name="AutoShape 16">
            <a:hlinkClick r:id="rId5" action="ppaction://hlinksldjump"/>
            <a:extLst>
              <a:ext uri="{FF2B5EF4-FFF2-40B4-BE49-F238E27FC236}">
                <a16:creationId xmlns:a16="http://schemas.microsoft.com/office/drawing/2014/main" id="{741555AA-1D3E-5DAA-1EEE-7CE7CF1662DB}"/>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온 천하 만민 승리의</a:t>
            </a:r>
          </a:p>
        </p:txBody>
      </p:sp>
      <p:sp>
        <p:nvSpPr>
          <p:cNvPr id="2059" name="AutoShape 17">
            <a:hlinkClick r:id="rId6" action="ppaction://hlinksldjump"/>
            <a:extLst>
              <a:ext uri="{FF2B5EF4-FFF2-40B4-BE49-F238E27FC236}">
                <a16:creationId xmlns:a16="http://schemas.microsoft.com/office/drawing/2014/main" id="{DDB9D63D-7B2F-EE8C-ABD4-D0911A61595D}"/>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ko-KR" altLang="en-US" sz="1467"/>
              <a:t>후</a:t>
            </a:r>
            <a:r>
              <a:rPr lang="en-US" altLang="ko-KR" sz="1467"/>
              <a:t>.</a:t>
            </a:r>
            <a:r>
              <a:rPr lang="ko-KR" altLang="en-US" sz="1467"/>
              <a:t>큰 권세 주께 있으니</a:t>
            </a:r>
          </a:p>
        </p:txBody>
      </p:sp>
      <p:pic>
        <p:nvPicPr>
          <p:cNvPr id="2060" name="그림 1">
            <a:extLst>
              <a:ext uri="{FF2B5EF4-FFF2-40B4-BE49-F238E27FC236}">
                <a16:creationId xmlns:a16="http://schemas.microsoft.com/office/drawing/2014/main" id="{B4FBF353-AD71-FF48-5D8B-0814FC215EF2}"/>
              </a:ext>
            </a:extLst>
          </p:cNvPr>
          <p:cNvPicPr>
            <a:picLocks/>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그림 1">
            <a:extLst>
              <a:ext uri="{FF2B5EF4-FFF2-40B4-BE49-F238E27FC236}">
                <a16:creationId xmlns:a16="http://schemas.microsoft.com/office/drawing/2014/main" id="{C8CD39F4-3CD7-4D9A-ABCA-1ACEF9EE5BAD}"/>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AutoShape 13">
            <a:hlinkClick r:id="rId3" action="ppaction://hlinksldjump"/>
            <a:extLst>
              <a:ext uri="{FF2B5EF4-FFF2-40B4-BE49-F238E27FC236}">
                <a16:creationId xmlns:a16="http://schemas.microsoft.com/office/drawing/2014/main" id="{8D50A33E-C193-019C-BDD6-88B326F43BE3}"/>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1.Far, far away in dwelli</a:t>
            </a:r>
            <a:endParaRPr lang="ko-KR" altLang="en-US" sz="1467">
              <a:solidFill>
                <a:srgbClr val="FF0000"/>
              </a:solidFill>
            </a:endParaRPr>
          </a:p>
        </p:txBody>
      </p:sp>
      <p:sp>
        <p:nvSpPr>
          <p:cNvPr id="3076" name="AutoShape 14">
            <a:hlinkClick r:id="rId4" action="ppaction://hlinksldjump"/>
            <a:extLst>
              <a:ext uri="{FF2B5EF4-FFF2-40B4-BE49-F238E27FC236}">
                <a16:creationId xmlns:a16="http://schemas.microsoft.com/office/drawing/2014/main" id="{B9958BD1-75F2-FC03-2839-C8B4863098F2}"/>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2.See o'er the world </a:t>
            </a:r>
            <a:endParaRPr lang="ko-KR" altLang="en-US" sz="1467"/>
          </a:p>
        </p:txBody>
      </p:sp>
      <p:sp>
        <p:nvSpPr>
          <p:cNvPr id="3077" name="AutoShape 15">
            <a:hlinkClick r:id="rId5" action="ppaction://hlinksldjump"/>
            <a:extLst>
              <a:ext uri="{FF2B5EF4-FFF2-40B4-BE49-F238E27FC236}">
                <a16:creationId xmlns:a16="http://schemas.microsoft.com/office/drawing/2014/main" id="{ABFA18AE-B317-55D3-E793-5B57EE3E4E88}"/>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3."Why will ye die?" the </a:t>
            </a:r>
            <a:endParaRPr lang="ko-KR" altLang="en-US" sz="1467"/>
          </a:p>
        </p:txBody>
      </p:sp>
      <p:sp>
        <p:nvSpPr>
          <p:cNvPr id="3078" name="AutoShape 16">
            <a:hlinkClick r:id="rId6" action="ppaction://hlinksldjump"/>
            <a:extLst>
              <a:ext uri="{FF2B5EF4-FFF2-40B4-BE49-F238E27FC236}">
                <a16:creationId xmlns:a16="http://schemas.microsoft.com/office/drawing/2014/main" id="{EF90AF73-EAA8-7F91-235F-CF633105470D}"/>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4.God speed the day, </a:t>
            </a:r>
            <a:endParaRPr lang="ko-KR" altLang="en-US" sz="1467"/>
          </a:p>
        </p:txBody>
      </p:sp>
      <p:sp>
        <p:nvSpPr>
          <p:cNvPr id="3079" name="AutoShape 17">
            <a:hlinkClick r:id="rId7" action="ppaction://hlinksldjump"/>
            <a:extLst>
              <a:ext uri="{FF2B5EF4-FFF2-40B4-BE49-F238E27FC236}">
                <a16:creationId xmlns:a16="http://schemas.microsoft.com/office/drawing/2014/main" id="{0078E0DE-E005-8747-2BBB-366737C586CA}"/>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R.All pow'r is given </a:t>
            </a:r>
            <a:endParaRPr lang="ko-KR" altLang="en-US" sz="1467"/>
          </a:p>
        </p:txBody>
      </p:sp>
      <p:sp>
        <p:nvSpPr>
          <p:cNvPr id="3080" name="AutoShape 13">
            <a:hlinkClick r:id="rId3" action="ppaction://hlinksldjump"/>
            <a:extLst>
              <a:ext uri="{FF2B5EF4-FFF2-40B4-BE49-F238E27FC236}">
                <a16:creationId xmlns:a16="http://schemas.microsoft.com/office/drawing/2014/main" id="{6FC1DEE5-2436-C844-88FA-6C67AE38C268}"/>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a:t>
            </a:r>
            <a:r>
              <a:rPr lang="ko-KR" altLang="en-US" sz="1467">
                <a:solidFill>
                  <a:srgbClr val="FF0000"/>
                </a:solidFill>
              </a:rPr>
              <a:t>흑암에 사는 백성들을</a:t>
            </a:r>
          </a:p>
        </p:txBody>
      </p:sp>
      <p:sp>
        <p:nvSpPr>
          <p:cNvPr id="3081" name="AutoShape 14">
            <a:hlinkClick r:id="rId4" action="ppaction://hlinksldjump"/>
            <a:extLst>
              <a:ext uri="{FF2B5EF4-FFF2-40B4-BE49-F238E27FC236}">
                <a16:creationId xmlns:a16="http://schemas.microsoft.com/office/drawing/2014/main" id="{28ED8345-74C1-4AB1-BC2C-B2FE909EC460}"/>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구원의 문은 넓게</a:t>
            </a:r>
          </a:p>
        </p:txBody>
      </p:sp>
      <p:sp>
        <p:nvSpPr>
          <p:cNvPr id="3082" name="AutoShape 15">
            <a:hlinkClick r:id="rId5" action="ppaction://hlinksldjump"/>
            <a:extLst>
              <a:ext uri="{FF2B5EF4-FFF2-40B4-BE49-F238E27FC236}">
                <a16:creationId xmlns:a16="http://schemas.microsoft.com/office/drawing/2014/main" id="{3212E5B0-00D6-2109-A015-231FF03D0ED7}"/>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왜 너는 멸망 길을</a:t>
            </a:r>
          </a:p>
        </p:txBody>
      </p:sp>
      <p:sp>
        <p:nvSpPr>
          <p:cNvPr id="3083" name="AutoShape 16">
            <a:hlinkClick r:id="rId6" action="ppaction://hlinksldjump"/>
            <a:extLst>
              <a:ext uri="{FF2B5EF4-FFF2-40B4-BE49-F238E27FC236}">
                <a16:creationId xmlns:a16="http://schemas.microsoft.com/office/drawing/2014/main" id="{2FAAC8D8-1797-4140-28FB-970C7BAAA891}"/>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온 천하 만민 승리의</a:t>
            </a:r>
          </a:p>
        </p:txBody>
      </p:sp>
      <p:sp>
        <p:nvSpPr>
          <p:cNvPr id="3084" name="AutoShape 17">
            <a:hlinkClick r:id="rId7" action="ppaction://hlinksldjump"/>
            <a:extLst>
              <a:ext uri="{FF2B5EF4-FFF2-40B4-BE49-F238E27FC236}">
                <a16:creationId xmlns:a16="http://schemas.microsoft.com/office/drawing/2014/main" id="{CCB698AB-B21B-2CA0-B213-BB5B83CA60A5}"/>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ko-KR" altLang="en-US" sz="1467"/>
              <a:t>후</a:t>
            </a:r>
            <a:r>
              <a:rPr lang="en-US" altLang="ko-KR" sz="1467"/>
              <a:t>.</a:t>
            </a:r>
            <a:r>
              <a:rPr lang="ko-KR" altLang="en-US" sz="1467"/>
              <a:t>큰 권세 주께 있으니</a:t>
            </a:r>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그림 1">
            <a:extLst>
              <a:ext uri="{FF2B5EF4-FFF2-40B4-BE49-F238E27FC236}">
                <a16:creationId xmlns:a16="http://schemas.microsoft.com/office/drawing/2014/main" id="{C940D6D0-D934-D77A-8873-B1A1FAA32FDF}"/>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AutoShape 13">
            <a:hlinkClick r:id="rId3" action="ppaction://hlinksldjump"/>
            <a:extLst>
              <a:ext uri="{FF2B5EF4-FFF2-40B4-BE49-F238E27FC236}">
                <a16:creationId xmlns:a16="http://schemas.microsoft.com/office/drawing/2014/main" id="{D6D43A75-C5B7-5DF9-5153-309099E446FB}"/>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1.Far, far away in dwelli</a:t>
            </a:r>
            <a:endParaRPr lang="ko-KR" altLang="en-US" sz="1467">
              <a:solidFill>
                <a:srgbClr val="FF0000"/>
              </a:solidFill>
            </a:endParaRPr>
          </a:p>
        </p:txBody>
      </p:sp>
      <p:sp>
        <p:nvSpPr>
          <p:cNvPr id="4100" name="AutoShape 14">
            <a:hlinkClick r:id="rId4" action="ppaction://hlinksldjump"/>
            <a:extLst>
              <a:ext uri="{FF2B5EF4-FFF2-40B4-BE49-F238E27FC236}">
                <a16:creationId xmlns:a16="http://schemas.microsoft.com/office/drawing/2014/main" id="{67762488-35AE-596D-1FE5-3C2CCA355090}"/>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2.See o'er the world </a:t>
            </a:r>
            <a:endParaRPr lang="ko-KR" altLang="en-US" sz="1467"/>
          </a:p>
        </p:txBody>
      </p:sp>
      <p:sp>
        <p:nvSpPr>
          <p:cNvPr id="4101" name="AutoShape 15">
            <a:hlinkClick r:id="rId5" action="ppaction://hlinksldjump"/>
            <a:extLst>
              <a:ext uri="{FF2B5EF4-FFF2-40B4-BE49-F238E27FC236}">
                <a16:creationId xmlns:a16="http://schemas.microsoft.com/office/drawing/2014/main" id="{9D3802F3-6601-7FF1-16EE-773D3F817243}"/>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3."Why will ye die?" the </a:t>
            </a:r>
            <a:endParaRPr lang="ko-KR" altLang="en-US" sz="1467"/>
          </a:p>
        </p:txBody>
      </p:sp>
      <p:sp>
        <p:nvSpPr>
          <p:cNvPr id="4102" name="AutoShape 16">
            <a:hlinkClick r:id="rId6" action="ppaction://hlinksldjump"/>
            <a:extLst>
              <a:ext uri="{FF2B5EF4-FFF2-40B4-BE49-F238E27FC236}">
                <a16:creationId xmlns:a16="http://schemas.microsoft.com/office/drawing/2014/main" id="{F64822AC-A84B-12D3-F610-01E1DCFEAE62}"/>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4.God speed the day, </a:t>
            </a:r>
            <a:endParaRPr lang="ko-KR" altLang="en-US" sz="1467"/>
          </a:p>
        </p:txBody>
      </p:sp>
      <p:sp>
        <p:nvSpPr>
          <p:cNvPr id="4103" name="AutoShape 17">
            <a:hlinkClick r:id="rId7" action="ppaction://hlinksldjump"/>
            <a:extLst>
              <a:ext uri="{FF2B5EF4-FFF2-40B4-BE49-F238E27FC236}">
                <a16:creationId xmlns:a16="http://schemas.microsoft.com/office/drawing/2014/main" id="{87EDD9B2-5292-F564-FCF4-EE6CC8A4D35E}"/>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R.All pow'r is given </a:t>
            </a:r>
            <a:endParaRPr lang="ko-KR" altLang="en-US" sz="1467"/>
          </a:p>
        </p:txBody>
      </p:sp>
      <p:sp>
        <p:nvSpPr>
          <p:cNvPr id="4104" name="AutoShape 13">
            <a:hlinkClick r:id="rId3" action="ppaction://hlinksldjump"/>
            <a:extLst>
              <a:ext uri="{FF2B5EF4-FFF2-40B4-BE49-F238E27FC236}">
                <a16:creationId xmlns:a16="http://schemas.microsoft.com/office/drawing/2014/main" id="{A79AC0C4-8104-27C7-DE94-81B95C10A2CE}"/>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a:t>
            </a:r>
            <a:r>
              <a:rPr lang="ko-KR" altLang="en-US" sz="1467">
                <a:solidFill>
                  <a:srgbClr val="FF0000"/>
                </a:solidFill>
              </a:rPr>
              <a:t>흑암에 사는 백성들을</a:t>
            </a:r>
          </a:p>
        </p:txBody>
      </p:sp>
      <p:sp>
        <p:nvSpPr>
          <p:cNvPr id="4105" name="AutoShape 14">
            <a:hlinkClick r:id="rId4" action="ppaction://hlinksldjump"/>
            <a:extLst>
              <a:ext uri="{FF2B5EF4-FFF2-40B4-BE49-F238E27FC236}">
                <a16:creationId xmlns:a16="http://schemas.microsoft.com/office/drawing/2014/main" id="{09087E82-6AF8-9F8A-6D2B-4EBF683AC8BB}"/>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구원의 문은 넓게</a:t>
            </a:r>
          </a:p>
        </p:txBody>
      </p:sp>
      <p:sp>
        <p:nvSpPr>
          <p:cNvPr id="4106" name="AutoShape 15">
            <a:hlinkClick r:id="rId5" action="ppaction://hlinksldjump"/>
            <a:extLst>
              <a:ext uri="{FF2B5EF4-FFF2-40B4-BE49-F238E27FC236}">
                <a16:creationId xmlns:a16="http://schemas.microsoft.com/office/drawing/2014/main" id="{1F3D8A5D-8C82-C2B1-B70F-7BFA06F17157}"/>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왜 너는 멸망 길을</a:t>
            </a:r>
          </a:p>
        </p:txBody>
      </p:sp>
      <p:sp>
        <p:nvSpPr>
          <p:cNvPr id="4107" name="AutoShape 16">
            <a:hlinkClick r:id="rId6" action="ppaction://hlinksldjump"/>
            <a:extLst>
              <a:ext uri="{FF2B5EF4-FFF2-40B4-BE49-F238E27FC236}">
                <a16:creationId xmlns:a16="http://schemas.microsoft.com/office/drawing/2014/main" id="{0615E359-657C-681E-1236-C18F944025AD}"/>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온 천하 만민 승리의</a:t>
            </a:r>
          </a:p>
        </p:txBody>
      </p:sp>
      <p:sp>
        <p:nvSpPr>
          <p:cNvPr id="4108" name="AutoShape 17">
            <a:hlinkClick r:id="rId7" action="ppaction://hlinksldjump"/>
            <a:extLst>
              <a:ext uri="{FF2B5EF4-FFF2-40B4-BE49-F238E27FC236}">
                <a16:creationId xmlns:a16="http://schemas.microsoft.com/office/drawing/2014/main" id="{2A57234A-DC84-45A2-19BA-A84120CD4FE4}"/>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ko-KR" altLang="en-US" sz="1467"/>
              <a:t>후</a:t>
            </a:r>
            <a:r>
              <a:rPr lang="en-US" altLang="ko-KR" sz="1467"/>
              <a:t>.</a:t>
            </a:r>
            <a:r>
              <a:rPr lang="ko-KR" altLang="en-US" sz="1467"/>
              <a:t>큰 권세 주께 있으니</a:t>
            </a:r>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그림 1">
            <a:extLst>
              <a:ext uri="{FF2B5EF4-FFF2-40B4-BE49-F238E27FC236}">
                <a16:creationId xmlns:a16="http://schemas.microsoft.com/office/drawing/2014/main" id="{32F0AC40-1E83-6CBE-F308-FE668E04765D}"/>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AutoShape 13">
            <a:hlinkClick r:id="rId3" action="ppaction://hlinksldjump"/>
            <a:extLst>
              <a:ext uri="{FF2B5EF4-FFF2-40B4-BE49-F238E27FC236}">
                <a16:creationId xmlns:a16="http://schemas.microsoft.com/office/drawing/2014/main" id="{542BEA54-5CBF-10FA-DEF4-3BF1960D3446}"/>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1.Far, far away in dwelli</a:t>
            </a:r>
            <a:endParaRPr lang="ko-KR" altLang="en-US" sz="1467">
              <a:solidFill>
                <a:srgbClr val="FF0000"/>
              </a:solidFill>
            </a:endParaRPr>
          </a:p>
        </p:txBody>
      </p:sp>
      <p:sp>
        <p:nvSpPr>
          <p:cNvPr id="5124" name="AutoShape 14">
            <a:hlinkClick r:id="rId4" action="ppaction://hlinksldjump"/>
            <a:extLst>
              <a:ext uri="{FF2B5EF4-FFF2-40B4-BE49-F238E27FC236}">
                <a16:creationId xmlns:a16="http://schemas.microsoft.com/office/drawing/2014/main" id="{60AB2F5A-38C6-B869-8327-B2470C801792}"/>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2.See o'er the world </a:t>
            </a:r>
            <a:endParaRPr lang="ko-KR" altLang="en-US" sz="1467"/>
          </a:p>
        </p:txBody>
      </p:sp>
      <p:sp>
        <p:nvSpPr>
          <p:cNvPr id="5125" name="AutoShape 15">
            <a:hlinkClick r:id="rId5" action="ppaction://hlinksldjump"/>
            <a:extLst>
              <a:ext uri="{FF2B5EF4-FFF2-40B4-BE49-F238E27FC236}">
                <a16:creationId xmlns:a16="http://schemas.microsoft.com/office/drawing/2014/main" id="{13C9944B-6F8E-3686-69FE-8A35CEA33F87}"/>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3."Why will ye die?" the </a:t>
            </a:r>
            <a:endParaRPr lang="ko-KR" altLang="en-US" sz="1467"/>
          </a:p>
        </p:txBody>
      </p:sp>
      <p:sp>
        <p:nvSpPr>
          <p:cNvPr id="5126" name="AutoShape 16">
            <a:hlinkClick r:id="rId6" action="ppaction://hlinksldjump"/>
            <a:extLst>
              <a:ext uri="{FF2B5EF4-FFF2-40B4-BE49-F238E27FC236}">
                <a16:creationId xmlns:a16="http://schemas.microsoft.com/office/drawing/2014/main" id="{14AA2710-1CC2-76EE-BEFB-0F1487C604F5}"/>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4.God speed the day, </a:t>
            </a:r>
            <a:endParaRPr lang="ko-KR" altLang="en-US" sz="1467"/>
          </a:p>
        </p:txBody>
      </p:sp>
      <p:sp>
        <p:nvSpPr>
          <p:cNvPr id="5127" name="AutoShape 17">
            <a:hlinkClick r:id="rId7" action="ppaction://hlinksldjump"/>
            <a:extLst>
              <a:ext uri="{FF2B5EF4-FFF2-40B4-BE49-F238E27FC236}">
                <a16:creationId xmlns:a16="http://schemas.microsoft.com/office/drawing/2014/main" id="{EDEDA0C3-9FC7-305F-162B-931691E5221D}"/>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R.All pow'r is given </a:t>
            </a:r>
            <a:endParaRPr lang="ko-KR" altLang="en-US" sz="1467"/>
          </a:p>
        </p:txBody>
      </p:sp>
      <p:sp>
        <p:nvSpPr>
          <p:cNvPr id="5128" name="AutoShape 13">
            <a:hlinkClick r:id="rId3" action="ppaction://hlinksldjump"/>
            <a:extLst>
              <a:ext uri="{FF2B5EF4-FFF2-40B4-BE49-F238E27FC236}">
                <a16:creationId xmlns:a16="http://schemas.microsoft.com/office/drawing/2014/main" id="{7403349B-FFD9-16BE-7F34-8B62478AFB5F}"/>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a:t>
            </a:r>
            <a:r>
              <a:rPr lang="ko-KR" altLang="en-US" sz="1467">
                <a:solidFill>
                  <a:srgbClr val="FF0000"/>
                </a:solidFill>
              </a:rPr>
              <a:t>흑암에 사는 백성들을</a:t>
            </a:r>
          </a:p>
        </p:txBody>
      </p:sp>
      <p:sp>
        <p:nvSpPr>
          <p:cNvPr id="5129" name="AutoShape 14">
            <a:hlinkClick r:id="rId4" action="ppaction://hlinksldjump"/>
            <a:extLst>
              <a:ext uri="{FF2B5EF4-FFF2-40B4-BE49-F238E27FC236}">
                <a16:creationId xmlns:a16="http://schemas.microsoft.com/office/drawing/2014/main" id="{76D13B33-37AC-1C48-4011-11FDE5C1FB1C}"/>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구원의 문은 넓게</a:t>
            </a:r>
          </a:p>
        </p:txBody>
      </p:sp>
      <p:sp>
        <p:nvSpPr>
          <p:cNvPr id="5130" name="AutoShape 15">
            <a:hlinkClick r:id="rId5" action="ppaction://hlinksldjump"/>
            <a:extLst>
              <a:ext uri="{FF2B5EF4-FFF2-40B4-BE49-F238E27FC236}">
                <a16:creationId xmlns:a16="http://schemas.microsoft.com/office/drawing/2014/main" id="{929956B6-49BC-0B41-3D40-303EE8D2F633}"/>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왜 너는 멸망 길을</a:t>
            </a:r>
          </a:p>
        </p:txBody>
      </p:sp>
      <p:sp>
        <p:nvSpPr>
          <p:cNvPr id="5131" name="AutoShape 16">
            <a:hlinkClick r:id="rId6" action="ppaction://hlinksldjump"/>
            <a:extLst>
              <a:ext uri="{FF2B5EF4-FFF2-40B4-BE49-F238E27FC236}">
                <a16:creationId xmlns:a16="http://schemas.microsoft.com/office/drawing/2014/main" id="{2AE6D368-F973-27C2-C4C7-ED253B5D91A2}"/>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온 천하 만민 승리의</a:t>
            </a:r>
          </a:p>
        </p:txBody>
      </p:sp>
      <p:sp>
        <p:nvSpPr>
          <p:cNvPr id="5132" name="AutoShape 17">
            <a:hlinkClick r:id="rId7" action="ppaction://hlinksldjump"/>
            <a:extLst>
              <a:ext uri="{FF2B5EF4-FFF2-40B4-BE49-F238E27FC236}">
                <a16:creationId xmlns:a16="http://schemas.microsoft.com/office/drawing/2014/main" id="{0930EB17-61E4-8374-6BE0-74C49692EF97}"/>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ko-KR" altLang="en-US" sz="1467"/>
              <a:t>후</a:t>
            </a:r>
            <a:r>
              <a:rPr lang="en-US" altLang="ko-KR" sz="1467"/>
              <a:t>.</a:t>
            </a:r>
            <a:r>
              <a:rPr lang="ko-KR" altLang="en-US" sz="1467"/>
              <a:t>큰 권세 주께 있으니</a:t>
            </a: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그림 1">
            <a:extLst>
              <a:ext uri="{FF2B5EF4-FFF2-40B4-BE49-F238E27FC236}">
                <a16:creationId xmlns:a16="http://schemas.microsoft.com/office/drawing/2014/main" id="{B7C0EFAE-AD33-9309-187B-F20307BAB76A}"/>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7" name="AutoShape 13">
            <a:hlinkClick r:id="rId3" action="ppaction://hlinksldjump"/>
            <a:extLst>
              <a:ext uri="{FF2B5EF4-FFF2-40B4-BE49-F238E27FC236}">
                <a16:creationId xmlns:a16="http://schemas.microsoft.com/office/drawing/2014/main" id="{8BE75007-06A6-23ED-4657-71CBB13AF65F}"/>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1.Far, far away in dwelli</a:t>
            </a:r>
            <a:endParaRPr lang="ko-KR" altLang="en-US" sz="1467">
              <a:solidFill>
                <a:srgbClr val="FF0000"/>
              </a:solidFill>
            </a:endParaRPr>
          </a:p>
        </p:txBody>
      </p:sp>
      <p:sp>
        <p:nvSpPr>
          <p:cNvPr id="6148" name="AutoShape 14">
            <a:hlinkClick r:id="rId4" action="ppaction://hlinksldjump"/>
            <a:extLst>
              <a:ext uri="{FF2B5EF4-FFF2-40B4-BE49-F238E27FC236}">
                <a16:creationId xmlns:a16="http://schemas.microsoft.com/office/drawing/2014/main" id="{D8DF49F9-D423-1DD5-B2D3-79457E29B89B}"/>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2.See o'er the world </a:t>
            </a:r>
            <a:endParaRPr lang="ko-KR" altLang="en-US" sz="1467"/>
          </a:p>
        </p:txBody>
      </p:sp>
      <p:sp>
        <p:nvSpPr>
          <p:cNvPr id="6149" name="AutoShape 15">
            <a:hlinkClick r:id="rId5" action="ppaction://hlinksldjump"/>
            <a:extLst>
              <a:ext uri="{FF2B5EF4-FFF2-40B4-BE49-F238E27FC236}">
                <a16:creationId xmlns:a16="http://schemas.microsoft.com/office/drawing/2014/main" id="{C091B0EE-97C8-D57E-66AE-FA52C9D74340}"/>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3."Why will ye die?" the </a:t>
            </a:r>
            <a:endParaRPr lang="ko-KR" altLang="en-US" sz="1467"/>
          </a:p>
        </p:txBody>
      </p:sp>
      <p:sp>
        <p:nvSpPr>
          <p:cNvPr id="6150" name="AutoShape 16">
            <a:hlinkClick r:id="rId6" action="ppaction://hlinksldjump"/>
            <a:extLst>
              <a:ext uri="{FF2B5EF4-FFF2-40B4-BE49-F238E27FC236}">
                <a16:creationId xmlns:a16="http://schemas.microsoft.com/office/drawing/2014/main" id="{11150BA5-6425-139F-0C47-40FAF28C6040}"/>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4.God speed the day, </a:t>
            </a:r>
            <a:endParaRPr lang="ko-KR" altLang="en-US" sz="1467"/>
          </a:p>
        </p:txBody>
      </p:sp>
      <p:sp>
        <p:nvSpPr>
          <p:cNvPr id="6151" name="AutoShape 17">
            <a:hlinkClick r:id="rId7" action="ppaction://hlinksldjump"/>
            <a:extLst>
              <a:ext uri="{FF2B5EF4-FFF2-40B4-BE49-F238E27FC236}">
                <a16:creationId xmlns:a16="http://schemas.microsoft.com/office/drawing/2014/main" id="{3C33C627-4C7D-B602-C624-C2B150AFFF2D}"/>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R.All pow'r is given </a:t>
            </a:r>
            <a:endParaRPr lang="ko-KR" altLang="en-US" sz="1467"/>
          </a:p>
        </p:txBody>
      </p:sp>
      <p:sp>
        <p:nvSpPr>
          <p:cNvPr id="6152" name="AutoShape 13">
            <a:hlinkClick r:id="rId3" action="ppaction://hlinksldjump"/>
            <a:extLst>
              <a:ext uri="{FF2B5EF4-FFF2-40B4-BE49-F238E27FC236}">
                <a16:creationId xmlns:a16="http://schemas.microsoft.com/office/drawing/2014/main" id="{503B0C36-75F1-2E89-AEA1-E77E18C10F1A}"/>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1.</a:t>
            </a:r>
            <a:r>
              <a:rPr lang="ko-KR" altLang="en-US" sz="1467">
                <a:solidFill>
                  <a:srgbClr val="FF0000"/>
                </a:solidFill>
              </a:rPr>
              <a:t>흑암에 사는 백성들을</a:t>
            </a:r>
          </a:p>
        </p:txBody>
      </p:sp>
      <p:sp>
        <p:nvSpPr>
          <p:cNvPr id="6153" name="AutoShape 14">
            <a:hlinkClick r:id="rId4" action="ppaction://hlinksldjump"/>
            <a:extLst>
              <a:ext uri="{FF2B5EF4-FFF2-40B4-BE49-F238E27FC236}">
                <a16:creationId xmlns:a16="http://schemas.microsoft.com/office/drawing/2014/main" id="{D83F181B-2B8F-51DC-5B8A-FCCE4B1261D1}"/>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구원의 문은 넓게</a:t>
            </a:r>
          </a:p>
        </p:txBody>
      </p:sp>
      <p:sp>
        <p:nvSpPr>
          <p:cNvPr id="6154" name="AutoShape 15">
            <a:hlinkClick r:id="rId5" action="ppaction://hlinksldjump"/>
            <a:extLst>
              <a:ext uri="{FF2B5EF4-FFF2-40B4-BE49-F238E27FC236}">
                <a16:creationId xmlns:a16="http://schemas.microsoft.com/office/drawing/2014/main" id="{B7FD0DF1-DEB2-3932-5623-3ED7E0E59425}"/>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왜 너는 멸망 길을</a:t>
            </a:r>
          </a:p>
        </p:txBody>
      </p:sp>
      <p:sp>
        <p:nvSpPr>
          <p:cNvPr id="6155" name="AutoShape 16">
            <a:hlinkClick r:id="rId6" action="ppaction://hlinksldjump"/>
            <a:extLst>
              <a:ext uri="{FF2B5EF4-FFF2-40B4-BE49-F238E27FC236}">
                <a16:creationId xmlns:a16="http://schemas.microsoft.com/office/drawing/2014/main" id="{A3C9599F-0EE2-EE04-434E-45274CA399F6}"/>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온 천하 만민 승리의</a:t>
            </a:r>
          </a:p>
        </p:txBody>
      </p:sp>
      <p:sp>
        <p:nvSpPr>
          <p:cNvPr id="6156" name="AutoShape 17">
            <a:hlinkClick r:id="rId7" action="ppaction://hlinksldjump"/>
            <a:extLst>
              <a:ext uri="{FF2B5EF4-FFF2-40B4-BE49-F238E27FC236}">
                <a16:creationId xmlns:a16="http://schemas.microsoft.com/office/drawing/2014/main" id="{6D88CFA2-8706-4003-298E-3BA01B076979}"/>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ko-KR" altLang="en-US" sz="1467"/>
              <a:t>후</a:t>
            </a:r>
            <a:r>
              <a:rPr lang="en-US" altLang="ko-KR" sz="1467"/>
              <a:t>.</a:t>
            </a:r>
            <a:r>
              <a:rPr lang="ko-KR" altLang="en-US" sz="1467"/>
              <a:t>큰 권세 주께 있으니</a:t>
            </a:r>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그림 1">
            <a:extLst>
              <a:ext uri="{FF2B5EF4-FFF2-40B4-BE49-F238E27FC236}">
                <a16:creationId xmlns:a16="http://schemas.microsoft.com/office/drawing/2014/main" id="{7F29BDDC-C9D8-244B-82A2-7889C80FF7B4}"/>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AutoShape 13">
            <a:hlinkClick r:id="rId3" action="ppaction://hlinksldjump"/>
            <a:extLst>
              <a:ext uri="{FF2B5EF4-FFF2-40B4-BE49-F238E27FC236}">
                <a16:creationId xmlns:a16="http://schemas.microsoft.com/office/drawing/2014/main" id="{2DD5E22C-2A69-6A58-375B-7FB6447E7DE2}"/>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1.Far, far away in dwelli</a:t>
            </a:r>
            <a:endParaRPr lang="ko-KR" altLang="en-US" sz="1467"/>
          </a:p>
        </p:txBody>
      </p:sp>
      <p:sp>
        <p:nvSpPr>
          <p:cNvPr id="7172" name="AutoShape 14">
            <a:hlinkClick r:id="rId4" action="ppaction://hlinksldjump"/>
            <a:extLst>
              <a:ext uri="{FF2B5EF4-FFF2-40B4-BE49-F238E27FC236}">
                <a16:creationId xmlns:a16="http://schemas.microsoft.com/office/drawing/2014/main" id="{B1257DB4-0255-CBB5-3E92-717203FAE1DC}"/>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2.See o'er the world </a:t>
            </a:r>
            <a:endParaRPr lang="ko-KR" altLang="en-US" sz="1467">
              <a:solidFill>
                <a:srgbClr val="FF0000"/>
              </a:solidFill>
            </a:endParaRPr>
          </a:p>
        </p:txBody>
      </p:sp>
      <p:sp>
        <p:nvSpPr>
          <p:cNvPr id="7173" name="AutoShape 15">
            <a:hlinkClick r:id="rId5" action="ppaction://hlinksldjump"/>
            <a:extLst>
              <a:ext uri="{FF2B5EF4-FFF2-40B4-BE49-F238E27FC236}">
                <a16:creationId xmlns:a16="http://schemas.microsoft.com/office/drawing/2014/main" id="{494D01DB-459F-6171-38CE-8309B9823FD7}"/>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3."Why will ye die?" the </a:t>
            </a:r>
            <a:endParaRPr lang="ko-KR" altLang="en-US" sz="1467"/>
          </a:p>
        </p:txBody>
      </p:sp>
      <p:sp>
        <p:nvSpPr>
          <p:cNvPr id="7174" name="AutoShape 16">
            <a:hlinkClick r:id="rId6" action="ppaction://hlinksldjump"/>
            <a:extLst>
              <a:ext uri="{FF2B5EF4-FFF2-40B4-BE49-F238E27FC236}">
                <a16:creationId xmlns:a16="http://schemas.microsoft.com/office/drawing/2014/main" id="{0BF3C19F-BFC0-D13F-31FD-97CE95CE6D8D}"/>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4.God speed the day, </a:t>
            </a:r>
            <a:endParaRPr lang="ko-KR" altLang="en-US" sz="1467"/>
          </a:p>
        </p:txBody>
      </p:sp>
      <p:sp>
        <p:nvSpPr>
          <p:cNvPr id="7175" name="AutoShape 17">
            <a:hlinkClick r:id="rId7" action="ppaction://hlinksldjump"/>
            <a:extLst>
              <a:ext uri="{FF2B5EF4-FFF2-40B4-BE49-F238E27FC236}">
                <a16:creationId xmlns:a16="http://schemas.microsoft.com/office/drawing/2014/main" id="{73823D7E-D60F-CAEE-926B-1B70DABF1E1E}"/>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R.All pow'r is given </a:t>
            </a:r>
            <a:endParaRPr lang="ko-KR" altLang="en-US" sz="1467"/>
          </a:p>
        </p:txBody>
      </p:sp>
      <p:sp>
        <p:nvSpPr>
          <p:cNvPr id="7176" name="AutoShape 13">
            <a:hlinkClick r:id="rId3" action="ppaction://hlinksldjump"/>
            <a:extLst>
              <a:ext uri="{FF2B5EF4-FFF2-40B4-BE49-F238E27FC236}">
                <a16:creationId xmlns:a16="http://schemas.microsoft.com/office/drawing/2014/main" id="{7028C050-7AFB-A8EC-15F9-540CC1921E7C}"/>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흑암에 사는 백성들을</a:t>
            </a:r>
          </a:p>
        </p:txBody>
      </p:sp>
      <p:sp>
        <p:nvSpPr>
          <p:cNvPr id="7177" name="AutoShape 14">
            <a:hlinkClick r:id="rId4" action="ppaction://hlinksldjump"/>
            <a:extLst>
              <a:ext uri="{FF2B5EF4-FFF2-40B4-BE49-F238E27FC236}">
                <a16:creationId xmlns:a16="http://schemas.microsoft.com/office/drawing/2014/main" id="{E70DF8B0-D525-D4D8-1DFE-36B04BCDC35A}"/>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a:t>
            </a:r>
            <a:r>
              <a:rPr lang="ko-KR" altLang="en-US" sz="1467">
                <a:solidFill>
                  <a:srgbClr val="FF0000"/>
                </a:solidFill>
              </a:rPr>
              <a:t>구원의 문은 넓게</a:t>
            </a:r>
          </a:p>
        </p:txBody>
      </p:sp>
      <p:sp>
        <p:nvSpPr>
          <p:cNvPr id="7178" name="AutoShape 15">
            <a:hlinkClick r:id="rId5" action="ppaction://hlinksldjump"/>
            <a:extLst>
              <a:ext uri="{FF2B5EF4-FFF2-40B4-BE49-F238E27FC236}">
                <a16:creationId xmlns:a16="http://schemas.microsoft.com/office/drawing/2014/main" id="{7F7ED10E-8A2E-1235-A242-0FE65A467281}"/>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왜 너는 멸망 길을</a:t>
            </a:r>
          </a:p>
        </p:txBody>
      </p:sp>
      <p:sp>
        <p:nvSpPr>
          <p:cNvPr id="7179" name="AutoShape 16">
            <a:hlinkClick r:id="rId6" action="ppaction://hlinksldjump"/>
            <a:extLst>
              <a:ext uri="{FF2B5EF4-FFF2-40B4-BE49-F238E27FC236}">
                <a16:creationId xmlns:a16="http://schemas.microsoft.com/office/drawing/2014/main" id="{DE9B44B3-57ED-70BE-D0E2-CED6ECF5DE8B}"/>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온 천하 만민 승리의</a:t>
            </a:r>
          </a:p>
        </p:txBody>
      </p:sp>
      <p:sp>
        <p:nvSpPr>
          <p:cNvPr id="7180" name="AutoShape 17">
            <a:hlinkClick r:id="rId7" action="ppaction://hlinksldjump"/>
            <a:extLst>
              <a:ext uri="{FF2B5EF4-FFF2-40B4-BE49-F238E27FC236}">
                <a16:creationId xmlns:a16="http://schemas.microsoft.com/office/drawing/2014/main" id="{60D2E137-1682-72CB-1113-A150CA46C6A1}"/>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ko-KR" altLang="en-US" sz="1467"/>
              <a:t>후</a:t>
            </a:r>
            <a:r>
              <a:rPr lang="en-US" altLang="ko-KR" sz="1467"/>
              <a:t>.</a:t>
            </a:r>
            <a:r>
              <a:rPr lang="ko-KR" altLang="en-US" sz="1467"/>
              <a:t>큰 권세 주께 있으니</a:t>
            </a: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그림 1">
            <a:extLst>
              <a:ext uri="{FF2B5EF4-FFF2-40B4-BE49-F238E27FC236}">
                <a16:creationId xmlns:a16="http://schemas.microsoft.com/office/drawing/2014/main" id="{9C296471-1E13-EAE1-B7D8-1E2056F1ACFB}"/>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5" name="AutoShape 13">
            <a:hlinkClick r:id="rId3" action="ppaction://hlinksldjump"/>
            <a:extLst>
              <a:ext uri="{FF2B5EF4-FFF2-40B4-BE49-F238E27FC236}">
                <a16:creationId xmlns:a16="http://schemas.microsoft.com/office/drawing/2014/main" id="{423ABDC4-42CB-7CA4-7AA7-8520F8658AD6}"/>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1.Far, far away in dwelli</a:t>
            </a:r>
            <a:endParaRPr lang="ko-KR" altLang="en-US" sz="1467"/>
          </a:p>
        </p:txBody>
      </p:sp>
      <p:sp>
        <p:nvSpPr>
          <p:cNvPr id="8196" name="AutoShape 14">
            <a:hlinkClick r:id="rId4" action="ppaction://hlinksldjump"/>
            <a:extLst>
              <a:ext uri="{FF2B5EF4-FFF2-40B4-BE49-F238E27FC236}">
                <a16:creationId xmlns:a16="http://schemas.microsoft.com/office/drawing/2014/main" id="{18E22C33-7671-7014-CF92-1890953D6C3B}"/>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2.See o'er the world </a:t>
            </a:r>
            <a:endParaRPr lang="ko-KR" altLang="en-US" sz="1467">
              <a:solidFill>
                <a:srgbClr val="FF0000"/>
              </a:solidFill>
            </a:endParaRPr>
          </a:p>
        </p:txBody>
      </p:sp>
      <p:sp>
        <p:nvSpPr>
          <p:cNvPr id="8197" name="AutoShape 15">
            <a:hlinkClick r:id="rId5" action="ppaction://hlinksldjump"/>
            <a:extLst>
              <a:ext uri="{FF2B5EF4-FFF2-40B4-BE49-F238E27FC236}">
                <a16:creationId xmlns:a16="http://schemas.microsoft.com/office/drawing/2014/main" id="{E1D6D7A7-D4B6-7A6C-69DF-8C2829FC1B34}"/>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3."Why will ye die?" the </a:t>
            </a:r>
            <a:endParaRPr lang="ko-KR" altLang="en-US" sz="1467"/>
          </a:p>
        </p:txBody>
      </p:sp>
      <p:sp>
        <p:nvSpPr>
          <p:cNvPr id="8198" name="AutoShape 16">
            <a:hlinkClick r:id="rId6" action="ppaction://hlinksldjump"/>
            <a:extLst>
              <a:ext uri="{FF2B5EF4-FFF2-40B4-BE49-F238E27FC236}">
                <a16:creationId xmlns:a16="http://schemas.microsoft.com/office/drawing/2014/main" id="{B4C29E2C-8A59-2F0B-DF13-48900CD871FE}"/>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4.God speed the day, </a:t>
            </a:r>
            <a:endParaRPr lang="ko-KR" altLang="en-US" sz="1467"/>
          </a:p>
        </p:txBody>
      </p:sp>
      <p:sp>
        <p:nvSpPr>
          <p:cNvPr id="8199" name="AutoShape 17">
            <a:hlinkClick r:id="rId7" action="ppaction://hlinksldjump"/>
            <a:extLst>
              <a:ext uri="{FF2B5EF4-FFF2-40B4-BE49-F238E27FC236}">
                <a16:creationId xmlns:a16="http://schemas.microsoft.com/office/drawing/2014/main" id="{AACA4564-3918-326C-6696-BD104B3B8F69}"/>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R.All pow'r is given </a:t>
            </a:r>
            <a:endParaRPr lang="ko-KR" altLang="en-US" sz="1467"/>
          </a:p>
        </p:txBody>
      </p:sp>
      <p:sp>
        <p:nvSpPr>
          <p:cNvPr id="8200" name="AutoShape 13">
            <a:hlinkClick r:id="rId3" action="ppaction://hlinksldjump"/>
            <a:extLst>
              <a:ext uri="{FF2B5EF4-FFF2-40B4-BE49-F238E27FC236}">
                <a16:creationId xmlns:a16="http://schemas.microsoft.com/office/drawing/2014/main" id="{FF9A2301-9CCF-A44C-1852-E7B772B8DF1A}"/>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흑암에 사는 백성들을</a:t>
            </a:r>
          </a:p>
        </p:txBody>
      </p:sp>
      <p:sp>
        <p:nvSpPr>
          <p:cNvPr id="8201" name="AutoShape 14">
            <a:hlinkClick r:id="rId4" action="ppaction://hlinksldjump"/>
            <a:extLst>
              <a:ext uri="{FF2B5EF4-FFF2-40B4-BE49-F238E27FC236}">
                <a16:creationId xmlns:a16="http://schemas.microsoft.com/office/drawing/2014/main" id="{DBB544A6-DEE4-A2CF-353F-06C5589F50EC}"/>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a:t>
            </a:r>
            <a:r>
              <a:rPr lang="ko-KR" altLang="en-US" sz="1467">
                <a:solidFill>
                  <a:srgbClr val="FF0000"/>
                </a:solidFill>
              </a:rPr>
              <a:t>구원의 문은 넓게</a:t>
            </a:r>
          </a:p>
        </p:txBody>
      </p:sp>
      <p:sp>
        <p:nvSpPr>
          <p:cNvPr id="8202" name="AutoShape 15">
            <a:hlinkClick r:id="rId5" action="ppaction://hlinksldjump"/>
            <a:extLst>
              <a:ext uri="{FF2B5EF4-FFF2-40B4-BE49-F238E27FC236}">
                <a16:creationId xmlns:a16="http://schemas.microsoft.com/office/drawing/2014/main" id="{365EF95E-9BBB-47D4-AA9E-F5A9B57DC2A6}"/>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왜 너는 멸망 길을</a:t>
            </a:r>
          </a:p>
        </p:txBody>
      </p:sp>
      <p:sp>
        <p:nvSpPr>
          <p:cNvPr id="8203" name="AutoShape 16">
            <a:hlinkClick r:id="rId6" action="ppaction://hlinksldjump"/>
            <a:extLst>
              <a:ext uri="{FF2B5EF4-FFF2-40B4-BE49-F238E27FC236}">
                <a16:creationId xmlns:a16="http://schemas.microsoft.com/office/drawing/2014/main" id="{A71B5F39-0444-C48A-9D8E-62F922F468A6}"/>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온 천하 만민 승리의</a:t>
            </a:r>
          </a:p>
        </p:txBody>
      </p:sp>
      <p:sp>
        <p:nvSpPr>
          <p:cNvPr id="8204" name="AutoShape 17">
            <a:hlinkClick r:id="rId7" action="ppaction://hlinksldjump"/>
            <a:extLst>
              <a:ext uri="{FF2B5EF4-FFF2-40B4-BE49-F238E27FC236}">
                <a16:creationId xmlns:a16="http://schemas.microsoft.com/office/drawing/2014/main" id="{0BE3D0C5-630A-805E-D4A9-E7C9FFEF7E7C}"/>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ko-KR" altLang="en-US" sz="1467"/>
              <a:t>후</a:t>
            </a:r>
            <a:r>
              <a:rPr lang="en-US" altLang="ko-KR" sz="1467"/>
              <a:t>.</a:t>
            </a:r>
            <a:r>
              <a:rPr lang="ko-KR" altLang="en-US" sz="1467"/>
              <a:t>큰 권세 주께 있으니</a:t>
            </a:r>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그림 1">
            <a:extLst>
              <a:ext uri="{FF2B5EF4-FFF2-40B4-BE49-F238E27FC236}">
                <a16:creationId xmlns:a16="http://schemas.microsoft.com/office/drawing/2014/main" id="{D267B974-B410-B510-D310-0BF2FAD75A70}"/>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AutoShape 13">
            <a:hlinkClick r:id="rId3" action="ppaction://hlinksldjump"/>
            <a:extLst>
              <a:ext uri="{FF2B5EF4-FFF2-40B4-BE49-F238E27FC236}">
                <a16:creationId xmlns:a16="http://schemas.microsoft.com/office/drawing/2014/main" id="{47B79891-AAEA-62E2-E06C-EC541A0AE801}"/>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1.Far, far away in dwelli</a:t>
            </a:r>
            <a:endParaRPr lang="ko-KR" altLang="en-US" sz="1467"/>
          </a:p>
        </p:txBody>
      </p:sp>
      <p:sp>
        <p:nvSpPr>
          <p:cNvPr id="9220" name="AutoShape 14">
            <a:hlinkClick r:id="rId4" action="ppaction://hlinksldjump"/>
            <a:extLst>
              <a:ext uri="{FF2B5EF4-FFF2-40B4-BE49-F238E27FC236}">
                <a16:creationId xmlns:a16="http://schemas.microsoft.com/office/drawing/2014/main" id="{361AC0BE-FC6B-D35E-CA59-91B01D60D92A}"/>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2.See o'er the world </a:t>
            </a:r>
            <a:endParaRPr lang="ko-KR" altLang="en-US" sz="1467">
              <a:solidFill>
                <a:srgbClr val="FF0000"/>
              </a:solidFill>
            </a:endParaRPr>
          </a:p>
        </p:txBody>
      </p:sp>
      <p:sp>
        <p:nvSpPr>
          <p:cNvPr id="9221" name="AutoShape 15">
            <a:hlinkClick r:id="rId5" action="ppaction://hlinksldjump"/>
            <a:extLst>
              <a:ext uri="{FF2B5EF4-FFF2-40B4-BE49-F238E27FC236}">
                <a16:creationId xmlns:a16="http://schemas.microsoft.com/office/drawing/2014/main" id="{46725E6B-A910-0291-709B-5D5AE529EA71}"/>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3."Why will ye die?" the </a:t>
            </a:r>
            <a:endParaRPr lang="ko-KR" altLang="en-US" sz="1467"/>
          </a:p>
        </p:txBody>
      </p:sp>
      <p:sp>
        <p:nvSpPr>
          <p:cNvPr id="9222" name="AutoShape 16">
            <a:hlinkClick r:id="rId6" action="ppaction://hlinksldjump"/>
            <a:extLst>
              <a:ext uri="{FF2B5EF4-FFF2-40B4-BE49-F238E27FC236}">
                <a16:creationId xmlns:a16="http://schemas.microsoft.com/office/drawing/2014/main" id="{5B3185DE-78B1-5FB8-4685-E4D510EFA9E8}"/>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4.God speed the day, </a:t>
            </a:r>
            <a:endParaRPr lang="ko-KR" altLang="en-US" sz="1467"/>
          </a:p>
        </p:txBody>
      </p:sp>
      <p:sp>
        <p:nvSpPr>
          <p:cNvPr id="9223" name="AutoShape 17">
            <a:hlinkClick r:id="rId7" action="ppaction://hlinksldjump"/>
            <a:extLst>
              <a:ext uri="{FF2B5EF4-FFF2-40B4-BE49-F238E27FC236}">
                <a16:creationId xmlns:a16="http://schemas.microsoft.com/office/drawing/2014/main" id="{C9B50A0F-EF47-3E1B-B568-A37B2D98AEEA}"/>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R.All pow'r is given </a:t>
            </a:r>
            <a:endParaRPr lang="ko-KR" altLang="en-US" sz="1467"/>
          </a:p>
        </p:txBody>
      </p:sp>
      <p:sp>
        <p:nvSpPr>
          <p:cNvPr id="9224" name="AutoShape 13">
            <a:hlinkClick r:id="rId3" action="ppaction://hlinksldjump"/>
            <a:extLst>
              <a:ext uri="{FF2B5EF4-FFF2-40B4-BE49-F238E27FC236}">
                <a16:creationId xmlns:a16="http://schemas.microsoft.com/office/drawing/2014/main" id="{7402A1F9-B722-D90A-0C74-B08DD036183E}"/>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흑암에 사는 백성들을</a:t>
            </a:r>
          </a:p>
        </p:txBody>
      </p:sp>
      <p:sp>
        <p:nvSpPr>
          <p:cNvPr id="9225" name="AutoShape 14">
            <a:hlinkClick r:id="rId4" action="ppaction://hlinksldjump"/>
            <a:extLst>
              <a:ext uri="{FF2B5EF4-FFF2-40B4-BE49-F238E27FC236}">
                <a16:creationId xmlns:a16="http://schemas.microsoft.com/office/drawing/2014/main" id="{2783C07C-1C60-C256-071A-88CA8817A08B}"/>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a:t>
            </a:r>
            <a:r>
              <a:rPr lang="ko-KR" altLang="en-US" sz="1467">
                <a:solidFill>
                  <a:srgbClr val="FF0000"/>
                </a:solidFill>
              </a:rPr>
              <a:t>구원의 문은 넓게</a:t>
            </a:r>
          </a:p>
        </p:txBody>
      </p:sp>
      <p:sp>
        <p:nvSpPr>
          <p:cNvPr id="9226" name="AutoShape 15">
            <a:hlinkClick r:id="rId5" action="ppaction://hlinksldjump"/>
            <a:extLst>
              <a:ext uri="{FF2B5EF4-FFF2-40B4-BE49-F238E27FC236}">
                <a16:creationId xmlns:a16="http://schemas.microsoft.com/office/drawing/2014/main" id="{475083D3-0F9B-9120-1C4F-E2139BE722AF}"/>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왜 너는 멸망 길을</a:t>
            </a:r>
          </a:p>
        </p:txBody>
      </p:sp>
      <p:sp>
        <p:nvSpPr>
          <p:cNvPr id="9227" name="AutoShape 16">
            <a:hlinkClick r:id="rId6" action="ppaction://hlinksldjump"/>
            <a:extLst>
              <a:ext uri="{FF2B5EF4-FFF2-40B4-BE49-F238E27FC236}">
                <a16:creationId xmlns:a16="http://schemas.microsoft.com/office/drawing/2014/main" id="{F55F62C3-0005-7D35-B6DE-0D39FD25D138}"/>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온 천하 만민 승리의</a:t>
            </a:r>
          </a:p>
        </p:txBody>
      </p:sp>
      <p:sp>
        <p:nvSpPr>
          <p:cNvPr id="9228" name="AutoShape 17">
            <a:hlinkClick r:id="rId7" action="ppaction://hlinksldjump"/>
            <a:extLst>
              <a:ext uri="{FF2B5EF4-FFF2-40B4-BE49-F238E27FC236}">
                <a16:creationId xmlns:a16="http://schemas.microsoft.com/office/drawing/2014/main" id="{FB9592D1-B4CB-0333-9C6C-4FDDE3222E1F}"/>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ko-KR" altLang="en-US" sz="1467"/>
              <a:t>후</a:t>
            </a:r>
            <a:r>
              <a:rPr lang="en-US" altLang="ko-KR" sz="1467"/>
              <a:t>.</a:t>
            </a:r>
            <a:r>
              <a:rPr lang="ko-KR" altLang="en-US" sz="1467"/>
              <a:t>큰 권세 주께 있으니</a:t>
            </a:r>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그림 1">
            <a:extLst>
              <a:ext uri="{FF2B5EF4-FFF2-40B4-BE49-F238E27FC236}">
                <a16:creationId xmlns:a16="http://schemas.microsoft.com/office/drawing/2014/main" id="{D8663999-B92D-28B9-2577-14608DEB7C5A}"/>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AutoShape 13">
            <a:hlinkClick r:id="rId3" action="ppaction://hlinksldjump"/>
            <a:extLst>
              <a:ext uri="{FF2B5EF4-FFF2-40B4-BE49-F238E27FC236}">
                <a16:creationId xmlns:a16="http://schemas.microsoft.com/office/drawing/2014/main" id="{6C2AA78B-A747-4150-E1B1-F8B3B9359741}"/>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1.Far, far away in dwelli</a:t>
            </a:r>
            <a:endParaRPr lang="ko-KR" altLang="en-US" sz="1467"/>
          </a:p>
        </p:txBody>
      </p:sp>
      <p:sp>
        <p:nvSpPr>
          <p:cNvPr id="10244" name="AutoShape 14">
            <a:hlinkClick r:id="rId4" action="ppaction://hlinksldjump"/>
            <a:extLst>
              <a:ext uri="{FF2B5EF4-FFF2-40B4-BE49-F238E27FC236}">
                <a16:creationId xmlns:a16="http://schemas.microsoft.com/office/drawing/2014/main" id="{DCBE5A54-51AD-9784-3C8D-FAA629D9E318}"/>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2.See o'er the world </a:t>
            </a:r>
            <a:endParaRPr lang="ko-KR" altLang="en-US" sz="1467">
              <a:solidFill>
                <a:srgbClr val="FF0000"/>
              </a:solidFill>
            </a:endParaRPr>
          </a:p>
        </p:txBody>
      </p:sp>
      <p:sp>
        <p:nvSpPr>
          <p:cNvPr id="10245" name="AutoShape 15">
            <a:hlinkClick r:id="rId5" action="ppaction://hlinksldjump"/>
            <a:extLst>
              <a:ext uri="{FF2B5EF4-FFF2-40B4-BE49-F238E27FC236}">
                <a16:creationId xmlns:a16="http://schemas.microsoft.com/office/drawing/2014/main" id="{06CDE704-2F42-EE81-7B58-662B64EE9ACE}"/>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3."Why will ye die?" the </a:t>
            </a:r>
            <a:endParaRPr lang="ko-KR" altLang="en-US" sz="1467"/>
          </a:p>
        </p:txBody>
      </p:sp>
      <p:sp>
        <p:nvSpPr>
          <p:cNvPr id="10246" name="AutoShape 16">
            <a:hlinkClick r:id="rId6" action="ppaction://hlinksldjump"/>
            <a:extLst>
              <a:ext uri="{FF2B5EF4-FFF2-40B4-BE49-F238E27FC236}">
                <a16:creationId xmlns:a16="http://schemas.microsoft.com/office/drawing/2014/main" id="{A3C4F53A-70BC-94AB-C9F6-9A1A75945D4B}"/>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4.God speed the day, </a:t>
            </a:r>
            <a:endParaRPr lang="ko-KR" altLang="en-US" sz="1467"/>
          </a:p>
        </p:txBody>
      </p:sp>
      <p:sp>
        <p:nvSpPr>
          <p:cNvPr id="10247" name="AutoShape 17">
            <a:hlinkClick r:id="rId7" action="ppaction://hlinksldjump"/>
            <a:extLst>
              <a:ext uri="{FF2B5EF4-FFF2-40B4-BE49-F238E27FC236}">
                <a16:creationId xmlns:a16="http://schemas.microsoft.com/office/drawing/2014/main" id="{EEC2C8B3-E365-E158-2F13-1D664788F50C}"/>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R.All pow'r is given </a:t>
            </a:r>
            <a:endParaRPr lang="ko-KR" altLang="en-US" sz="1467"/>
          </a:p>
        </p:txBody>
      </p:sp>
      <p:sp>
        <p:nvSpPr>
          <p:cNvPr id="10248" name="AutoShape 13">
            <a:hlinkClick r:id="rId3" action="ppaction://hlinksldjump"/>
            <a:extLst>
              <a:ext uri="{FF2B5EF4-FFF2-40B4-BE49-F238E27FC236}">
                <a16:creationId xmlns:a16="http://schemas.microsoft.com/office/drawing/2014/main" id="{4E69BCD2-6095-0140-0ABB-1522C496FCE5}"/>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흑암에 사는 백성들을</a:t>
            </a:r>
          </a:p>
        </p:txBody>
      </p:sp>
      <p:sp>
        <p:nvSpPr>
          <p:cNvPr id="10249" name="AutoShape 14">
            <a:hlinkClick r:id="rId4" action="ppaction://hlinksldjump"/>
            <a:extLst>
              <a:ext uri="{FF2B5EF4-FFF2-40B4-BE49-F238E27FC236}">
                <a16:creationId xmlns:a16="http://schemas.microsoft.com/office/drawing/2014/main" id="{A4BABE92-5CEF-F2D9-072A-2EF894153960}"/>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a:t>
            </a:r>
            <a:r>
              <a:rPr lang="ko-KR" altLang="en-US" sz="1467">
                <a:solidFill>
                  <a:srgbClr val="FF0000"/>
                </a:solidFill>
              </a:rPr>
              <a:t>구원의 문은 넓게</a:t>
            </a:r>
          </a:p>
        </p:txBody>
      </p:sp>
      <p:sp>
        <p:nvSpPr>
          <p:cNvPr id="10250" name="AutoShape 15">
            <a:hlinkClick r:id="rId5" action="ppaction://hlinksldjump"/>
            <a:extLst>
              <a:ext uri="{FF2B5EF4-FFF2-40B4-BE49-F238E27FC236}">
                <a16:creationId xmlns:a16="http://schemas.microsoft.com/office/drawing/2014/main" id="{E5071132-A7E1-4458-82C2-0DDA0FA6A2DE}"/>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왜 너는 멸망 길을</a:t>
            </a:r>
          </a:p>
        </p:txBody>
      </p:sp>
      <p:sp>
        <p:nvSpPr>
          <p:cNvPr id="10251" name="AutoShape 16">
            <a:hlinkClick r:id="rId6" action="ppaction://hlinksldjump"/>
            <a:extLst>
              <a:ext uri="{FF2B5EF4-FFF2-40B4-BE49-F238E27FC236}">
                <a16:creationId xmlns:a16="http://schemas.microsoft.com/office/drawing/2014/main" id="{03F3A6B9-0511-554D-116E-6F2A4683B779}"/>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온 천하 만민 승리의</a:t>
            </a:r>
          </a:p>
        </p:txBody>
      </p:sp>
      <p:sp>
        <p:nvSpPr>
          <p:cNvPr id="10252" name="AutoShape 17">
            <a:hlinkClick r:id="rId7" action="ppaction://hlinksldjump"/>
            <a:extLst>
              <a:ext uri="{FF2B5EF4-FFF2-40B4-BE49-F238E27FC236}">
                <a16:creationId xmlns:a16="http://schemas.microsoft.com/office/drawing/2014/main" id="{529F8D53-36CA-04B5-8752-2984FEB97F06}"/>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ko-KR" altLang="en-US" sz="1467"/>
              <a:t>후</a:t>
            </a:r>
            <a:r>
              <a:rPr lang="en-US" altLang="ko-KR" sz="1467"/>
              <a:t>.</a:t>
            </a:r>
            <a:r>
              <a:rPr lang="ko-KR" altLang="en-US" sz="1467"/>
              <a:t>큰 권세 주께 있으니</a:t>
            </a:r>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그림 1">
            <a:extLst>
              <a:ext uri="{FF2B5EF4-FFF2-40B4-BE49-F238E27FC236}">
                <a16:creationId xmlns:a16="http://schemas.microsoft.com/office/drawing/2014/main" id="{843F11F2-34C0-FD16-12CF-41B7DB290EF8}"/>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AutoShape 13">
            <a:hlinkClick r:id="rId3" action="ppaction://hlinksldjump"/>
            <a:extLst>
              <a:ext uri="{FF2B5EF4-FFF2-40B4-BE49-F238E27FC236}">
                <a16:creationId xmlns:a16="http://schemas.microsoft.com/office/drawing/2014/main" id="{94EE37F5-C306-F0CD-FCF0-5AB103B5759B}"/>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1.Far, far away in dwelli</a:t>
            </a:r>
            <a:endParaRPr lang="ko-KR" altLang="en-US" sz="1467"/>
          </a:p>
        </p:txBody>
      </p:sp>
      <p:sp>
        <p:nvSpPr>
          <p:cNvPr id="11268" name="AutoShape 14">
            <a:hlinkClick r:id="rId4" action="ppaction://hlinksldjump"/>
            <a:extLst>
              <a:ext uri="{FF2B5EF4-FFF2-40B4-BE49-F238E27FC236}">
                <a16:creationId xmlns:a16="http://schemas.microsoft.com/office/drawing/2014/main" id="{E96B0721-A9D8-105D-ACF8-CF7D951693A9}"/>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2.See o'er the world </a:t>
            </a:r>
            <a:endParaRPr lang="ko-KR" altLang="en-US" sz="1467">
              <a:solidFill>
                <a:srgbClr val="FF0000"/>
              </a:solidFill>
            </a:endParaRPr>
          </a:p>
        </p:txBody>
      </p:sp>
      <p:sp>
        <p:nvSpPr>
          <p:cNvPr id="11269" name="AutoShape 15">
            <a:hlinkClick r:id="rId5" action="ppaction://hlinksldjump"/>
            <a:extLst>
              <a:ext uri="{FF2B5EF4-FFF2-40B4-BE49-F238E27FC236}">
                <a16:creationId xmlns:a16="http://schemas.microsoft.com/office/drawing/2014/main" id="{9D4A157F-C496-692A-7163-3DCCB983AD8E}"/>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3."Why will ye die?" the </a:t>
            </a:r>
            <a:endParaRPr lang="ko-KR" altLang="en-US" sz="1467"/>
          </a:p>
        </p:txBody>
      </p:sp>
      <p:sp>
        <p:nvSpPr>
          <p:cNvPr id="11270" name="AutoShape 16">
            <a:hlinkClick r:id="rId6" action="ppaction://hlinksldjump"/>
            <a:extLst>
              <a:ext uri="{FF2B5EF4-FFF2-40B4-BE49-F238E27FC236}">
                <a16:creationId xmlns:a16="http://schemas.microsoft.com/office/drawing/2014/main" id="{7B4D9303-BAE5-088A-2709-2DAFC38911EF}"/>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4.God speed the day, </a:t>
            </a:r>
            <a:endParaRPr lang="ko-KR" altLang="en-US" sz="1467"/>
          </a:p>
        </p:txBody>
      </p:sp>
      <p:sp>
        <p:nvSpPr>
          <p:cNvPr id="11271" name="AutoShape 17">
            <a:hlinkClick r:id="rId7" action="ppaction://hlinksldjump"/>
            <a:extLst>
              <a:ext uri="{FF2B5EF4-FFF2-40B4-BE49-F238E27FC236}">
                <a16:creationId xmlns:a16="http://schemas.microsoft.com/office/drawing/2014/main" id="{6B31AE08-596A-D99B-1AF9-97D1F448980B}"/>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R.All pow'r is given </a:t>
            </a:r>
            <a:endParaRPr lang="ko-KR" altLang="en-US" sz="1467"/>
          </a:p>
        </p:txBody>
      </p:sp>
      <p:sp>
        <p:nvSpPr>
          <p:cNvPr id="11272" name="AutoShape 13">
            <a:hlinkClick r:id="rId3" action="ppaction://hlinksldjump"/>
            <a:extLst>
              <a:ext uri="{FF2B5EF4-FFF2-40B4-BE49-F238E27FC236}">
                <a16:creationId xmlns:a16="http://schemas.microsoft.com/office/drawing/2014/main" id="{B55108EB-EE1C-BB9B-A452-B027CED3E28A}"/>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흑암에 사는 백성들을</a:t>
            </a:r>
          </a:p>
        </p:txBody>
      </p:sp>
      <p:sp>
        <p:nvSpPr>
          <p:cNvPr id="11273" name="AutoShape 14">
            <a:hlinkClick r:id="rId4" action="ppaction://hlinksldjump"/>
            <a:extLst>
              <a:ext uri="{FF2B5EF4-FFF2-40B4-BE49-F238E27FC236}">
                <a16:creationId xmlns:a16="http://schemas.microsoft.com/office/drawing/2014/main" id="{BFAC373B-621C-CC09-DC6C-8B3B7EC69613}"/>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2.</a:t>
            </a:r>
            <a:r>
              <a:rPr lang="ko-KR" altLang="en-US" sz="1467">
                <a:solidFill>
                  <a:srgbClr val="FF0000"/>
                </a:solidFill>
              </a:rPr>
              <a:t>구원의 문은 넓게</a:t>
            </a:r>
          </a:p>
        </p:txBody>
      </p:sp>
      <p:sp>
        <p:nvSpPr>
          <p:cNvPr id="11274" name="AutoShape 15">
            <a:hlinkClick r:id="rId5" action="ppaction://hlinksldjump"/>
            <a:extLst>
              <a:ext uri="{FF2B5EF4-FFF2-40B4-BE49-F238E27FC236}">
                <a16:creationId xmlns:a16="http://schemas.microsoft.com/office/drawing/2014/main" id="{6C36C061-9411-D1D8-0A07-372BA3561858}"/>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왜 너는 멸망 길을</a:t>
            </a:r>
          </a:p>
        </p:txBody>
      </p:sp>
      <p:sp>
        <p:nvSpPr>
          <p:cNvPr id="11275" name="AutoShape 16">
            <a:hlinkClick r:id="rId6" action="ppaction://hlinksldjump"/>
            <a:extLst>
              <a:ext uri="{FF2B5EF4-FFF2-40B4-BE49-F238E27FC236}">
                <a16:creationId xmlns:a16="http://schemas.microsoft.com/office/drawing/2014/main" id="{D0F927AA-36E4-17DE-64B1-0891FE19DAC0}"/>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온 천하 만민 승리의</a:t>
            </a:r>
          </a:p>
        </p:txBody>
      </p:sp>
      <p:sp>
        <p:nvSpPr>
          <p:cNvPr id="11276" name="AutoShape 17">
            <a:hlinkClick r:id="rId7" action="ppaction://hlinksldjump"/>
            <a:extLst>
              <a:ext uri="{FF2B5EF4-FFF2-40B4-BE49-F238E27FC236}">
                <a16:creationId xmlns:a16="http://schemas.microsoft.com/office/drawing/2014/main" id="{BA39CADC-A897-208E-F556-5C499619932E}"/>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ko-KR" altLang="en-US" sz="1467"/>
              <a:t>후</a:t>
            </a:r>
            <a:r>
              <a:rPr lang="en-US" altLang="ko-KR" sz="1467"/>
              <a:t>.</a:t>
            </a:r>
            <a:r>
              <a:rPr lang="ko-KR" altLang="en-US" sz="1467"/>
              <a:t>큰 권세 주께 있으니</a:t>
            </a:r>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그림 1">
            <a:extLst>
              <a:ext uri="{FF2B5EF4-FFF2-40B4-BE49-F238E27FC236}">
                <a16:creationId xmlns:a16="http://schemas.microsoft.com/office/drawing/2014/main" id="{CDDBF955-546F-B326-CF00-969A26633938}"/>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AutoShape 13">
            <a:hlinkClick r:id="rId3" action="ppaction://hlinksldjump"/>
            <a:extLst>
              <a:ext uri="{FF2B5EF4-FFF2-40B4-BE49-F238E27FC236}">
                <a16:creationId xmlns:a16="http://schemas.microsoft.com/office/drawing/2014/main" id="{02A88F64-77A9-DD33-A8A2-0AB4130D57B0}"/>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1.Far, far away in dwelli</a:t>
            </a:r>
            <a:endParaRPr lang="ko-KR" altLang="en-US" sz="1467"/>
          </a:p>
        </p:txBody>
      </p:sp>
      <p:sp>
        <p:nvSpPr>
          <p:cNvPr id="12292" name="AutoShape 14">
            <a:hlinkClick r:id="rId4" action="ppaction://hlinksldjump"/>
            <a:extLst>
              <a:ext uri="{FF2B5EF4-FFF2-40B4-BE49-F238E27FC236}">
                <a16:creationId xmlns:a16="http://schemas.microsoft.com/office/drawing/2014/main" id="{60444E6B-0D20-7C27-29A0-062D32BAF745}"/>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2.See o'er the world </a:t>
            </a:r>
            <a:endParaRPr lang="ko-KR" altLang="en-US" sz="1467"/>
          </a:p>
        </p:txBody>
      </p:sp>
      <p:sp>
        <p:nvSpPr>
          <p:cNvPr id="12293" name="AutoShape 15">
            <a:hlinkClick r:id="rId5" action="ppaction://hlinksldjump"/>
            <a:extLst>
              <a:ext uri="{FF2B5EF4-FFF2-40B4-BE49-F238E27FC236}">
                <a16:creationId xmlns:a16="http://schemas.microsoft.com/office/drawing/2014/main" id="{33071279-0DCC-C5B3-FD8A-57ACF6280C73}"/>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3."Why will ye die?" the </a:t>
            </a:r>
            <a:endParaRPr lang="ko-KR" altLang="en-US" sz="1467">
              <a:solidFill>
                <a:srgbClr val="FF0000"/>
              </a:solidFill>
            </a:endParaRPr>
          </a:p>
        </p:txBody>
      </p:sp>
      <p:sp>
        <p:nvSpPr>
          <p:cNvPr id="12294" name="AutoShape 16">
            <a:hlinkClick r:id="rId6" action="ppaction://hlinksldjump"/>
            <a:extLst>
              <a:ext uri="{FF2B5EF4-FFF2-40B4-BE49-F238E27FC236}">
                <a16:creationId xmlns:a16="http://schemas.microsoft.com/office/drawing/2014/main" id="{EB739E1C-1F02-D1E1-68B4-65C665114034}"/>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4.God speed the day, </a:t>
            </a:r>
            <a:endParaRPr lang="ko-KR" altLang="en-US" sz="1467"/>
          </a:p>
        </p:txBody>
      </p:sp>
      <p:sp>
        <p:nvSpPr>
          <p:cNvPr id="12295" name="AutoShape 17">
            <a:hlinkClick r:id="rId7" action="ppaction://hlinksldjump"/>
            <a:extLst>
              <a:ext uri="{FF2B5EF4-FFF2-40B4-BE49-F238E27FC236}">
                <a16:creationId xmlns:a16="http://schemas.microsoft.com/office/drawing/2014/main" id="{7B0DD546-7FA7-B556-F727-76D2D8C60165}"/>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R.All pow'r is given </a:t>
            </a:r>
            <a:endParaRPr lang="ko-KR" altLang="en-US" sz="1467"/>
          </a:p>
        </p:txBody>
      </p:sp>
      <p:sp>
        <p:nvSpPr>
          <p:cNvPr id="12296" name="AutoShape 13">
            <a:hlinkClick r:id="rId3" action="ppaction://hlinksldjump"/>
            <a:extLst>
              <a:ext uri="{FF2B5EF4-FFF2-40B4-BE49-F238E27FC236}">
                <a16:creationId xmlns:a16="http://schemas.microsoft.com/office/drawing/2014/main" id="{603CF4CF-BDD7-BA56-C2EA-7B145927A7F6}"/>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흑암에 사는 백성들을</a:t>
            </a:r>
          </a:p>
        </p:txBody>
      </p:sp>
      <p:sp>
        <p:nvSpPr>
          <p:cNvPr id="12297" name="AutoShape 14">
            <a:hlinkClick r:id="rId4" action="ppaction://hlinksldjump"/>
            <a:extLst>
              <a:ext uri="{FF2B5EF4-FFF2-40B4-BE49-F238E27FC236}">
                <a16:creationId xmlns:a16="http://schemas.microsoft.com/office/drawing/2014/main" id="{23F8BDB7-44DA-3C68-CA14-CC7B2C0741DB}"/>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구원의 문은 넓게</a:t>
            </a:r>
          </a:p>
        </p:txBody>
      </p:sp>
      <p:sp>
        <p:nvSpPr>
          <p:cNvPr id="12298" name="AutoShape 15">
            <a:hlinkClick r:id="rId5" action="ppaction://hlinksldjump"/>
            <a:extLst>
              <a:ext uri="{FF2B5EF4-FFF2-40B4-BE49-F238E27FC236}">
                <a16:creationId xmlns:a16="http://schemas.microsoft.com/office/drawing/2014/main" id="{0453B8C3-7748-44E7-2CD6-D1CD0E60D214}"/>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a:t>
            </a:r>
            <a:r>
              <a:rPr lang="ko-KR" altLang="en-US" sz="1467">
                <a:solidFill>
                  <a:srgbClr val="FF0000"/>
                </a:solidFill>
              </a:rPr>
              <a:t>왜 너는 멸망 길을</a:t>
            </a:r>
          </a:p>
        </p:txBody>
      </p:sp>
      <p:sp>
        <p:nvSpPr>
          <p:cNvPr id="12299" name="AutoShape 16">
            <a:hlinkClick r:id="rId6" action="ppaction://hlinksldjump"/>
            <a:extLst>
              <a:ext uri="{FF2B5EF4-FFF2-40B4-BE49-F238E27FC236}">
                <a16:creationId xmlns:a16="http://schemas.microsoft.com/office/drawing/2014/main" id="{F0CB24D1-C137-4BFE-7CDD-58DA5D783CF1}"/>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온 천하 만민 승리의</a:t>
            </a:r>
          </a:p>
        </p:txBody>
      </p:sp>
      <p:sp>
        <p:nvSpPr>
          <p:cNvPr id="12300" name="AutoShape 17">
            <a:hlinkClick r:id="rId7" action="ppaction://hlinksldjump"/>
            <a:extLst>
              <a:ext uri="{FF2B5EF4-FFF2-40B4-BE49-F238E27FC236}">
                <a16:creationId xmlns:a16="http://schemas.microsoft.com/office/drawing/2014/main" id="{8411CFCF-4800-8636-9B2F-1F4A0BEB1F03}"/>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ko-KR" altLang="en-US" sz="1467"/>
              <a:t>후</a:t>
            </a:r>
            <a:r>
              <a:rPr lang="en-US" altLang="ko-KR" sz="1467"/>
              <a:t>.</a:t>
            </a:r>
            <a:r>
              <a:rPr lang="ko-KR" altLang="en-US" sz="1467"/>
              <a:t>큰 권세 주께 있으니</a:t>
            </a:r>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그림 1">
            <a:extLst>
              <a:ext uri="{FF2B5EF4-FFF2-40B4-BE49-F238E27FC236}">
                <a16:creationId xmlns:a16="http://schemas.microsoft.com/office/drawing/2014/main" id="{8BEF0EA4-118F-054B-7450-8914204C4D50}"/>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 name="AutoShape 13">
            <a:hlinkClick r:id="rId3" action="ppaction://hlinksldjump"/>
            <a:extLst>
              <a:ext uri="{FF2B5EF4-FFF2-40B4-BE49-F238E27FC236}">
                <a16:creationId xmlns:a16="http://schemas.microsoft.com/office/drawing/2014/main" id="{105CE816-D10D-2480-1E47-E917758621F9}"/>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1.Far, far away in dwelli</a:t>
            </a:r>
            <a:endParaRPr lang="ko-KR" altLang="en-US" sz="1467"/>
          </a:p>
        </p:txBody>
      </p:sp>
      <p:sp>
        <p:nvSpPr>
          <p:cNvPr id="13316" name="AutoShape 14">
            <a:hlinkClick r:id="rId4" action="ppaction://hlinksldjump"/>
            <a:extLst>
              <a:ext uri="{FF2B5EF4-FFF2-40B4-BE49-F238E27FC236}">
                <a16:creationId xmlns:a16="http://schemas.microsoft.com/office/drawing/2014/main" id="{18BA966C-32D6-5882-3657-CDD1CF5F1399}"/>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2.See o'er the world </a:t>
            </a:r>
            <a:endParaRPr lang="ko-KR" altLang="en-US" sz="1467"/>
          </a:p>
        </p:txBody>
      </p:sp>
      <p:sp>
        <p:nvSpPr>
          <p:cNvPr id="13317" name="AutoShape 15">
            <a:hlinkClick r:id="rId5" action="ppaction://hlinksldjump"/>
            <a:extLst>
              <a:ext uri="{FF2B5EF4-FFF2-40B4-BE49-F238E27FC236}">
                <a16:creationId xmlns:a16="http://schemas.microsoft.com/office/drawing/2014/main" id="{1EDE47B6-D6FF-0779-E2B4-26C21BCB65C6}"/>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3."Why will ye die?" the </a:t>
            </a:r>
            <a:endParaRPr lang="ko-KR" altLang="en-US" sz="1467">
              <a:solidFill>
                <a:srgbClr val="FF0000"/>
              </a:solidFill>
            </a:endParaRPr>
          </a:p>
        </p:txBody>
      </p:sp>
      <p:sp>
        <p:nvSpPr>
          <p:cNvPr id="13318" name="AutoShape 16">
            <a:hlinkClick r:id="rId6" action="ppaction://hlinksldjump"/>
            <a:extLst>
              <a:ext uri="{FF2B5EF4-FFF2-40B4-BE49-F238E27FC236}">
                <a16:creationId xmlns:a16="http://schemas.microsoft.com/office/drawing/2014/main" id="{CEB093A4-DB0E-07EE-E34A-384C73784396}"/>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4.God speed the day, </a:t>
            </a:r>
            <a:endParaRPr lang="ko-KR" altLang="en-US" sz="1467"/>
          </a:p>
        </p:txBody>
      </p:sp>
      <p:sp>
        <p:nvSpPr>
          <p:cNvPr id="13319" name="AutoShape 17">
            <a:hlinkClick r:id="rId7" action="ppaction://hlinksldjump"/>
            <a:extLst>
              <a:ext uri="{FF2B5EF4-FFF2-40B4-BE49-F238E27FC236}">
                <a16:creationId xmlns:a16="http://schemas.microsoft.com/office/drawing/2014/main" id="{6526E9DE-0A8D-9A4C-EE77-A0618EFC7A86}"/>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R.All pow'r is given </a:t>
            </a:r>
            <a:endParaRPr lang="ko-KR" altLang="en-US" sz="1467"/>
          </a:p>
        </p:txBody>
      </p:sp>
      <p:sp>
        <p:nvSpPr>
          <p:cNvPr id="13320" name="AutoShape 13">
            <a:hlinkClick r:id="rId3" action="ppaction://hlinksldjump"/>
            <a:extLst>
              <a:ext uri="{FF2B5EF4-FFF2-40B4-BE49-F238E27FC236}">
                <a16:creationId xmlns:a16="http://schemas.microsoft.com/office/drawing/2014/main" id="{B3F1004E-3121-55F8-50D0-77C33DA08A03}"/>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흑암에 사는 백성들을</a:t>
            </a:r>
          </a:p>
        </p:txBody>
      </p:sp>
      <p:sp>
        <p:nvSpPr>
          <p:cNvPr id="13321" name="AutoShape 14">
            <a:hlinkClick r:id="rId4" action="ppaction://hlinksldjump"/>
            <a:extLst>
              <a:ext uri="{FF2B5EF4-FFF2-40B4-BE49-F238E27FC236}">
                <a16:creationId xmlns:a16="http://schemas.microsoft.com/office/drawing/2014/main" id="{68F97401-4DCD-C7B8-7369-D4527F4A2D80}"/>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구원의 문은 넓게</a:t>
            </a:r>
          </a:p>
        </p:txBody>
      </p:sp>
      <p:sp>
        <p:nvSpPr>
          <p:cNvPr id="13322" name="AutoShape 15">
            <a:hlinkClick r:id="rId5" action="ppaction://hlinksldjump"/>
            <a:extLst>
              <a:ext uri="{FF2B5EF4-FFF2-40B4-BE49-F238E27FC236}">
                <a16:creationId xmlns:a16="http://schemas.microsoft.com/office/drawing/2014/main" id="{288DE564-669E-15CE-984E-49CAD9839992}"/>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a:t>
            </a:r>
            <a:r>
              <a:rPr lang="ko-KR" altLang="en-US" sz="1467">
                <a:solidFill>
                  <a:srgbClr val="FF0000"/>
                </a:solidFill>
              </a:rPr>
              <a:t>왜 너는 멸망 길을</a:t>
            </a:r>
          </a:p>
        </p:txBody>
      </p:sp>
      <p:sp>
        <p:nvSpPr>
          <p:cNvPr id="13323" name="AutoShape 16">
            <a:hlinkClick r:id="rId6" action="ppaction://hlinksldjump"/>
            <a:extLst>
              <a:ext uri="{FF2B5EF4-FFF2-40B4-BE49-F238E27FC236}">
                <a16:creationId xmlns:a16="http://schemas.microsoft.com/office/drawing/2014/main" id="{2E25BDD0-23A9-2526-877B-50D718909634}"/>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온 천하 만민 승리의</a:t>
            </a:r>
          </a:p>
        </p:txBody>
      </p:sp>
      <p:sp>
        <p:nvSpPr>
          <p:cNvPr id="13324" name="AutoShape 17">
            <a:hlinkClick r:id="rId7" action="ppaction://hlinksldjump"/>
            <a:extLst>
              <a:ext uri="{FF2B5EF4-FFF2-40B4-BE49-F238E27FC236}">
                <a16:creationId xmlns:a16="http://schemas.microsoft.com/office/drawing/2014/main" id="{AD6D9EA4-E49E-323B-AF3F-52B8024F05FE}"/>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ko-KR" altLang="en-US" sz="1467"/>
              <a:t>후</a:t>
            </a:r>
            <a:r>
              <a:rPr lang="en-US" altLang="ko-KR" sz="1467"/>
              <a:t>.</a:t>
            </a:r>
            <a:r>
              <a:rPr lang="ko-KR" altLang="en-US" sz="1467"/>
              <a:t>큰 권세 주께 있으니</a:t>
            </a:r>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그림 1">
            <a:extLst>
              <a:ext uri="{FF2B5EF4-FFF2-40B4-BE49-F238E27FC236}">
                <a16:creationId xmlns:a16="http://schemas.microsoft.com/office/drawing/2014/main" id="{79546BF4-525E-527B-DB70-192E86E83C38}"/>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9" name="AutoShape 13">
            <a:hlinkClick r:id="rId3" action="ppaction://hlinksldjump"/>
            <a:extLst>
              <a:ext uri="{FF2B5EF4-FFF2-40B4-BE49-F238E27FC236}">
                <a16:creationId xmlns:a16="http://schemas.microsoft.com/office/drawing/2014/main" id="{9B4317B8-EDEE-D4F9-AC84-2BBC5CD4B6B5}"/>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1.Far, far away in dwelli</a:t>
            </a:r>
            <a:endParaRPr lang="ko-KR" altLang="en-US" sz="1467"/>
          </a:p>
        </p:txBody>
      </p:sp>
      <p:sp>
        <p:nvSpPr>
          <p:cNvPr id="14340" name="AutoShape 14">
            <a:hlinkClick r:id="rId4" action="ppaction://hlinksldjump"/>
            <a:extLst>
              <a:ext uri="{FF2B5EF4-FFF2-40B4-BE49-F238E27FC236}">
                <a16:creationId xmlns:a16="http://schemas.microsoft.com/office/drawing/2014/main" id="{F0E4B8E5-3362-5A50-0C39-17422EF5B043}"/>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2.See o'er the world </a:t>
            </a:r>
            <a:endParaRPr lang="ko-KR" altLang="en-US" sz="1467"/>
          </a:p>
        </p:txBody>
      </p:sp>
      <p:sp>
        <p:nvSpPr>
          <p:cNvPr id="14341" name="AutoShape 15">
            <a:hlinkClick r:id="rId5" action="ppaction://hlinksldjump"/>
            <a:extLst>
              <a:ext uri="{FF2B5EF4-FFF2-40B4-BE49-F238E27FC236}">
                <a16:creationId xmlns:a16="http://schemas.microsoft.com/office/drawing/2014/main" id="{69B6A939-6731-D104-3909-D3B9EBF2DCA2}"/>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3."Why will ye die?" the </a:t>
            </a:r>
            <a:endParaRPr lang="ko-KR" altLang="en-US" sz="1467">
              <a:solidFill>
                <a:srgbClr val="FF0000"/>
              </a:solidFill>
            </a:endParaRPr>
          </a:p>
        </p:txBody>
      </p:sp>
      <p:sp>
        <p:nvSpPr>
          <p:cNvPr id="14342" name="AutoShape 16">
            <a:hlinkClick r:id="rId6" action="ppaction://hlinksldjump"/>
            <a:extLst>
              <a:ext uri="{FF2B5EF4-FFF2-40B4-BE49-F238E27FC236}">
                <a16:creationId xmlns:a16="http://schemas.microsoft.com/office/drawing/2014/main" id="{7AE4A481-AC86-0701-DCC5-31686F27D267}"/>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4.God speed the day, </a:t>
            </a:r>
            <a:endParaRPr lang="ko-KR" altLang="en-US" sz="1467"/>
          </a:p>
        </p:txBody>
      </p:sp>
      <p:sp>
        <p:nvSpPr>
          <p:cNvPr id="14343" name="AutoShape 17">
            <a:hlinkClick r:id="rId7" action="ppaction://hlinksldjump"/>
            <a:extLst>
              <a:ext uri="{FF2B5EF4-FFF2-40B4-BE49-F238E27FC236}">
                <a16:creationId xmlns:a16="http://schemas.microsoft.com/office/drawing/2014/main" id="{297D2BB9-40CA-7C95-318D-F2F45762C8DB}"/>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R.All pow'r is given </a:t>
            </a:r>
            <a:endParaRPr lang="ko-KR" altLang="en-US" sz="1467"/>
          </a:p>
        </p:txBody>
      </p:sp>
      <p:sp>
        <p:nvSpPr>
          <p:cNvPr id="14344" name="AutoShape 13">
            <a:hlinkClick r:id="rId3" action="ppaction://hlinksldjump"/>
            <a:extLst>
              <a:ext uri="{FF2B5EF4-FFF2-40B4-BE49-F238E27FC236}">
                <a16:creationId xmlns:a16="http://schemas.microsoft.com/office/drawing/2014/main" id="{F2C3300F-AD6F-5E5A-A7E1-45C89CC29425}"/>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흑암에 사는 백성들을</a:t>
            </a:r>
          </a:p>
        </p:txBody>
      </p:sp>
      <p:sp>
        <p:nvSpPr>
          <p:cNvPr id="14345" name="AutoShape 14">
            <a:hlinkClick r:id="rId4" action="ppaction://hlinksldjump"/>
            <a:extLst>
              <a:ext uri="{FF2B5EF4-FFF2-40B4-BE49-F238E27FC236}">
                <a16:creationId xmlns:a16="http://schemas.microsoft.com/office/drawing/2014/main" id="{08F508E5-620D-745D-3908-B151372B25F7}"/>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구원의 문은 넓게</a:t>
            </a:r>
          </a:p>
        </p:txBody>
      </p:sp>
      <p:sp>
        <p:nvSpPr>
          <p:cNvPr id="14346" name="AutoShape 15">
            <a:hlinkClick r:id="rId5" action="ppaction://hlinksldjump"/>
            <a:extLst>
              <a:ext uri="{FF2B5EF4-FFF2-40B4-BE49-F238E27FC236}">
                <a16:creationId xmlns:a16="http://schemas.microsoft.com/office/drawing/2014/main" id="{4EF42318-19BF-A126-F8BF-E3D908B33897}"/>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a:t>
            </a:r>
            <a:r>
              <a:rPr lang="ko-KR" altLang="en-US" sz="1467">
                <a:solidFill>
                  <a:srgbClr val="FF0000"/>
                </a:solidFill>
              </a:rPr>
              <a:t>왜 너는 멸망 길을</a:t>
            </a:r>
          </a:p>
        </p:txBody>
      </p:sp>
      <p:sp>
        <p:nvSpPr>
          <p:cNvPr id="14347" name="AutoShape 16">
            <a:hlinkClick r:id="rId6" action="ppaction://hlinksldjump"/>
            <a:extLst>
              <a:ext uri="{FF2B5EF4-FFF2-40B4-BE49-F238E27FC236}">
                <a16:creationId xmlns:a16="http://schemas.microsoft.com/office/drawing/2014/main" id="{C0128254-9C63-3AE6-060D-A78D108767A3}"/>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온 천하 만민 승리의</a:t>
            </a:r>
          </a:p>
        </p:txBody>
      </p:sp>
      <p:sp>
        <p:nvSpPr>
          <p:cNvPr id="14348" name="AutoShape 17">
            <a:hlinkClick r:id="rId7" action="ppaction://hlinksldjump"/>
            <a:extLst>
              <a:ext uri="{FF2B5EF4-FFF2-40B4-BE49-F238E27FC236}">
                <a16:creationId xmlns:a16="http://schemas.microsoft.com/office/drawing/2014/main" id="{2AEB8422-AEA7-E5E9-A736-BA0A09330B59}"/>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ko-KR" altLang="en-US" sz="1467"/>
              <a:t>후</a:t>
            </a:r>
            <a:r>
              <a:rPr lang="en-US" altLang="ko-KR" sz="1467"/>
              <a:t>.</a:t>
            </a:r>
            <a:r>
              <a:rPr lang="ko-KR" altLang="en-US" sz="1467"/>
              <a:t>큰 권세 주께 있으니</a:t>
            </a:r>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그림 1">
            <a:extLst>
              <a:ext uri="{FF2B5EF4-FFF2-40B4-BE49-F238E27FC236}">
                <a16:creationId xmlns:a16="http://schemas.microsoft.com/office/drawing/2014/main" id="{CD62C69E-C127-3345-9805-EC5044D9FED2}"/>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AutoShape 13">
            <a:hlinkClick r:id="rId3" action="ppaction://hlinksldjump"/>
            <a:extLst>
              <a:ext uri="{FF2B5EF4-FFF2-40B4-BE49-F238E27FC236}">
                <a16:creationId xmlns:a16="http://schemas.microsoft.com/office/drawing/2014/main" id="{4180BA4C-8670-C57C-59C3-B18937406780}"/>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1.Far, far away in dwelli</a:t>
            </a:r>
            <a:endParaRPr lang="ko-KR" altLang="en-US" sz="1467"/>
          </a:p>
        </p:txBody>
      </p:sp>
      <p:sp>
        <p:nvSpPr>
          <p:cNvPr id="15364" name="AutoShape 14">
            <a:hlinkClick r:id="rId4" action="ppaction://hlinksldjump"/>
            <a:extLst>
              <a:ext uri="{FF2B5EF4-FFF2-40B4-BE49-F238E27FC236}">
                <a16:creationId xmlns:a16="http://schemas.microsoft.com/office/drawing/2014/main" id="{001888E8-3E05-5D85-5AD0-2C91F5C974C3}"/>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2.See o'er the world </a:t>
            </a:r>
            <a:endParaRPr lang="ko-KR" altLang="en-US" sz="1467"/>
          </a:p>
        </p:txBody>
      </p:sp>
      <p:sp>
        <p:nvSpPr>
          <p:cNvPr id="15365" name="AutoShape 15">
            <a:hlinkClick r:id="rId5" action="ppaction://hlinksldjump"/>
            <a:extLst>
              <a:ext uri="{FF2B5EF4-FFF2-40B4-BE49-F238E27FC236}">
                <a16:creationId xmlns:a16="http://schemas.microsoft.com/office/drawing/2014/main" id="{3CC7A237-2050-ED9D-6E2A-CE7402CCB307}"/>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3."Why will ye die?" the </a:t>
            </a:r>
            <a:endParaRPr lang="ko-KR" altLang="en-US" sz="1467">
              <a:solidFill>
                <a:srgbClr val="FF0000"/>
              </a:solidFill>
            </a:endParaRPr>
          </a:p>
        </p:txBody>
      </p:sp>
      <p:sp>
        <p:nvSpPr>
          <p:cNvPr id="15366" name="AutoShape 16">
            <a:hlinkClick r:id="rId6" action="ppaction://hlinksldjump"/>
            <a:extLst>
              <a:ext uri="{FF2B5EF4-FFF2-40B4-BE49-F238E27FC236}">
                <a16:creationId xmlns:a16="http://schemas.microsoft.com/office/drawing/2014/main" id="{11AC6221-3CDE-BCF9-669A-6F9BDC45D51F}"/>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4.God speed the day, </a:t>
            </a:r>
            <a:endParaRPr lang="ko-KR" altLang="en-US" sz="1467"/>
          </a:p>
        </p:txBody>
      </p:sp>
      <p:sp>
        <p:nvSpPr>
          <p:cNvPr id="15367" name="AutoShape 17">
            <a:hlinkClick r:id="rId7" action="ppaction://hlinksldjump"/>
            <a:extLst>
              <a:ext uri="{FF2B5EF4-FFF2-40B4-BE49-F238E27FC236}">
                <a16:creationId xmlns:a16="http://schemas.microsoft.com/office/drawing/2014/main" id="{895153FC-8ADB-DD07-C93D-9C69A03A3E39}"/>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R.All pow'r is given </a:t>
            </a:r>
            <a:endParaRPr lang="ko-KR" altLang="en-US" sz="1467"/>
          </a:p>
        </p:txBody>
      </p:sp>
      <p:sp>
        <p:nvSpPr>
          <p:cNvPr id="15368" name="AutoShape 13">
            <a:hlinkClick r:id="rId3" action="ppaction://hlinksldjump"/>
            <a:extLst>
              <a:ext uri="{FF2B5EF4-FFF2-40B4-BE49-F238E27FC236}">
                <a16:creationId xmlns:a16="http://schemas.microsoft.com/office/drawing/2014/main" id="{86D3F1EE-D71B-8C94-9B45-3001F1B72DA0}"/>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흑암에 사는 백성들을</a:t>
            </a:r>
          </a:p>
        </p:txBody>
      </p:sp>
      <p:sp>
        <p:nvSpPr>
          <p:cNvPr id="15369" name="AutoShape 14">
            <a:hlinkClick r:id="rId4" action="ppaction://hlinksldjump"/>
            <a:extLst>
              <a:ext uri="{FF2B5EF4-FFF2-40B4-BE49-F238E27FC236}">
                <a16:creationId xmlns:a16="http://schemas.microsoft.com/office/drawing/2014/main" id="{123A931E-DB8D-689A-BD17-7628F85F8F50}"/>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구원의 문은 넓게</a:t>
            </a:r>
          </a:p>
        </p:txBody>
      </p:sp>
      <p:sp>
        <p:nvSpPr>
          <p:cNvPr id="15370" name="AutoShape 15">
            <a:hlinkClick r:id="rId5" action="ppaction://hlinksldjump"/>
            <a:extLst>
              <a:ext uri="{FF2B5EF4-FFF2-40B4-BE49-F238E27FC236}">
                <a16:creationId xmlns:a16="http://schemas.microsoft.com/office/drawing/2014/main" id="{7073AAB8-1FDB-88A7-DD1E-6749BF3142D8}"/>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a:t>
            </a:r>
            <a:r>
              <a:rPr lang="ko-KR" altLang="en-US" sz="1467">
                <a:solidFill>
                  <a:srgbClr val="FF0000"/>
                </a:solidFill>
              </a:rPr>
              <a:t>왜 너는 멸망 길을</a:t>
            </a:r>
          </a:p>
        </p:txBody>
      </p:sp>
      <p:sp>
        <p:nvSpPr>
          <p:cNvPr id="15371" name="AutoShape 16">
            <a:hlinkClick r:id="rId6" action="ppaction://hlinksldjump"/>
            <a:extLst>
              <a:ext uri="{FF2B5EF4-FFF2-40B4-BE49-F238E27FC236}">
                <a16:creationId xmlns:a16="http://schemas.microsoft.com/office/drawing/2014/main" id="{A276488F-CD2C-8AA3-90A8-8E1ED8BE641D}"/>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온 천하 만민 승리의</a:t>
            </a:r>
          </a:p>
        </p:txBody>
      </p:sp>
      <p:sp>
        <p:nvSpPr>
          <p:cNvPr id="15372" name="AutoShape 17">
            <a:hlinkClick r:id="rId7" action="ppaction://hlinksldjump"/>
            <a:extLst>
              <a:ext uri="{FF2B5EF4-FFF2-40B4-BE49-F238E27FC236}">
                <a16:creationId xmlns:a16="http://schemas.microsoft.com/office/drawing/2014/main" id="{E6D70754-B8CF-C990-CBA0-B83935BE1097}"/>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ko-KR" altLang="en-US" sz="1467"/>
              <a:t>후</a:t>
            </a:r>
            <a:r>
              <a:rPr lang="en-US" altLang="ko-KR" sz="1467"/>
              <a:t>.</a:t>
            </a:r>
            <a:r>
              <a:rPr lang="ko-KR" altLang="en-US" sz="1467"/>
              <a:t>큰 권세 주께 있으니</a:t>
            </a:r>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그림 1">
            <a:extLst>
              <a:ext uri="{FF2B5EF4-FFF2-40B4-BE49-F238E27FC236}">
                <a16:creationId xmlns:a16="http://schemas.microsoft.com/office/drawing/2014/main" id="{916CBA2D-5AA3-2A56-4150-2F8FD6F83F1B}"/>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AutoShape 13">
            <a:hlinkClick r:id="rId3" action="ppaction://hlinksldjump"/>
            <a:extLst>
              <a:ext uri="{FF2B5EF4-FFF2-40B4-BE49-F238E27FC236}">
                <a16:creationId xmlns:a16="http://schemas.microsoft.com/office/drawing/2014/main" id="{499A0A82-4D81-E06F-BC7E-5FF4D51BD16D}"/>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1.Far, far away in dwelli</a:t>
            </a:r>
            <a:endParaRPr lang="ko-KR" altLang="en-US" sz="1467"/>
          </a:p>
        </p:txBody>
      </p:sp>
      <p:sp>
        <p:nvSpPr>
          <p:cNvPr id="16388" name="AutoShape 14">
            <a:hlinkClick r:id="rId4" action="ppaction://hlinksldjump"/>
            <a:extLst>
              <a:ext uri="{FF2B5EF4-FFF2-40B4-BE49-F238E27FC236}">
                <a16:creationId xmlns:a16="http://schemas.microsoft.com/office/drawing/2014/main" id="{5833B5D5-D8DD-2CCB-3E55-7D81C8D25EDE}"/>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2.See o'er the world </a:t>
            </a:r>
            <a:endParaRPr lang="ko-KR" altLang="en-US" sz="1467"/>
          </a:p>
        </p:txBody>
      </p:sp>
      <p:sp>
        <p:nvSpPr>
          <p:cNvPr id="16389" name="AutoShape 15">
            <a:hlinkClick r:id="rId5" action="ppaction://hlinksldjump"/>
            <a:extLst>
              <a:ext uri="{FF2B5EF4-FFF2-40B4-BE49-F238E27FC236}">
                <a16:creationId xmlns:a16="http://schemas.microsoft.com/office/drawing/2014/main" id="{C5F04066-5E53-A318-DE43-DBFFB9D35133}"/>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3."Why will ye die?" the </a:t>
            </a:r>
            <a:endParaRPr lang="ko-KR" altLang="en-US" sz="1467">
              <a:solidFill>
                <a:srgbClr val="FF0000"/>
              </a:solidFill>
            </a:endParaRPr>
          </a:p>
        </p:txBody>
      </p:sp>
      <p:sp>
        <p:nvSpPr>
          <p:cNvPr id="16390" name="AutoShape 16">
            <a:hlinkClick r:id="rId6" action="ppaction://hlinksldjump"/>
            <a:extLst>
              <a:ext uri="{FF2B5EF4-FFF2-40B4-BE49-F238E27FC236}">
                <a16:creationId xmlns:a16="http://schemas.microsoft.com/office/drawing/2014/main" id="{8E7FB67F-4B37-FB3D-522B-3A7C45D0AC06}"/>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4.God speed the day, </a:t>
            </a:r>
            <a:endParaRPr lang="ko-KR" altLang="en-US" sz="1467"/>
          </a:p>
        </p:txBody>
      </p:sp>
      <p:sp>
        <p:nvSpPr>
          <p:cNvPr id="16391" name="AutoShape 17">
            <a:hlinkClick r:id="rId7" action="ppaction://hlinksldjump"/>
            <a:extLst>
              <a:ext uri="{FF2B5EF4-FFF2-40B4-BE49-F238E27FC236}">
                <a16:creationId xmlns:a16="http://schemas.microsoft.com/office/drawing/2014/main" id="{9AB1168C-B717-E97F-C4DE-D7717DC60108}"/>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R.All pow'r is given </a:t>
            </a:r>
            <a:endParaRPr lang="ko-KR" altLang="en-US" sz="1467"/>
          </a:p>
        </p:txBody>
      </p:sp>
      <p:sp>
        <p:nvSpPr>
          <p:cNvPr id="16392" name="AutoShape 13">
            <a:hlinkClick r:id="rId3" action="ppaction://hlinksldjump"/>
            <a:extLst>
              <a:ext uri="{FF2B5EF4-FFF2-40B4-BE49-F238E27FC236}">
                <a16:creationId xmlns:a16="http://schemas.microsoft.com/office/drawing/2014/main" id="{567AE07D-1801-A2AF-EB32-83667D458C2E}"/>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흑암에 사는 백성들을</a:t>
            </a:r>
          </a:p>
        </p:txBody>
      </p:sp>
      <p:sp>
        <p:nvSpPr>
          <p:cNvPr id="16393" name="AutoShape 14">
            <a:hlinkClick r:id="rId4" action="ppaction://hlinksldjump"/>
            <a:extLst>
              <a:ext uri="{FF2B5EF4-FFF2-40B4-BE49-F238E27FC236}">
                <a16:creationId xmlns:a16="http://schemas.microsoft.com/office/drawing/2014/main" id="{8D2F6BBB-35D3-E14B-AE04-F73D040847E1}"/>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구원의 문은 넓게</a:t>
            </a:r>
          </a:p>
        </p:txBody>
      </p:sp>
      <p:sp>
        <p:nvSpPr>
          <p:cNvPr id="16394" name="AutoShape 15">
            <a:hlinkClick r:id="rId5" action="ppaction://hlinksldjump"/>
            <a:extLst>
              <a:ext uri="{FF2B5EF4-FFF2-40B4-BE49-F238E27FC236}">
                <a16:creationId xmlns:a16="http://schemas.microsoft.com/office/drawing/2014/main" id="{21E55056-7B37-FC72-7DD8-6EAA1561ECA2}"/>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3.</a:t>
            </a:r>
            <a:r>
              <a:rPr lang="ko-KR" altLang="en-US" sz="1467">
                <a:solidFill>
                  <a:srgbClr val="FF0000"/>
                </a:solidFill>
              </a:rPr>
              <a:t>왜 너는 멸망 길을</a:t>
            </a:r>
          </a:p>
        </p:txBody>
      </p:sp>
      <p:sp>
        <p:nvSpPr>
          <p:cNvPr id="16395" name="AutoShape 16">
            <a:hlinkClick r:id="rId6" action="ppaction://hlinksldjump"/>
            <a:extLst>
              <a:ext uri="{FF2B5EF4-FFF2-40B4-BE49-F238E27FC236}">
                <a16:creationId xmlns:a16="http://schemas.microsoft.com/office/drawing/2014/main" id="{28D89CE9-8227-DBB8-9EA3-9331E0215CF5}"/>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온 천하 만민 승리의</a:t>
            </a:r>
          </a:p>
        </p:txBody>
      </p:sp>
      <p:sp>
        <p:nvSpPr>
          <p:cNvPr id="16396" name="AutoShape 17">
            <a:hlinkClick r:id="rId7" action="ppaction://hlinksldjump"/>
            <a:extLst>
              <a:ext uri="{FF2B5EF4-FFF2-40B4-BE49-F238E27FC236}">
                <a16:creationId xmlns:a16="http://schemas.microsoft.com/office/drawing/2014/main" id="{F72EFF05-CC25-7F57-1D00-FC9B949818DF}"/>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ko-KR" altLang="en-US" sz="1467"/>
              <a:t>후</a:t>
            </a:r>
            <a:r>
              <a:rPr lang="en-US" altLang="ko-KR" sz="1467"/>
              <a:t>.</a:t>
            </a:r>
            <a:r>
              <a:rPr lang="ko-KR" altLang="en-US" sz="1467"/>
              <a:t>큰 권세 주께 있으니</a:t>
            </a:r>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그림 1">
            <a:extLst>
              <a:ext uri="{FF2B5EF4-FFF2-40B4-BE49-F238E27FC236}">
                <a16:creationId xmlns:a16="http://schemas.microsoft.com/office/drawing/2014/main" id="{0A5B4ACC-5FD5-7A47-F69A-1F47E84B2938}"/>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AutoShape 13">
            <a:hlinkClick r:id="rId3" action="ppaction://hlinksldjump"/>
            <a:extLst>
              <a:ext uri="{FF2B5EF4-FFF2-40B4-BE49-F238E27FC236}">
                <a16:creationId xmlns:a16="http://schemas.microsoft.com/office/drawing/2014/main" id="{385BEB57-436A-98BE-C2C8-DE4781F777FB}"/>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1.Far, far away in dwelli</a:t>
            </a:r>
            <a:endParaRPr lang="ko-KR" altLang="en-US" sz="1467"/>
          </a:p>
        </p:txBody>
      </p:sp>
      <p:sp>
        <p:nvSpPr>
          <p:cNvPr id="17412" name="AutoShape 14">
            <a:hlinkClick r:id="rId4" action="ppaction://hlinksldjump"/>
            <a:extLst>
              <a:ext uri="{FF2B5EF4-FFF2-40B4-BE49-F238E27FC236}">
                <a16:creationId xmlns:a16="http://schemas.microsoft.com/office/drawing/2014/main" id="{EA05B027-8082-5074-847F-EBDE421FCEBF}"/>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2.See o'er the world </a:t>
            </a:r>
            <a:endParaRPr lang="ko-KR" altLang="en-US" sz="1467"/>
          </a:p>
        </p:txBody>
      </p:sp>
      <p:sp>
        <p:nvSpPr>
          <p:cNvPr id="17413" name="AutoShape 15">
            <a:hlinkClick r:id="rId5" action="ppaction://hlinksldjump"/>
            <a:extLst>
              <a:ext uri="{FF2B5EF4-FFF2-40B4-BE49-F238E27FC236}">
                <a16:creationId xmlns:a16="http://schemas.microsoft.com/office/drawing/2014/main" id="{8065C092-53FC-C115-9792-7B92CFAE1192}"/>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3."Why will ye die?" the </a:t>
            </a:r>
            <a:endParaRPr lang="ko-KR" altLang="en-US" sz="1467"/>
          </a:p>
        </p:txBody>
      </p:sp>
      <p:sp>
        <p:nvSpPr>
          <p:cNvPr id="17414" name="AutoShape 16">
            <a:hlinkClick r:id="rId6" action="ppaction://hlinksldjump"/>
            <a:extLst>
              <a:ext uri="{FF2B5EF4-FFF2-40B4-BE49-F238E27FC236}">
                <a16:creationId xmlns:a16="http://schemas.microsoft.com/office/drawing/2014/main" id="{40B7D4CC-A21E-CC24-BD5D-9A6090A033BC}"/>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4.God speed the day, </a:t>
            </a:r>
            <a:endParaRPr lang="ko-KR" altLang="en-US" sz="1467">
              <a:solidFill>
                <a:srgbClr val="FF0000"/>
              </a:solidFill>
            </a:endParaRPr>
          </a:p>
        </p:txBody>
      </p:sp>
      <p:sp>
        <p:nvSpPr>
          <p:cNvPr id="17415" name="AutoShape 17">
            <a:hlinkClick r:id="rId7" action="ppaction://hlinksldjump"/>
            <a:extLst>
              <a:ext uri="{FF2B5EF4-FFF2-40B4-BE49-F238E27FC236}">
                <a16:creationId xmlns:a16="http://schemas.microsoft.com/office/drawing/2014/main" id="{47EB0E03-B05D-B1BF-51B3-80685320EA8F}"/>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R.All pow'r is given </a:t>
            </a:r>
            <a:endParaRPr lang="ko-KR" altLang="en-US" sz="1467"/>
          </a:p>
        </p:txBody>
      </p:sp>
      <p:sp>
        <p:nvSpPr>
          <p:cNvPr id="17416" name="AutoShape 13">
            <a:hlinkClick r:id="rId3" action="ppaction://hlinksldjump"/>
            <a:extLst>
              <a:ext uri="{FF2B5EF4-FFF2-40B4-BE49-F238E27FC236}">
                <a16:creationId xmlns:a16="http://schemas.microsoft.com/office/drawing/2014/main" id="{29A88CDD-53AB-FF79-13FD-3839B55E144E}"/>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흑암에 사는 백성들을</a:t>
            </a:r>
          </a:p>
        </p:txBody>
      </p:sp>
      <p:sp>
        <p:nvSpPr>
          <p:cNvPr id="17417" name="AutoShape 14">
            <a:hlinkClick r:id="rId4" action="ppaction://hlinksldjump"/>
            <a:extLst>
              <a:ext uri="{FF2B5EF4-FFF2-40B4-BE49-F238E27FC236}">
                <a16:creationId xmlns:a16="http://schemas.microsoft.com/office/drawing/2014/main" id="{A109937E-3618-3243-7EDF-4850F1B8AC1A}"/>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구원의 문은 넓게</a:t>
            </a:r>
          </a:p>
        </p:txBody>
      </p:sp>
      <p:sp>
        <p:nvSpPr>
          <p:cNvPr id="17418" name="AutoShape 15">
            <a:hlinkClick r:id="rId5" action="ppaction://hlinksldjump"/>
            <a:extLst>
              <a:ext uri="{FF2B5EF4-FFF2-40B4-BE49-F238E27FC236}">
                <a16:creationId xmlns:a16="http://schemas.microsoft.com/office/drawing/2014/main" id="{31B10ADD-42E4-063B-64A7-6178B5CD68ED}"/>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왜 너는 멸망 길을</a:t>
            </a:r>
          </a:p>
        </p:txBody>
      </p:sp>
      <p:sp>
        <p:nvSpPr>
          <p:cNvPr id="17419" name="AutoShape 16">
            <a:hlinkClick r:id="rId6" action="ppaction://hlinksldjump"/>
            <a:extLst>
              <a:ext uri="{FF2B5EF4-FFF2-40B4-BE49-F238E27FC236}">
                <a16:creationId xmlns:a16="http://schemas.microsoft.com/office/drawing/2014/main" id="{043D5ECE-DDAF-BB85-6157-C034A04CFE49}"/>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4.</a:t>
            </a:r>
            <a:r>
              <a:rPr lang="ko-KR" altLang="en-US" sz="1467">
                <a:solidFill>
                  <a:srgbClr val="FF0000"/>
                </a:solidFill>
              </a:rPr>
              <a:t>온 천하 만민 승리의</a:t>
            </a:r>
          </a:p>
        </p:txBody>
      </p:sp>
      <p:sp>
        <p:nvSpPr>
          <p:cNvPr id="17420" name="AutoShape 17">
            <a:hlinkClick r:id="rId7" action="ppaction://hlinksldjump"/>
            <a:extLst>
              <a:ext uri="{FF2B5EF4-FFF2-40B4-BE49-F238E27FC236}">
                <a16:creationId xmlns:a16="http://schemas.microsoft.com/office/drawing/2014/main" id="{00133298-7CBD-3CAD-30A6-DFAD5111E14C}"/>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ko-KR" altLang="en-US" sz="1467"/>
              <a:t>후</a:t>
            </a:r>
            <a:r>
              <a:rPr lang="en-US" altLang="ko-KR" sz="1467"/>
              <a:t>.</a:t>
            </a:r>
            <a:r>
              <a:rPr lang="ko-KR" altLang="en-US" sz="1467"/>
              <a:t>큰 권세 주께 있으니</a:t>
            </a:r>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그림 1">
            <a:extLst>
              <a:ext uri="{FF2B5EF4-FFF2-40B4-BE49-F238E27FC236}">
                <a16:creationId xmlns:a16="http://schemas.microsoft.com/office/drawing/2014/main" id="{EC007AF8-304F-B8C2-3807-60F4441365DA}"/>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AutoShape 13">
            <a:hlinkClick r:id="rId3" action="ppaction://hlinksldjump"/>
            <a:extLst>
              <a:ext uri="{FF2B5EF4-FFF2-40B4-BE49-F238E27FC236}">
                <a16:creationId xmlns:a16="http://schemas.microsoft.com/office/drawing/2014/main" id="{74388CA2-7410-8820-2713-15A3F45883D6}"/>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1.Far, far away in dwelli</a:t>
            </a:r>
            <a:endParaRPr lang="ko-KR" altLang="en-US" sz="1467"/>
          </a:p>
        </p:txBody>
      </p:sp>
      <p:sp>
        <p:nvSpPr>
          <p:cNvPr id="18436" name="AutoShape 14">
            <a:hlinkClick r:id="rId4" action="ppaction://hlinksldjump"/>
            <a:extLst>
              <a:ext uri="{FF2B5EF4-FFF2-40B4-BE49-F238E27FC236}">
                <a16:creationId xmlns:a16="http://schemas.microsoft.com/office/drawing/2014/main" id="{2FC19122-C791-1783-0C33-07141ED716FE}"/>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2.See o'er the world </a:t>
            </a:r>
            <a:endParaRPr lang="ko-KR" altLang="en-US" sz="1467"/>
          </a:p>
        </p:txBody>
      </p:sp>
      <p:sp>
        <p:nvSpPr>
          <p:cNvPr id="18437" name="AutoShape 15">
            <a:hlinkClick r:id="rId5" action="ppaction://hlinksldjump"/>
            <a:extLst>
              <a:ext uri="{FF2B5EF4-FFF2-40B4-BE49-F238E27FC236}">
                <a16:creationId xmlns:a16="http://schemas.microsoft.com/office/drawing/2014/main" id="{0ECF6B0A-62AC-158E-C795-20580D4E93FA}"/>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3."Why will ye die?" the </a:t>
            </a:r>
            <a:endParaRPr lang="ko-KR" altLang="en-US" sz="1467"/>
          </a:p>
        </p:txBody>
      </p:sp>
      <p:sp>
        <p:nvSpPr>
          <p:cNvPr id="18438" name="AutoShape 16">
            <a:hlinkClick r:id="rId6" action="ppaction://hlinksldjump"/>
            <a:extLst>
              <a:ext uri="{FF2B5EF4-FFF2-40B4-BE49-F238E27FC236}">
                <a16:creationId xmlns:a16="http://schemas.microsoft.com/office/drawing/2014/main" id="{0D92A9C7-5B4F-C304-72A2-FB7BE881E7B2}"/>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4.God speed the day, </a:t>
            </a:r>
            <a:endParaRPr lang="ko-KR" altLang="en-US" sz="1467">
              <a:solidFill>
                <a:srgbClr val="FF0000"/>
              </a:solidFill>
            </a:endParaRPr>
          </a:p>
        </p:txBody>
      </p:sp>
      <p:sp>
        <p:nvSpPr>
          <p:cNvPr id="18439" name="AutoShape 17">
            <a:hlinkClick r:id="rId7" action="ppaction://hlinksldjump"/>
            <a:extLst>
              <a:ext uri="{FF2B5EF4-FFF2-40B4-BE49-F238E27FC236}">
                <a16:creationId xmlns:a16="http://schemas.microsoft.com/office/drawing/2014/main" id="{088DA994-4CDF-047F-C15E-CA5A1C55A46B}"/>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R.All pow'r is given </a:t>
            </a:r>
            <a:endParaRPr lang="ko-KR" altLang="en-US" sz="1467"/>
          </a:p>
        </p:txBody>
      </p:sp>
      <p:sp>
        <p:nvSpPr>
          <p:cNvPr id="18440" name="AutoShape 13">
            <a:hlinkClick r:id="rId3" action="ppaction://hlinksldjump"/>
            <a:extLst>
              <a:ext uri="{FF2B5EF4-FFF2-40B4-BE49-F238E27FC236}">
                <a16:creationId xmlns:a16="http://schemas.microsoft.com/office/drawing/2014/main" id="{B1105DF6-25F1-019D-E388-98ECE8FE1CD4}"/>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흑암에 사는 백성들을</a:t>
            </a:r>
          </a:p>
        </p:txBody>
      </p:sp>
      <p:sp>
        <p:nvSpPr>
          <p:cNvPr id="18441" name="AutoShape 14">
            <a:hlinkClick r:id="rId4" action="ppaction://hlinksldjump"/>
            <a:extLst>
              <a:ext uri="{FF2B5EF4-FFF2-40B4-BE49-F238E27FC236}">
                <a16:creationId xmlns:a16="http://schemas.microsoft.com/office/drawing/2014/main" id="{12C4776F-8646-51EB-7190-2AB70C881090}"/>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구원의 문은 넓게</a:t>
            </a:r>
          </a:p>
        </p:txBody>
      </p:sp>
      <p:sp>
        <p:nvSpPr>
          <p:cNvPr id="18442" name="AutoShape 15">
            <a:hlinkClick r:id="rId5" action="ppaction://hlinksldjump"/>
            <a:extLst>
              <a:ext uri="{FF2B5EF4-FFF2-40B4-BE49-F238E27FC236}">
                <a16:creationId xmlns:a16="http://schemas.microsoft.com/office/drawing/2014/main" id="{93C99090-196C-F8A4-68BD-3E72326DBBE6}"/>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왜 너는 멸망 길을</a:t>
            </a:r>
          </a:p>
        </p:txBody>
      </p:sp>
      <p:sp>
        <p:nvSpPr>
          <p:cNvPr id="18443" name="AutoShape 16">
            <a:hlinkClick r:id="rId6" action="ppaction://hlinksldjump"/>
            <a:extLst>
              <a:ext uri="{FF2B5EF4-FFF2-40B4-BE49-F238E27FC236}">
                <a16:creationId xmlns:a16="http://schemas.microsoft.com/office/drawing/2014/main" id="{559506B3-BE73-DE92-F95D-2DC7D9A9BDD1}"/>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4.</a:t>
            </a:r>
            <a:r>
              <a:rPr lang="ko-KR" altLang="en-US" sz="1467">
                <a:solidFill>
                  <a:srgbClr val="FF0000"/>
                </a:solidFill>
              </a:rPr>
              <a:t>온 천하 만민 승리의</a:t>
            </a:r>
          </a:p>
        </p:txBody>
      </p:sp>
      <p:sp>
        <p:nvSpPr>
          <p:cNvPr id="18444" name="AutoShape 17">
            <a:hlinkClick r:id="rId7" action="ppaction://hlinksldjump"/>
            <a:extLst>
              <a:ext uri="{FF2B5EF4-FFF2-40B4-BE49-F238E27FC236}">
                <a16:creationId xmlns:a16="http://schemas.microsoft.com/office/drawing/2014/main" id="{48ADD94C-8613-D3B4-B1F4-C9D04A567038}"/>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ko-KR" altLang="en-US" sz="1467"/>
              <a:t>후</a:t>
            </a:r>
            <a:r>
              <a:rPr lang="en-US" altLang="ko-KR" sz="1467"/>
              <a:t>.</a:t>
            </a:r>
            <a:r>
              <a:rPr lang="ko-KR" altLang="en-US" sz="1467"/>
              <a:t>큰 권세 주께 있으니</a:t>
            </a:r>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그림 1">
            <a:extLst>
              <a:ext uri="{FF2B5EF4-FFF2-40B4-BE49-F238E27FC236}">
                <a16:creationId xmlns:a16="http://schemas.microsoft.com/office/drawing/2014/main" id="{D846A14E-3652-A2A2-F258-42A594AC6E09}"/>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9" name="AutoShape 13">
            <a:hlinkClick r:id="rId3" action="ppaction://hlinksldjump"/>
            <a:extLst>
              <a:ext uri="{FF2B5EF4-FFF2-40B4-BE49-F238E27FC236}">
                <a16:creationId xmlns:a16="http://schemas.microsoft.com/office/drawing/2014/main" id="{1EFCD167-47DB-DB1C-6852-121916A9F898}"/>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1.Far, far away in dwelli</a:t>
            </a:r>
            <a:endParaRPr lang="ko-KR" altLang="en-US" sz="1467"/>
          </a:p>
        </p:txBody>
      </p:sp>
      <p:sp>
        <p:nvSpPr>
          <p:cNvPr id="19460" name="AutoShape 14">
            <a:hlinkClick r:id="rId4" action="ppaction://hlinksldjump"/>
            <a:extLst>
              <a:ext uri="{FF2B5EF4-FFF2-40B4-BE49-F238E27FC236}">
                <a16:creationId xmlns:a16="http://schemas.microsoft.com/office/drawing/2014/main" id="{2D7F7EC6-E7D1-9E53-0653-8C700D6DAA70}"/>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2.See o'er the world </a:t>
            </a:r>
            <a:endParaRPr lang="ko-KR" altLang="en-US" sz="1467"/>
          </a:p>
        </p:txBody>
      </p:sp>
      <p:sp>
        <p:nvSpPr>
          <p:cNvPr id="19461" name="AutoShape 15">
            <a:hlinkClick r:id="rId5" action="ppaction://hlinksldjump"/>
            <a:extLst>
              <a:ext uri="{FF2B5EF4-FFF2-40B4-BE49-F238E27FC236}">
                <a16:creationId xmlns:a16="http://schemas.microsoft.com/office/drawing/2014/main" id="{7DC40EB2-5F73-A69F-1CA1-D291833530CA}"/>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3."Why will ye die?" the </a:t>
            </a:r>
            <a:endParaRPr lang="ko-KR" altLang="en-US" sz="1467"/>
          </a:p>
        </p:txBody>
      </p:sp>
      <p:sp>
        <p:nvSpPr>
          <p:cNvPr id="19462" name="AutoShape 16">
            <a:hlinkClick r:id="rId6" action="ppaction://hlinksldjump"/>
            <a:extLst>
              <a:ext uri="{FF2B5EF4-FFF2-40B4-BE49-F238E27FC236}">
                <a16:creationId xmlns:a16="http://schemas.microsoft.com/office/drawing/2014/main" id="{94E35F65-353D-A222-7FE1-CA7145A4ADF0}"/>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4.God speed the day, </a:t>
            </a:r>
            <a:endParaRPr lang="ko-KR" altLang="en-US" sz="1467">
              <a:solidFill>
                <a:srgbClr val="FF0000"/>
              </a:solidFill>
            </a:endParaRPr>
          </a:p>
        </p:txBody>
      </p:sp>
      <p:sp>
        <p:nvSpPr>
          <p:cNvPr id="19463" name="AutoShape 17">
            <a:hlinkClick r:id="rId7" action="ppaction://hlinksldjump"/>
            <a:extLst>
              <a:ext uri="{FF2B5EF4-FFF2-40B4-BE49-F238E27FC236}">
                <a16:creationId xmlns:a16="http://schemas.microsoft.com/office/drawing/2014/main" id="{0980BEC6-40D1-3A1E-1491-EB72C56496A1}"/>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R.All pow'r is given </a:t>
            </a:r>
            <a:endParaRPr lang="ko-KR" altLang="en-US" sz="1467"/>
          </a:p>
        </p:txBody>
      </p:sp>
      <p:sp>
        <p:nvSpPr>
          <p:cNvPr id="19464" name="AutoShape 13">
            <a:hlinkClick r:id="rId3" action="ppaction://hlinksldjump"/>
            <a:extLst>
              <a:ext uri="{FF2B5EF4-FFF2-40B4-BE49-F238E27FC236}">
                <a16:creationId xmlns:a16="http://schemas.microsoft.com/office/drawing/2014/main" id="{DF995A6A-5271-AFBD-0D66-4D9983607F45}"/>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흑암에 사는 백성들을</a:t>
            </a:r>
          </a:p>
        </p:txBody>
      </p:sp>
      <p:sp>
        <p:nvSpPr>
          <p:cNvPr id="19465" name="AutoShape 14">
            <a:hlinkClick r:id="rId4" action="ppaction://hlinksldjump"/>
            <a:extLst>
              <a:ext uri="{FF2B5EF4-FFF2-40B4-BE49-F238E27FC236}">
                <a16:creationId xmlns:a16="http://schemas.microsoft.com/office/drawing/2014/main" id="{347C6BE6-FA7F-2793-01E3-F399DA1F04F2}"/>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구원의 문은 넓게</a:t>
            </a:r>
          </a:p>
        </p:txBody>
      </p:sp>
      <p:sp>
        <p:nvSpPr>
          <p:cNvPr id="19466" name="AutoShape 15">
            <a:hlinkClick r:id="rId5" action="ppaction://hlinksldjump"/>
            <a:extLst>
              <a:ext uri="{FF2B5EF4-FFF2-40B4-BE49-F238E27FC236}">
                <a16:creationId xmlns:a16="http://schemas.microsoft.com/office/drawing/2014/main" id="{C977029C-ADD0-F690-E9CC-9C562BFFBECE}"/>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왜 너는 멸망 길을</a:t>
            </a:r>
          </a:p>
        </p:txBody>
      </p:sp>
      <p:sp>
        <p:nvSpPr>
          <p:cNvPr id="19467" name="AutoShape 16">
            <a:hlinkClick r:id="rId6" action="ppaction://hlinksldjump"/>
            <a:extLst>
              <a:ext uri="{FF2B5EF4-FFF2-40B4-BE49-F238E27FC236}">
                <a16:creationId xmlns:a16="http://schemas.microsoft.com/office/drawing/2014/main" id="{EE5B7368-7207-3D94-AFA4-9F678FF33930}"/>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4.</a:t>
            </a:r>
            <a:r>
              <a:rPr lang="ko-KR" altLang="en-US" sz="1467">
                <a:solidFill>
                  <a:srgbClr val="FF0000"/>
                </a:solidFill>
              </a:rPr>
              <a:t>온 천하 만민 승리의</a:t>
            </a:r>
          </a:p>
        </p:txBody>
      </p:sp>
      <p:sp>
        <p:nvSpPr>
          <p:cNvPr id="19468" name="AutoShape 17">
            <a:hlinkClick r:id="rId7" action="ppaction://hlinksldjump"/>
            <a:extLst>
              <a:ext uri="{FF2B5EF4-FFF2-40B4-BE49-F238E27FC236}">
                <a16:creationId xmlns:a16="http://schemas.microsoft.com/office/drawing/2014/main" id="{2460DBDA-5D0E-5E33-C398-DF1E49CB0D10}"/>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ko-KR" altLang="en-US" sz="1467"/>
              <a:t>후</a:t>
            </a:r>
            <a:r>
              <a:rPr lang="en-US" altLang="ko-KR" sz="1467"/>
              <a:t>.</a:t>
            </a:r>
            <a:r>
              <a:rPr lang="ko-KR" altLang="en-US" sz="1467"/>
              <a:t>큰 권세 주께 있으니</a:t>
            </a:r>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그림 1">
            <a:extLst>
              <a:ext uri="{FF2B5EF4-FFF2-40B4-BE49-F238E27FC236}">
                <a16:creationId xmlns:a16="http://schemas.microsoft.com/office/drawing/2014/main" id="{2F218547-6712-1028-54BA-00B90CF3EF00}"/>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3" name="AutoShape 13">
            <a:hlinkClick r:id="rId3" action="ppaction://hlinksldjump"/>
            <a:extLst>
              <a:ext uri="{FF2B5EF4-FFF2-40B4-BE49-F238E27FC236}">
                <a16:creationId xmlns:a16="http://schemas.microsoft.com/office/drawing/2014/main" id="{B70F969F-2C6B-E5E9-C8D3-B7487F1748DC}"/>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1.Far, far away in dwelli</a:t>
            </a:r>
            <a:endParaRPr lang="ko-KR" altLang="en-US" sz="1467"/>
          </a:p>
        </p:txBody>
      </p:sp>
      <p:sp>
        <p:nvSpPr>
          <p:cNvPr id="20484" name="AutoShape 14">
            <a:hlinkClick r:id="rId4" action="ppaction://hlinksldjump"/>
            <a:extLst>
              <a:ext uri="{FF2B5EF4-FFF2-40B4-BE49-F238E27FC236}">
                <a16:creationId xmlns:a16="http://schemas.microsoft.com/office/drawing/2014/main" id="{595D9157-4A00-F165-A0AE-BF9F712993B7}"/>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2.See o'er the world </a:t>
            </a:r>
            <a:endParaRPr lang="ko-KR" altLang="en-US" sz="1467"/>
          </a:p>
        </p:txBody>
      </p:sp>
      <p:sp>
        <p:nvSpPr>
          <p:cNvPr id="20485" name="AutoShape 15">
            <a:hlinkClick r:id="rId5" action="ppaction://hlinksldjump"/>
            <a:extLst>
              <a:ext uri="{FF2B5EF4-FFF2-40B4-BE49-F238E27FC236}">
                <a16:creationId xmlns:a16="http://schemas.microsoft.com/office/drawing/2014/main" id="{B64064C2-2399-E03F-81C7-E87C73B19AD3}"/>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3."Why will ye die?" the </a:t>
            </a:r>
            <a:endParaRPr lang="ko-KR" altLang="en-US" sz="1467"/>
          </a:p>
        </p:txBody>
      </p:sp>
      <p:sp>
        <p:nvSpPr>
          <p:cNvPr id="20486" name="AutoShape 16">
            <a:hlinkClick r:id="rId6" action="ppaction://hlinksldjump"/>
            <a:extLst>
              <a:ext uri="{FF2B5EF4-FFF2-40B4-BE49-F238E27FC236}">
                <a16:creationId xmlns:a16="http://schemas.microsoft.com/office/drawing/2014/main" id="{918B24A0-23ED-F1AF-11C1-3846CF1DB8EF}"/>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4.God speed the day, </a:t>
            </a:r>
            <a:endParaRPr lang="ko-KR" altLang="en-US" sz="1467"/>
          </a:p>
        </p:txBody>
      </p:sp>
      <p:sp>
        <p:nvSpPr>
          <p:cNvPr id="20487" name="AutoShape 17">
            <a:hlinkClick r:id="rId7" action="ppaction://hlinksldjump"/>
            <a:extLst>
              <a:ext uri="{FF2B5EF4-FFF2-40B4-BE49-F238E27FC236}">
                <a16:creationId xmlns:a16="http://schemas.microsoft.com/office/drawing/2014/main" id="{82212A8F-55F8-66EC-68E4-071628C25B37}"/>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R.All pow'r is given </a:t>
            </a:r>
            <a:endParaRPr lang="ko-KR" altLang="en-US" sz="1467">
              <a:solidFill>
                <a:srgbClr val="FF0000"/>
              </a:solidFill>
            </a:endParaRPr>
          </a:p>
        </p:txBody>
      </p:sp>
      <p:sp>
        <p:nvSpPr>
          <p:cNvPr id="20488" name="AutoShape 13">
            <a:hlinkClick r:id="rId3" action="ppaction://hlinksldjump"/>
            <a:extLst>
              <a:ext uri="{FF2B5EF4-FFF2-40B4-BE49-F238E27FC236}">
                <a16:creationId xmlns:a16="http://schemas.microsoft.com/office/drawing/2014/main" id="{52BD08CE-587A-1D89-B27C-FB06AD927976}"/>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흑암에 사는 백성들을</a:t>
            </a:r>
          </a:p>
        </p:txBody>
      </p:sp>
      <p:sp>
        <p:nvSpPr>
          <p:cNvPr id="20489" name="AutoShape 14">
            <a:hlinkClick r:id="rId4" action="ppaction://hlinksldjump"/>
            <a:extLst>
              <a:ext uri="{FF2B5EF4-FFF2-40B4-BE49-F238E27FC236}">
                <a16:creationId xmlns:a16="http://schemas.microsoft.com/office/drawing/2014/main" id="{37D3DA9C-AA8D-D5F3-E4BC-4B8829548A4C}"/>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구원의 문은 넓게</a:t>
            </a:r>
          </a:p>
        </p:txBody>
      </p:sp>
      <p:sp>
        <p:nvSpPr>
          <p:cNvPr id="20490" name="AutoShape 15">
            <a:hlinkClick r:id="rId5" action="ppaction://hlinksldjump"/>
            <a:extLst>
              <a:ext uri="{FF2B5EF4-FFF2-40B4-BE49-F238E27FC236}">
                <a16:creationId xmlns:a16="http://schemas.microsoft.com/office/drawing/2014/main" id="{129B2BF5-9C4C-7299-FB0A-0FDC3F2AA879}"/>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왜 너는 멸망 길을</a:t>
            </a:r>
          </a:p>
        </p:txBody>
      </p:sp>
      <p:sp>
        <p:nvSpPr>
          <p:cNvPr id="20491" name="AutoShape 16">
            <a:hlinkClick r:id="rId6" action="ppaction://hlinksldjump"/>
            <a:extLst>
              <a:ext uri="{FF2B5EF4-FFF2-40B4-BE49-F238E27FC236}">
                <a16:creationId xmlns:a16="http://schemas.microsoft.com/office/drawing/2014/main" id="{3F6F5D44-7076-CA4B-BEA1-EE1CFA87DE04}"/>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온 천하 만민 승리의</a:t>
            </a:r>
          </a:p>
        </p:txBody>
      </p:sp>
      <p:sp>
        <p:nvSpPr>
          <p:cNvPr id="20492" name="AutoShape 17">
            <a:hlinkClick r:id="rId7" action="ppaction://hlinksldjump"/>
            <a:extLst>
              <a:ext uri="{FF2B5EF4-FFF2-40B4-BE49-F238E27FC236}">
                <a16:creationId xmlns:a16="http://schemas.microsoft.com/office/drawing/2014/main" id="{0BA31457-88EA-BA40-B807-2A9CE83A6C04}"/>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ko-KR" altLang="en-US" sz="1467">
                <a:solidFill>
                  <a:srgbClr val="FF0000"/>
                </a:solidFill>
              </a:rPr>
              <a:t>후</a:t>
            </a:r>
            <a:r>
              <a:rPr lang="en-US" altLang="ko-KR" sz="1467">
                <a:solidFill>
                  <a:srgbClr val="FF0000"/>
                </a:solidFill>
              </a:rPr>
              <a:t>.</a:t>
            </a:r>
            <a:r>
              <a:rPr lang="ko-KR" altLang="en-US" sz="1467">
                <a:solidFill>
                  <a:srgbClr val="FF0000"/>
                </a:solidFill>
              </a:rPr>
              <a:t>큰 권세 주께 있으니</a:t>
            </a:r>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그림 1">
            <a:extLst>
              <a:ext uri="{FF2B5EF4-FFF2-40B4-BE49-F238E27FC236}">
                <a16:creationId xmlns:a16="http://schemas.microsoft.com/office/drawing/2014/main" id="{528B3739-46F0-D4BB-C3E1-4AA1DD6972F9}"/>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5757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7" name="AutoShape 13">
            <a:hlinkClick r:id="rId3" action="ppaction://hlinksldjump"/>
            <a:extLst>
              <a:ext uri="{FF2B5EF4-FFF2-40B4-BE49-F238E27FC236}">
                <a16:creationId xmlns:a16="http://schemas.microsoft.com/office/drawing/2014/main" id="{4FCA6054-2BB8-ED60-BBCF-BE0DE28AFB4D}"/>
              </a:ext>
            </a:extLst>
          </p:cNvPr>
          <p:cNvSpPr>
            <a:spLocks noChangeArrowheads="1"/>
          </p:cNvSpPr>
          <p:nvPr/>
        </p:nvSpPr>
        <p:spPr bwMode="auto">
          <a:xfrm>
            <a:off x="3386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1.Far, far away in dwelli</a:t>
            </a:r>
            <a:endParaRPr lang="ko-KR" altLang="en-US" sz="1467"/>
          </a:p>
        </p:txBody>
      </p:sp>
      <p:sp>
        <p:nvSpPr>
          <p:cNvPr id="21508" name="AutoShape 14">
            <a:hlinkClick r:id="rId4" action="ppaction://hlinksldjump"/>
            <a:extLst>
              <a:ext uri="{FF2B5EF4-FFF2-40B4-BE49-F238E27FC236}">
                <a16:creationId xmlns:a16="http://schemas.microsoft.com/office/drawing/2014/main" id="{05DB47A5-EC01-E53E-B6DC-E9028D37B348}"/>
              </a:ext>
            </a:extLst>
          </p:cNvPr>
          <p:cNvSpPr>
            <a:spLocks noChangeArrowheads="1"/>
          </p:cNvSpPr>
          <p:nvPr/>
        </p:nvSpPr>
        <p:spPr bwMode="auto">
          <a:xfrm>
            <a:off x="26585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2.See o'er the world </a:t>
            </a:r>
            <a:endParaRPr lang="ko-KR" altLang="en-US" sz="1467"/>
          </a:p>
        </p:txBody>
      </p:sp>
      <p:sp>
        <p:nvSpPr>
          <p:cNvPr id="21509" name="AutoShape 15">
            <a:hlinkClick r:id="rId5" action="ppaction://hlinksldjump"/>
            <a:extLst>
              <a:ext uri="{FF2B5EF4-FFF2-40B4-BE49-F238E27FC236}">
                <a16:creationId xmlns:a16="http://schemas.microsoft.com/office/drawing/2014/main" id="{ABD25EAA-466C-DE79-11E9-C19797FDF9F4}"/>
              </a:ext>
            </a:extLst>
          </p:cNvPr>
          <p:cNvSpPr>
            <a:spLocks noChangeArrowheads="1"/>
          </p:cNvSpPr>
          <p:nvPr/>
        </p:nvSpPr>
        <p:spPr bwMode="auto">
          <a:xfrm>
            <a:off x="4978400"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3."Why will ye die?" the </a:t>
            </a:r>
            <a:endParaRPr lang="ko-KR" altLang="en-US" sz="1467"/>
          </a:p>
        </p:txBody>
      </p:sp>
      <p:sp>
        <p:nvSpPr>
          <p:cNvPr id="21510" name="AutoShape 16">
            <a:hlinkClick r:id="rId6" action="ppaction://hlinksldjump"/>
            <a:extLst>
              <a:ext uri="{FF2B5EF4-FFF2-40B4-BE49-F238E27FC236}">
                <a16:creationId xmlns:a16="http://schemas.microsoft.com/office/drawing/2014/main" id="{CB2B62EC-A4DA-DCD3-935B-3B8F4BC76261}"/>
              </a:ext>
            </a:extLst>
          </p:cNvPr>
          <p:cNvSpPr>
            <a:spLocks noChangeArrowheads="1"/>
          </p:cNvSpPr>
          <p:nvPr/>
        </p:nvSpPr>
        <p:spPr bwMode="auto">
          <a:xfrm>
            <a:off x="7298267"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4.God speed the day, </a:t>
            </a:r>
            <a:endParaRPr lang="ko-KR" altLang="en-US" sz="1467"/>
          </a:p>
        </p:txBody>
      </p:sp>
      <p:sp>
        <p:nvSpPr>
          <p:cNvPr id="21511" name="AutoShape 17">
            <a:hlinkClick r:id="rId7" action="ppaction://hlinksldjump"/>
            <a:extLst>
              <a:ext uri="{FF2B5EF4-FFF2-40B4-BE49-F238E27FC236}">
                <a16:creationId xmlns:a16="http://schemas.microsoft.com/office/drawing/2014/main" id="{AA11E0DE-B3C4-9930-92DC-665FE6819FD9}"/>
              </a:ext>
            </a:extLst>
          </p:cNvPr>
          <p:cNvSpPr>
            <a:spLocks noChangeArrowheads="1"/>
          </p:cNvSpPr>
          <p:nvPr/>
        </p:nvSpPr>
        <p:spPr bwMode="auto">
          <a:xfrm>
            <a:off x="9618133" y="6434667"/>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solidFill>
                  <a:srgbClr val="FF0000"/>
                </a:solidFill>
              </a:rPr>
              <a:t>R.All pow'r is given </a:t>
            </a:r>
            <a:endParaRPr lang="ko-KR" altLang="en-US" sz="1467">
              <a:solidFill>
                <a:srgbClr val="FF0000"/>
              </a:solidFill>
            </a:endParaRPr>
          </a:p>
        </p:txBody>
      </p:sp>
      <p:sp>
        <p:nvSpPr>
          <p:cNvPr id="21512" name="AutoShape 13">
            <a:hlinkClick r:id="rId3" action="ppaction://hlinksldjump"/>
            <a:extLst>
              <a:ext uri="{FF2B5EF4-FFF2-40B4-BE49-F238E27FC236}">
                <a16:creationId xmlns:a16="http://schemas.microsoft.com/office/drawing/2014/main" id="{FF2A4ED0-4E16-AC11-A406-1081577B1807}"/>
              </a:ext>
            </a:extLst>
          </p:cNvPr>
          <p:cNvSpPr>
            <a:spLocks noChangeArrowheads="1"/>
          </p:cNvSpPr>
          <p:nvPr/>
        </p:nvSpPr>
        <p:spPr bwMode="auto">
          <a:xfrm>
            <a:off x="3386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1.</a:t>
            </a:r>
            <a:r>
              <a:rPr lang="ko-KR" altLang="en-US" sz="1467"/>
              <a:t>흑암에 사는 백성들을</a:t>
            </a:r>
          </a:p>
        </p:txBody>
      </p:sp>
      <p:sp>
        <p:nvSpPr>
          <p:cNvPr id="21513" name="AutoShape 14">
            <a:hlinkClick r:id="rId4" action="ppaction://hlinksldjump"/>
            <a:extLst>
              <a:ext uri="{FF2B5EF4-FFF2-40B4-BE49-F238E27FC236}">
                <a16:creationId xmlns:a16="http://schemas.microsoft.com/office/drawing/2014/main" id="{4AEB83CE-9071-21B0-4CB7-469C9F6B7B47}"/>
              </a:ext>
            </a:extLst>
          </p:cNvPr>
          <p:cNvSpPr>
            <a:spLocks noChangeArrowheads="1"/>
          </p:cNvSpPr>
          <p:nvPr/>
        </p:nvSpPr>
        <p:spPr bwMode="auto">
          <a:xfrm>
            <a:off x="26585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2.</a:t>
            </a:r>
            <a:r>
              <a:rPr lang="ko-KR" altLang="en-US" sz="1467"/>
              <a:t>구원의 문은 넓게</a:t>
            </a:r>
          </a:p>
        </p:txBody>
      </p:sp>
      <p:sp>
        <p:nvSpPr>
          <p:cNvPr id="21514" name="AutoShape 15">
            <a:hlinkClick r:id="rId5" action="ppaction://hlinksldjump"/>
            <a:extLst>
              <a:ext uri="{FF2B5EF4-FFF2-40B4-BE49-F238E27FC236}">
                <a16:creationId xmlns:a16="http://schemas.microsoft.com/office/drawing/2014/main" id="{ACE1004C-B7DA-F0E1-782D-B7EDE7AA1925}"/>
              </a:ext>
            </a:extLst>
          </p:cNvPr>
          <p:cNvSpPr>
            <a:spLocks noChangeArrowheads="1"/>
          </p:cNvSpPr>
          <p:nvPr/>
        </p:nvSpPr>
        <p:spPr bwMode="auto">
          <a:xfrm>
            <a:off x="4978400"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3.</a:t>
            </a:r>
            <a:r>
              <a:rPr lang="ko-KR" altLang="en-US" sz="1467"/>
              <a:t>왜 너는 멸망 길을</a:t>
            </a:r>
          </a:p>
        </p:txBody>
      </p:sp>
      <p:sp>
        <p:nvSpPr>
          <p:cNvPr id="21515" name="AutoShape 16">
            <a:hlinkClick r:id="rId6" action="ppaction://hlinksldjump"/>
            <a:extLst>
              <a:ext uri="{FF2B5EF4-FFF2-40B4-BE49-F238E27FC236}">
                <a16:creationId xmlns:a16="http://schemas.microsoft.com/office/drawing/2014/main" id="{D8BD05A0-FEBA-AE00-7BBC-9DD900B858E0}"/>
              </a:ext>
            </a:extLst>
          </p:cNvPr>
          <p:cNvSpPr>
            <a:spLocks noChangeArrowheads="1"/>
          </p:cNvSpPr>
          <p:nvPr/>
        </p:nvSpPr>
        <p:spPr bwMode="auto">
          <a:xfrm>
            <a:off x="7298267"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en-US" altLang="ko-KR" sz="1467"/>
              <a:t>4.</a:t>
            </a:r>
            <a:r>
              <a:rPr lang="ko-KR" altLang="en-US" sz="1467"/>
              <a:t>온 천하 만민 승리의</a:t>
            </a:r>
          </a:p>
        </p:txBody>
      </p:sp>
      <p:sp>
        <p:nvSpPr>
          <p:cNvPr id="21516" name="AutoShape 17">
            <a:hlinkClick r:id="rId7" action="ppaction://hlinksldjump"/>
            <a:extLst>
              <a:ext uri="{FF2B5EF4-FFF2-40B4-BE49-F238E27FC236}">
                <a16:creationId xmlns:a16="http://schemas.microsoft.com/office/drawing/2014/main" id="{6E9098D4-5359-4BF5-F72F-DC599897DDC1}"/>
              </a:ext>
            </a:extLst>
          </p:cNvPr>
          <p:cNvSpPr>
            <a:spLocks noChangeArrowheads="1"/>
          </p:cNvSpPr>
          <p:nvPr/>
        </p:nvSpPr>
        <p:spPr bwMode="auto">
          <a:xfrm>
            <a:off x="9618133" y="6096000"/>
            <a:ext cx="2235200" cy="270933"/>
          </a:xfrm>
          <a:prstGeom prst="roundRect">
            <a:avLst>
              <a:gd name="adj" fmla="val 16667"/>
            </a:avLst>
          </a:prstGeom>
          <a:solidFill>
            <a:schemeClr val="bg1">
              <a:alpha val="32156"/>
            </a:schemeClr>
          </a:solidFill>
          <a:ln w="9525">
            <a:solidFill>
              <a:srgbClr val="80808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0960" rIns="60960" anchor="ct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latinLnBrk="1" hangingPunct="1"/>
            <a:r>
              <a:rPr lang="ko-KR" altLang="en-US" sz="1467">
                <a:solidFill>
                  <a:srgbClr val="FF0000"/>
                </a:solidFill>
              </a:rPr>
              <a:t>후</a:t>
            </a:r>
            <a:r>
              <a:rPr lang="en-US" altLang="ko-KR" sz="1467">
                <a:solidFill>
                  <a:srgbClr val="FF0000"/>
                </a:solidFill>
              </a:rPr>
              <a:t>.</a:t>
            </a:r>
            <a:r>
              <a:rPr lang="ko-KR" altLang="en-US" sz="1467">
                <a:solidFill>
                  <a:srgbClr val="FF0000"/>
                </a:solidFill>
              </a:rPr>
              <a:t>큰 권세 주께 있으니</a:t>
            </a:r>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p:cNvSpPr/>
          <p:nvPr/>
        </p:nvSpPr>
        <p:spPr>
          <a:xfrm>
            <a:off x="1524000" y="1916114"/>
            <a:ext cx="9144000" cy="1939925"/>
          </a:xfrm>
          <a:prstGeom prst="rect">
            <a:avLst/>
          </a:prstGeom>
        </p:spPr>
        <p:txBody>
          <a:bodyPr>
            <a:spAutoFit/>
          </a:bodyP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ko-KR" altLang="en-US" sz="7000" b="1" i="0" u="none" strike="noStrike" kern="1200" cap="none" spc="0" normalizeH="0" baseline="0" noProof="0" dirty="0">
                <a:ln>
                  <a:noFill/>
                </a:ln>
                <a:solidFill>
                  <a:prstClr val="black"/>
                </a:solidFill>
                <a:effectLst/>
                <a:uLnTx/>
                <a:uFillTx/>
                <a:latin typeface="HY목각파임B" pitchFamily="18" charset="-127"/>
                <a:ea typeface="HY목각파임B" pitchFamily="18" charset="-127"/>
                <a:cs typeface="+mn-cs"/>
              </a:rPr>
              <a:t>축 도</a:t>
            </a:r>
            <a:endParaRPr kumimoji="1" lang="en-US" altLang="ko-KR" sz="7000" b="1" i="0" u="none" strike="noStrike" kern="1200" cap="none" spc="0" normalizeH="0" baseline="0" noProof="0" dirty="0">
              <a:ln>
                <a:noFill/>
              </a:ln>
              <a:solidFill>
                <a:prstClr val="black"/>
              </a:solidFill>
              <a:effectLst/>
              <a:uLnTx/>
              <a:uFillTx/>
              <a:latin typeface="HY목각파임B" pitchFamily="18" charset="-127"/>
              <a:ea typeface="HY목각파임B" pitchFamily="18" charset="-127"/>
              <a:cs typeface="+mn-cs"/>
            </a:endParaRPr>
          </a:p>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5000" b="1" i="0" u="none" strike="noStrike" kern="1200" cap="none" spc="0" normalizeH="0" baseline="0" noProof="0" dirty="0">
                <a:ln>
                  <a:noFill/>
                </a:ln>
                <a:solidFill>
                  <a:srgbClr val="889C6F">
                    <a:lumMod val="75000"/>
                  </a:srgbClr>
                </a:solidFill>
                <a:effectLst/>
                <a:uLnTx/>
                <a:uFillTx/>
                <a:latin typeface="HY목각파임B" pitchFamily="18" charset="-127"/>
                <a:ea typeface="HY목각파임B" pitchFamily="18" charset="-127"/>
                <a:cs typeface="+mn-cs"/>
              </a:rPr>
              <a:t>Benediction</a:t>
            </a:r>
            <a:endParaRPr kumimoji="1" lang="ko-KR" altLang="en-US" sz="5000" b="1" i="0" u="none" strike="noStrike" kern="1200" cap="none" spc="0" normalizeH="0" baseline="0" noProof="0" dirty="0">
              <a:ln>
                <a:noFill/>
              </a:ln>
              <a:solidFill>
                <a:srgbClr val="889C6F">
                  <a:lumMod val="75000"/>
                </a:srgbClr>
              </a:solidFill>
              <a:effectLst/>
              <a:uLnTx/>
              <a:uFillTx/>
              <a:latin typeface="HY목각파임B" pitchFamily="18" charset="-127"/>
              <a:ea typeface="HY목각파임B" pitchFamily="18" charset="-127"/>
              <a:cs typeface="+mn-cs"/>
            </a:endParaRPr>
          </a:p>
        </p:txBody>
      </p:sp>
    </p:spTree>
    <p:extLst>
      <p:ext uri="{BB962C8B-B14F-4D97-AF65-F5344CB8AC3E}">
        <p14:creationId xmlns:p14="http://schemas.microsoft.com/office/powerpoint/2010/main" val="2271283577"/>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80898" name="직사각형 4"/>
          <p:cNvSpPr>
            <a:spLocks noChangeArrowheads="1"/>
          </p:cNvSpPr>
          <p:nvPr/>
        </p:nvSpPr>
        <p:spPr bwMode="auto">
          <a:xfrm>
            <a:off x="488504" y="520511"/>
            <a:ext cx="11214992" cy="5139869"/>
          </a:xfrm>
          <a:prstGeom prst="rect">
            <a:avLst/>
          </a:prstGeom>
          <a:noFill/>
          <a:ln w="9525">
            <a:noFill/>
            <a:miter lim="800000"/>
            <a:headEnd/>
            <a:tailEnd/>
          </a:ln>
        </p:spPr>
        <p:txBody>
          <a:bodyPr wrap="square">
            <a:spAutoFit/>
          </a:bodyPr>
          <a:lstStyle/>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a:p>
            <a:pPr marL="0" marR="0" lvl="0" indent="-180340" algn="ctr" defTabSz="914400" rtl="0" eaLnBrk="0" fontAlgn="base" latinLnBrk="1" hangingPunct="0">
              <a:lnSpc>
                <a:spcPct val="100000"/>
              </a:lnSpc>
              <a:spcBef>
                <a:spcPct val="0"/>
              </a:spcBef>
              <a:spcAft>
                <a:spcPts val="0"/>
              </a:spcAft>
              <a:buClrTx/>
              <a:buSzTx/>
              <a:buFontTx/>
              <a:buNone/>
              <a:tabLst/>
              <a:defRPr/>
            </a:pPr>
            <a:endParaRPr kumimoji="1" lang="en-US" altLang="ko-KR" sz="2800" b="0" i="0" u="none" strike="noStrike" kern="1200" cap="none" spc="0" normalizeH="0" baseline="0" noProof="0" dirty="0">
              <a:ln>
                <a:noFill/>
              </a:ln>
              <a:solidFill>
                <a:prstClr val="white">
                  <a:lumMod val="65000"/>
                </a:prstClr>
              </a:solidFill>
              <a:effectLst/>
              <a:uLnTx/>
              <a:uFillTx/>
              <a:latin typeface="HY울릉도M" pitchFamily="18" charset="-127"/>
              <a:ea typeface="HY울릉도M" pitchFamily="18" charset="-127"/>
              <a:cs typeface="+mn-cs"/>
            </a:endParaRPr>
          </a:p>
        </p:txBody>
      </p:sp>
      <p:sp>
        <p:nvSpPr>
          <p:cNvPr id="3" name="직사각형 2">
            <a:extLst>
              <a:ext uri="{FF2B5EF4-FFF2-40B4-BE49-F238E27FC236}">
                <a16:creationId xmlns:a16="http://schemas.microsoft.com/office/drawing/2014/main" id="{A380ECD9-5203-1155-3958-B9E9E10457BA}"/>
              </a:ext>
            </a:extLst>
          </p:cNvPr>
          <p:cNvSpPr>
            <a:spLocks noChangeArrowheads="1"/>
          </p:cNvSpPr>
          <p:nvPr/>
        </p:nvSpPr>
        <p:spPr bwMode="auto">
          <a:xfrm>
            <a:off x="119336" y="2636912"/>
            <a:ext cx="12072664" cy="1087862"/>
          </a:xfrm>
          <a:prstGeom prst="rect">
            <a:avLst/>
          </a:prstGeom>
          <a:noFill/>
          <a:ln w="9525">
            <a:noFill/>
            <a:miter lim="800000"/>
            <a:headEnd/>
            <a:tailEnd/>
          </a:ln>
        </p:spPr>
        <p:txBody>
          <a:bodyPr wrap="square">
            <a:spAutoFit/>
          </a:bodyPr>
          <a:lstStyle/>
          <a:p>
            <a:pPr indent="-180340" algn="ctr" latinLnBrk="1">
              <a:lnSpc>
                <a:spcPct val="120000"/>
              </a:lnSpc>
              <a:spcAft>
                <a:spcPts val="0"/>
              </a:spcAft>
              <a:defRPr/>
            </a:pPr>
            <a:r>
              <a:rPr lang="ko-KR" altLang="en-US" sz="3600" b="1" kern="100" dirty="0">
                <a:solidFill>
                  <a:prstClr val="black"/>
                </a:solidFill>
                <a:latin typeface="맑은 고딕" charset="-127"/>
                <a:ea typeface="맑은 고딕" charset="-127"/>
                <a:cs typeface="Times New Roman" charset="0"/>
              </a:rPr>
              <a:t>하나가 되라</a:t>
            </a:r>
          </a:p>
          <a:p>
            <a:pPr indent="-180340" algn="ctr" latinLnBrk="1">
              <a:lnSpc>
                <a:spcPct val="120000"/>
              </a:lnSpc>
              <a:spcAft>
                <a:spcPts val="0"/>
              </a:spcAft>
              <a:defRPr/>
            </a:pPr>
            <a:r>
              <a:rPr lang="en-US" altLang="ko-Kore-KR" sz="2000" b="1" dirty="0">
                <a:solidFill>
                  <a:srgbClr val="7F7F7F"/>
                </a:solidFill>
                <a:ea typeface="HY목각파임B" pitchFamily="18" charset="-127"/>
              </a:rPr>
              <a:t>Be United</a:t>
            </a:r>
            <a:r>
              <a:rPr lang="en-US" altLang="ko-KR" sz="2000" b="1" dirty="0">
                <a:solidFill>
                  <a:srgbClr val="7F7F7F"/>
                </a:solidFill>
                <a:latin typeface="HY목각파임B" pitchFamily="18" charset="-127"/>
                <a:ea typeface="HY목각파임B" pitchFamily="18" charset="-127"/>
              </a:rPr>
              <a:t> </a:t>
            </a:r>
            <a:endParaRPr kumimoji="1" lang="en-US" altLang="ko-KR" sz="2000" b="1" i="0" u="none" strike="noStrike" kern="1200" cap="none" spc="0" normalizeH="0" baseline="0" noProof="0" dirty="0">
              <a:ln>
                <a:noFill/>
              </a:ln>
              <a:solidFill>
                <a:srgbClr val="7F7F7F"/>
              </a:solidFill>
              <a:effectLst/>
              <a:uLnTx/>
              <a:uFillTx/>
              <a:latin typeface="HY목각파임B" pitchFamily="18" charset="-127"/>
              <a:ea typeface="HY목각파임B" pitchFamily="18" charset="-127"/>
              <a:cs typeface="+mn-cs"/>
            </a:endParaRPr>
          </a:p>
        </p:txBody>
      </p:sp>
    </p:spTree>
    <p:extLst>
      <p:ext uri="{BB962C8B-B14F-4D97-AF65-F5344CB8AC3E}">
        <p14:creationId xmlns:p14="http://schemas.microsoft.com/office/powerpoint/2010/main" val="10068319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광장">
  <a:themeElements>
    <a:clrScheme name="광장">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광장">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광장">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기본 디자인">
  <a:themeElements>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8969</TotalTime>
  <Words>11461</Words>
  <Application>Microsoft Macintosh PowerPoint</Application>
  <PresentationFormat>와이드스크린</PresentationFormat>
  <Paragraphs>1610</Paragraphs>
  <Slides>264</Slides>
  <Notes>35</Notes>
  <HiddenSlides>0</HiddenSlides>
  <MMClips>0</MMClips>
  <ScaleCrop>false</ScaleCrop>
  <HeadingPairs>
    <vt:vector size="6" baseType="variant">
      <vt:variant>
        <vt:lpstr>사용한 글꼴</vt:lpstr>
      </vt:variant>
      <vt:variant>
        <vt:i4>13</vt:i4>
      </vt:variant>
      <vt:variant>
        <vt:lpstr>테마</vt:lpstr>
      </vt:variant>
      <vt:variant>
        <vt:i4>4</vt:i4>
      </vt:variant>
      <vt:variant>
        <vt:lpstr>슬라이드 제목</vt:lpstr>
      </vt:variant>
      <vt:variant>
        <vt:i4>264</vt:i4>
      </vt:variant>
    </vt:vector>
  </HeadingPairs>
  <TitlesOfParts>
    <vt:vector size="281" baseType="lpstr">
      <vt:lpstr>(한)문화방송</vt:lpstr>
      <vt:lpstr>굴림</vt:lpstr>
      <vt:lpstr>HY강B</vt:lpstr>
      <vt:lpstr>HY강M</vt:lpstr>
      <vt:lpstr>HY궁서</vt:lpstr>
      <vt:lpstr>HY울릉도M</vt:lpstr>
      <vt:lpstr>HY목각파임B</vt:lpstr>
      <vt:lpstr>맑은 고딕</vt:lpstr>
      <vt:lpstr>Arial</vt:lpstr>
      <vt:lpstr>Lucida Sans Unicode</vt:lpstr>
      <vt:lpstr>Verdana</vt:lpstr>
      <vt:lpstr>Wingdings 2</vt:lpstr>
      <vt:lpstr>Wingdings 3</vt:lpstr>
      <vt:lpstr>광장</vt:lpstr>
      <vt:lpstr>Office 테마</vt:lpstr>
      <vt:lpstr>기본 디자인</vt:lpstr>
      <vt:lpstr>1_Office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물댄 동산</dc:creator>
  <cp:lastModifiedBy>Saeyeop Kim</cp:lastModifiedBy>
  <cp:revision>14050</cp:revision>
  <cp:lastPrinted>2022-05-07T11:42:30Z</cp:lastPrinted>
  <dcterms:created xsi:type="dcterms:W3CDTF">2020-09-12T07:30:21Z</dcterms:created>
  <dcterms:modified xsi:type="dcterms:W3CDTF">2026-05-30T09:27:42Z</dcterms:modified>
</cp:coreProperties>
</file>